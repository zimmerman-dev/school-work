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478F"/>
    <a:srgbClr val="E1595C"/>
    <a:srgbClr val="22B0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97EBB-B732-4C34-96F9-67AC23114C7C}" v="29" dt="2024-07-31T14:40:28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59469" autoAdjust="0"/>
  </p:normalViewPr>
  <p:slideViewPr>
    <p:cSldViewPr snapToGrid="0">
      <p:cViewPr>
        <p:scale>
          <a:sx n="82" d="100"/>
          <a:sy n="82" d="100"/>
        </p:scale>
        <p:origin x="48" y="-2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stnut, Temple D" userId="8e081a02-258a-4ece-b13b-54445b3f68be" providerId="ADAL" clId="{3C397EBB-B732-4C34-96F9-67AC23114C7C}"/>
    <pc:docChg chg="undo custSel addSld delSld modSld">
      <pc:chgData name="Chestnut, Temple D" userId="8e081a02-258a-4ece-b13b-54445b3f68be" providerId="ADAL" clId="{3C397EBB-B732-4C34-96F9-67AC23114C7C}" dt="2024-07-31T14:43:17.540" v="4163" actId="20577"/>
      <pc:docMkLst>
        <pc:docMk/>
      </pc:docMkLst>
      <pc:sldChg chg="modSp mod modNotesTx">
        <pc:chgData name="Chestnut, Temple D" userId="8e081a02-258a-4ece-b13b-54445b3f68be" providerId="ADAL" clId="{3C397EBB-B732-4C34-96F9-67AC23114C7C}" dt="2024-07-31T14:05:42.272" v="2695" actId="20577"/>
        <pc:sldMkLst>
          <pc:docMk/>
          <pc:sldMk cId="1071873054" sldId="256"/>
        </pc:sldMkLst>
        <pc:spChg chg="mod">
          <ac:chgData name="Chestnut, Temple D" userId="8e081a02-258a-4ece-b13b-54445b3f68be" providerId="ADAL" clId="{3C397EBB-B732-4C34-96F9-67AC23114C7C}" dt="2024-07-31T14:05:42.272" v="2695" actId="20577"/>
          <ac:spMkLst>
            <pc:docMk/>
            <pc:sldMk cId="1071873054" sldId="256"/>
            <ac:spMk id="3" creationId="{ECEB3CB5-DFBF-DFD8-8D0A-8B56AC87F984}"/>
          </ac:spMkLst>
        </pc:spChg>
      </pc:sldChg>
      <pc:sldChg chg="addSp delSp modSp del mod">
        <pc:chgData name="Chestnut, Temple D" userId="8e081a02-258a-4ece-b13b-54445b3f68be" providerId="ADAL" clId="{3C397EBB-B732-4C34-96F9-67AC23114C7C}" dt="2024-07-31T13:28:53.815" v="67" actId="47"/>
        <pc:sldMkLst>
          <pc:docMk/>
          <pc:sldMk cId="2194711023" sldId="257"/>
        </pc:sldMkLst>
        <pc:spChg chg="mod">
          <ac:chgData name="Chestnut, Temple D" userId="8e081a02-258a-4ece-b13b-54445b3f68be" providerId="ADAL" clId="{3C397EBB-B732-4C34-96F9-67AC23114C7C}" dt="2024-07-31T13:28:46.751" v="61" actId="6549"/>
          <ac:spMkLst>
            <pc:docMk/>
            <pc:sldMk cId="2194711023" sldId="257"/>
            <ac:spMk id="2" creationId="{194E7842-4DA4-8EF1-357A-F004402DDD78}"/>
          </ac:spMkLst>
        </pc:spChg>
        <pc:spChg chg="del">
          <ac:chgData name="Chestnut, Temple D" userId="8e081a02-258a-4ece-b13b-54445b3f68be" providerId="ADAL" clId="{3C397EBB-B732-4C34-96F9-67AC23114C7C}" dt="2024-07-31T13:28:46.144" v="60" actId="478"/>
          <ac:spMkLst>
            <pc:docMk/>
            <pc:sldMk cId="2194711023" sldId="257"/>
            <ac:spMk id="3" creationId="{0F8DF97E-4D61-419C-65BB-65389942B401}"/>
          </ac:spMkLst>
        </pc:spChg>
        <pc:spChg chg="add mod">
          <ac:chgData name="Chestnut, Temple D" userId="8e081a02-258a-4ece-b13b-54445b3f68be" providerId="ADAL" clId="{3C397EBB-B732-4C34-96F9-67AC23114C7C}" dt="2024-07-31T13:28:46.144" v="60" actId="478"/>
          <ac:spMkLst>
            <pc:docMk/>
            <pc:sldMk cId="2194711023" sldId="257"/>
            <ac:spMk id="6" creationId="{B0DE8977-1F9B-F4FD-EE21-9C65E8B7A9BE}"/>
          </ac:spMkLst>
        </pc:spChg>
        <pc:picChg chg="del">
          <ac:chgData name="Chestnut, Temple D" userId="8e081a02-258a-4ece-b13b-54445b3f68be" providerId="ADAL" clId="{3C397EBB-B732-4C34-96F9-67AC23114C7C}" dt="2024-07-31T13:28:45.364" v="59" actId="478"/>
          <ac:picMkLst>
            <pc:docMk/>
            <pc:sldMk cId="2194711023" sldId="257"/>
            <ac:picMk id="5" creationId="{8DF16703-A7DE-F627-103C-2087D7D9593D}"/>
          </ac:picMkLst>
        </pc:picChg>
      </pc:sldChg>
      <pc:sldChg chg="addSp delSp modSp new mod setBg modNotesTx">
        <pc:chgData name="Chestnut, Temple D" userId="8e081a02-258a-4ece-b13b-54445b3f68be" providerId="ADAL" clId="{3C397EBB-B732-4C34-96F9-67AC23114C7C}" dt="2024-07-31T14:06:09.443" v="2714" actId="20577"/>
        <pc:sldMkLst>
          <pc:docMk/>
          <pc:sldMk cId="2755787570" sldId="257"/>
        </pc:sldMkLst>
        <pc:spChg chg="mod">
          <ac:chgData name="Chestnut, Temple D" userId="8e081a02-258a-4ece-b13b-54445b3f68be" providerId="ADAL" clId="{3C397EBB-B732-4C34-96F9-67AC23114C7C}" dt="2024-07-31T13:34:06.880" v="256" actId="26606"/>
          <ac:spMkLst>
            <pc:docMk/>
            <pc:sldMk cId="2755787570" sldId="257"/>
            <ac:spMk id="2" creationId="{234C46B6-CD4D-A187-D2C1-65DFE42C004A}"/>
          </ac:spMkLst>
        </pc:spChg>
        <pc:spChg chg="add del mod">
          <ac:chgData name="Chestnut, Temple D" userId="8e081a02-258a-4ece-b13b-54445b3f68be" providerId="ADAL" clId="{3C397EBB-B732-4C34-96F9-67AC23114C7C}" dt="2024-07-31T13:38:38.224" v="281" actId="20577"/>
          <ac:spMkLst>
            <pc:docMk/>
            <pc:sldMk cId="2755787570" sldId="257"/>
            <ac:spMk id="3" creationId="{AC4388FA-BF05-9A1A-B430-238926586964}"/>
          </ac:spMkLst>
        </pc:spChg>
        <pc:spChg chg="add mod">
          <ac:chgData name="Chestnut, Temple D" userId="8e081a02-258a-4ece-b13b-54445b3f68be" providerId="ADAL" clId="{3C397EBB-B732-4C34-96F9-67AC23114C7C}" dt="2024-07-31T13:32:22.600" v="190" actId="20577"/>
          <ac:spMkLst>
            <pc:docMk/>
            <pc:sldMk cId="2755787570" sldId="257"/>
            <ac:spMk id="4" creationId="{4DF77B4B-8F38-F06B-A548-B63CD84A59D0}"/>
          </ac:spMkLst>
        </pc:spChg>
        <pc:spChg chg="add del">
          <ac:chgData name="Chestnut, Temple D" userId="8e081a02-258a-4ece-b13b-54445b3f68be" providerId="ADAL" clId="{3C397EBB-B732-4C34-96F9-67AC23114C7C}" dt="2024-07-31T13:34:06.874" v="255" actId="26606"/>
          <ac:spMkLst>
            <pc:docMk/>
            <pc:sldMk cId="2755787570" sldId="257"/>
            <ac:spMk id="8" creationId="{089A69AF-D57B-49B4-886C-D4A5DC194421}"/>
          </ac:spMkLst>
        </pc:spChg>
        <pc:spChg chg="add del">
          <ac:chgData name="Chestnut, Temple D" userId="8e081a02-258a-4ece-b13b-54445b3f68be" providerId="ADAL" clId="{3C397EBB-B732-4C34-96F9-67AC23114C7C}" dt="2024-07-31T13:33:53.297" v="251" actId="26606"/>
          <ac:spMkLst>
            <pc:docMk/>
            <pc:sldMk cId="2755787570" sldId="257"/>
            <ac:spMk id="9" creationId="{3EEED574-6FCC-45F8-ABA8-05782705A3C6}"/>
          </ac:spMkLst>
        </pc:spChg>
        <pc:spChg chg="add del">
          <ac:chgData name="Chestnut, Temple D" userId="8e081a02-258a-4ece-b13b-54445b3f68be" providerId="ADAL" clId="{3C397EBB-B732-4C34-96F9-67AC23114C7C}" dt="2024-07-31T13:34:06.874" v="255" actId="26606"/>
          <ac:spMkLst>
            <pc:docMk/>
            <pc:sldMk cId="2755787570" sldId="257"/>
            <ac:spMk id="10" creationId="{CABDC08D-6093-4397-92D4-54D00E2BB1C2}"/>
          </ac:spMkLst>
        </pc:spChg>
        <pc:spChg chg="add del">
          <ac:chgData name="Chestnut, Temple D" userId="8e081a02-258a-4ece-b13b-54445b3f68be" providerId="ADAL" clId="{3C397EBB-B732-4C34-96F9-67AC23114C7C}" dt="2024-07-31T13:34:04.835" v="253" actId="26606"/>
          <ac:spMkLst>
            <pc:docMk/>
            <pc:sldMk cId="2755787570" sldId="257"/>
            <ac:spMk id="11" creationId="{5940F547-7206-4401-94FB-F8421915D8B8}"/>
          </ac:spMkLst>
        </pc:spChg>
        <pc:spChg chg="add">
          <ac:chgData name="Chestnut, Temple D" userId="8e081a02-258a-4ece-b13b-54445b3f68be" providerId="ADAL" clId="{3C397EBB-B732-4C34-96F9-67AC23114C7C}" dt="2024-07-31T13:34:06.880" v="256" actId="26606"/>
          <ac:spMkLst>
            <pc:docMk/>
            <pc:sldMk cId="2755787570" sldId="257"/>
            <ac:spMk id="13" creationId="{35C44DBB-AD7C-4682-B258-6367305D207B}"/>
          </ac:spMkLst>
        </pc:spChg>
        <pc:picChg chg="add del">
          <ac:chgData name="Chestnut, Temple D" userId="8e081a02-258a-4ece-b13b-54445b3f68be" providerId="ADAL" clId="{3C397EBB-B732-4C34-96F9-67AC23114C7C}" dt="2024-07-31T13:33:53.297" v="251" actId="26606"/>
          <ac:picMkLst>
            <pc:docMk/>
            <pc:sldMk cId="2755787570" sldId="257"/>
            <ac:picMk id="5" creationId="{52EF0E59-E344-C50D-9EB5-C66E467D7602}"/>
          </ac:picMkLst>
        </pc:picChg>
        <pc:picChg chg="add del">
          <ac:chgData name="Chestnut, Temple D" userId="8e081a02-258a-4ece-b13b-54445b3f68be" providerId="ADAL" clId="{3C397EBB-B732-4C34-96F9-67AC23114C7C}" dt="2024-07-31T13:34:04.835" v="253" actId="26606"/>
          <ac:picMkLst>
            <pc:docMk/>
            <pc:sldMk cId="2755787570" sldId="257"/>
            <ac:picMk id="12" creationId="{03A6C96A-9024-43D5-7998-08378907710F}"/>
          </ac:picMkLst>
        </pc:picChg>
        <pc:cxnChg chg="add">
          <ac:chgData name="Chestnut, Temple D" userId="8e081a02-258a-4ece-b13b-54445b3f68be" providerId="ADAL" clId="{3C397EBB-B732-4C34-96F9-67AC23114C7C}" dt="2024-07-31T13:34:06.880" v="256" actId="26606"/>
          <ac:cxnSpMkLst>
            <pc:docMk/>
            <pc:sldMk cId="2755787570" sldId="257"/>
            <ac:cxnSpMk id="14" creationId="{A1CED323-FAF0-4E0B-8717-FC1F468A28FE}"/>
          </ac:cxnSpMkLst>
        </pc:cxnChg>
      </pc:sldChg>
      <pc:sldChg chg="addSp delSp modSp new mod setBg modClrScheme chgLayout modNotesTx">
        <pc:chgData name="Chestnut, Temple D" userId="8e081a02-258a-4ece-b13b-54445b3f68be" providerId="ADAL" clId="{3C397EBB-B732-4C34-96F9-67AC23114C7C}" dt="2024-07-31T14:31:11.273" v="3558" actId="20577"/>
        <pc:sldMkLst>
          <pc:docMk/>
          <pc:sldMk cId="1528647691" sldId="258"/>
        </pc:sldMkLst>
        <pc:spChg chg="mod ord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2" creationId="{D2D85BEF-634B-59E2-7013-162232E3CBEE}"/>
          </ac:spMkLst>
        </pc:spChg>
        <pc:spChg chg="del mod ord">
          <ac:chgData name="Chestnut, Temple D" userId="8e081a02-258a-4ece-b13b-54445b3f68be" providerId="ADAL" clId="{3C397EBB-B732-4C34-96F9-67AC23114C7C}" dt="2024-07-31T13:39:15.624" v="309" actId="700"/>
          <ac:spMkLst>
            <pc:docMk/>
            <pc:sldMk cId="1528647691" sldId="258"/>
            <ac:spMk id="3" creationId="{9C8E0A5A-1FF6-FD57-D84D-4A0D3D73713E}"/>
          </ac:spMkLst>
        </pc:spChg>
        <pc:spChg chg="add del mod ord">
          <ac:chgData name="Chestnut, Temple D" userId="8e081a02-258a-4ece-b13b-54445b3f68be" providerId="ADAL" clId="{3C397EBB-B732-4C34-96F9-67AC23114C7C}" dt="2024-07-31T13:41:41.281" v="316" actId="931"/>
          <ac:spMkLst>
            <pc:docMk/>
            <pc:sldMk cId="1528647691" sldId="258"/>
            <ac:spMk id="4" creationId="{A80D287B-E6F1-78E4-A07E-00F38EED73A5}"/>
          </ac:spMkLst>
        </pc:spChg>
        <pc:spChg chg="add mod ord">
          <ac:chgData name="Chestnut, Temple D" userId="8e081a02-258a-4ece-b13b-54445b3f68be" providerId="ADAL" clId="{3C397EBB-B732-4C34-96F9-67AC23114C7C}" dt="2024-07-31T13:50:44.760" v="1138" actId="20577"/>
          <ac:spMkLst>
            <pc:docMk/>
            <pc:sldMk cId="1528647691" sldId="258"/>
            <ac:spMk id="5" creationId="{9AEE5988-58F6-192A-A55D-DF32DA7A50A7}"/>
          </ac:spMkLst>
        </pc:spChg>
        <pc:spChg chg="add del">
          <ac:chgData name="Chestnut, Temple D" userId="8e081a02-258a-4ece-b13b-54445b3f68be" providerId="ADAL" clId="{3C397EBB-B732-4C34-96F9-67AC23114C7C}" dt="2024-07-31T13:43:09.214" v="344" actId="26606"/>
          <ac:spMkLst>
            <pc:docMk/>
            <pc:sldMk cId="1528647691" sldId="258"/>
            <ac:spMk id="14" creationId="{CE09E21C-A325-4A05-ABC0-CAF1D7B5296F}"/>
          </ac:spMkLst>
        </pc:spChg>
        <pc:spChg chg="add del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16" creationId="{D697E777-8077-48ED-861D-919762A4A5C9}"/>
          </ac:spMkLst>
        </pc:spChg>
        <pc:spChg chg="add del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17" creationId="{CE09E21C-A325-4A05-ABC0-CAF1D7B5296F}"/>
          </ac:spMkLst>
        </pc:spChg>
        <pc:spChg chg="add del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18" creationId="{48AF6BEF-7139-416D-8C2F-4AD91DA4724E}"/>
          </ac:spMkLst>
        </pc:spChg>
        <pc:spChg chg="add del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20" creationId="{03BFF6BD-7732-42A2-AEA2-7E4BC4FFCBE5}"/>
          </ac:spMkLst>
        </pc:spChg>
        <pc:spChg chg="add del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25" creationId="{90A7E396-A5E4-44BC-9BB6-B0E9D90C89F4}"/>
          </ac:spMkLst>
        </pc:spChg>
        <pc:spChg chg="add del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27" creationId="{23ECC733-A533-4D91-BD25-3B6E06B7AE74}"/>
          </ac:spMkLst>
        </pc:spChg>
        <pc:spChg chg="add del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29" creationId="{36401F08-8B30-49FC-A47E-7119FCAAB746}"/>
          </ac:spMkLst>
        </pc:spChg>
        <pc:spChg chg="add del">
          <ac:chgData name="Chestnut, Temple D" userId="8e081a02-258a-4ece-b13b-54445b3f68be" providerId="ADAL" clId="{3C397EBB-B732-4C34-96F9-67AC23114C7C}" dt="2024-07-31T13:45:39.086" v="647" actId="26606"/>
          <ac:spMkLst>
            <pc:docMk/>
            <pc:sldMk cId="1528647691" sldId="258"/>
            <ac:spMk id="31" creationId="{3F6460BF-80B6-42E6-A4B2-8F9671BAA795}"/>
          </ac:spMkLst>
        </pc:spChg>
        <pc:picChg chg="add mod">
          <ac:chgData name="Chestnut, Temple D" userId="8e081a02-258a-4ece-b13b-54445b3f68be" providerId="ADAL" clId="{3C397EBB-B732-4C34-96F9-67AC23114C7C}" dt="2024-07-31T13:41:26.396" v="315" actId="931"/>
          <ac:picMkLst>
            <pc:docMk/>
            <pc:sldMk cId="1528647691" sldId="258"/>
            <ac:picMk id="7" creationId="{70B1B001-4CA9-5140-FD7F-BB2E2178B349}"/>
          </ac:picMkLst>
        </pc:picChg>
        <pc:picChg chg="add mod ord">
          <ac:chgData name="Chestnut, Temple D" userId="8e081a02-258a-4ece-b13b-54445b3f68be" providerId="ADAL" clId="{3C397EBB-B732-4C34-96F9-67AC23114C7C}" dt="2024-07-31T13:43:09.219" v="345" actId="26606"/>
          <ac:picMkLst>
            <pc:docMk/>
            <pc:sldMk cId="1528647691" sldId="258"/>
            <ac:picMk id="9" creationId="{AE55A3EC-FA81-66A7-6418-1154C5EC6329}"/>
          </ac:picMkLst>
        </pc:picChg>
      </pc:sldChg>
      <pc:sldChg chg="new del">
        <pc:chgData name="Chestnut, Temple D" userId="8e081a02-258a-4ece-b13b-54445b3f68be" providerId="ADAL" clId="{3C397EBB-B732-4C34-96F9-67AC23114C7C}" dt="2024-07-31T13:36:00.178" v="274" actId="47"/>
        <pc:sldMkLst>
          <pc:docMk/>
          <pc:sldMk cId="1859670638" sldId="258"/>
        </pc:sldMkLst>
      </pc:sldChg>
      <pc:sldChg chg="del">
        <pc:chgData name="Chestnut, Temple D" userId="8e081a02-258a-4ece-b13b-54445b3f68be" providerId="ADAL" clId="{3C397EBB-B732-4C34-96F9-67AC23114C7C}" dt="2024-07-31T13:28:49.868" v="62" actId="47"/>
        <pc:sldMkLst>
          <pc:docMk/>
          <pc:sldMk cId="2277375314" sldId="258"/>
        </pc:sldMkLst>
      </pc:sldChg>
      <pc:sldChg chg="addSp delSp modSp add del mod setBg delDesignElem">
        <pc:chgData name="Chestnut, Temple D" userId="8e081a02-258a-4ece-b13b-54445b3f68be" providerId="ADAL" clId="{3C397EBB-B732-4C34-96F9-67AC23114C7C}" dt="2024-07-31T13:54:31.785" v="1641" actId="47"/>
        <pc:sldMkLst>
          <pc:docMk/>
          <pc:sldMk cId="57892326" sldId="259"/>
        </pc:sldMkLst>
        <pc:spChg chg="mod">
          <ac:chgData name="Chestnut, Temple D" userId="8e081a02-258a-4ece-b13b-54445b3f68be" providerId="ADAL" clId="{3C397EBB-B732-4C34-96F9-67AC23114C7C}" dt="2024-07-31T13:54:20.997" v="1640" actId="47"/>
          <ac:spMkLst>
            <pc:docMk/>
            <pc:sldMk cId="57892326" sldId="259"/>
            <ac:spMk id="2" creationId="{D2D85BEF-634B-59E2-7013-162232E3CBEE}"/>
          </ac:spMkLst>
        </pc:spChg>
        <pc:spChg chg="mod">
          <ac:chgData name="Chestnut, Temple D" userId="8e081a02-258a-4ece-b13b-54445b3f68be" providerId="ADAL" clId="{3C397EBB-B732-4C34-96F9-67AC23114C7C}" dt="2024-07-31T13:54:00.221" v="1637" actId="26606"/>
          <ac:spMkLst>
            <pc:docMk/>
            <pc:sldMk cId="57892326" sldId="259"/>
            <ac:spMk id="5" creationId="{9AEE5988-58F6-192A-A55D-DF32DA7A50A7}"/>
          </ac:spMkLst>
        </pc:spChg>
        <pc:spChg chg="add">
          <ac:chgData name="Chestnut, Temple D" userId="8e081a02-258a-4ece-b13b-54445b3f68be" providerId="ADAL" clId="{3C397EBB-B732-4C34-96F9-67AC23114C7C}" dt="2024-07-31T13:54:00.221" v="1637" actId="26606"/>
          <ac:spMkLst>
            <pc:docMk/>
            <pc:sldMk cId="57892326" sldId="259"/>
            <ac:spMk id="11" creationId="{D697E777-8077-48ED-861D-919762A4A5C9}"/>
          </ac:spMkLst>
        </pc:spChg>
        <pc:spChg chg="add">
          <ac:chgData name="Chestnut, Temple D" userId="8e081a02-258a-4ece-b13b-54445b3f68be" providerId="ADAL" clId="{3C397EBB-B732-4C34-96F9-67AC23114C7C}" dt="2024-07-31T13:54:00.221" v="1637" actId="26606"/>
          <ac:spMkLst>
            <pc:docMk/>
            <pc:sldMk cId="57892326" sldId="259"/>
            <ac:spMk id="12" creationId="{48AF6BEF-7139-416D-8C2F-4AD91DA4724E}"/>
          </ac:spMkLst>
        </pc:spChg>
        <pc:spChg chg="add">
          <ac:chgData name="Chestnut, Temple D" userId="8e081a02-258a-4ece-b13b-54445b3f68be" providerId="ADAL" clId="{3C397EBB-B732-4C34-96F9-67AC23114C7C}" dt="2024-07-31T13:54:00.221" v="1637" actId="26606"/>
          <ac:spMkLst>
            <pc:docMk/>
            <pc:sldMk cId="57892326" sldId="259"/>
            <ac:spMk id="13" creationId="{03BFF6BD-7732-42A2-AEA2-7E4BC4FFCBE5}"/>
          </ac:spMkLst>
        </pc:spChg>
        <pc:spChg chg="add">
          <ac:chgData name="Chestnut, Temple D" userId="8e081a02-258a-4ece-b13b-54445b3f68be" providerId="ADAL" clId="{3C397EBB-B732-4C34-96F9-67AC23114C7C}" dt="2024-07-31T13:54:00.221" v="1637" actId="26606"/>
          <ac:spMkLst>
            <pc:docMk/>
            <pc:sldMk cId="57892326" sldId="259"/>
            <ac:spMk id="14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2.952" v="1624" actId="47"/>
          <ac:spMkLst>
            <pc:docMk/>
            <pc:sldMk cId="57892326" sldId="259"/>
            <ac:spMk id="16" creationId="{D697E777-8077-48ED-861D-919762A4A5C9}"/>
          </ac:spMkLst>
        </pc:spChg>
        <pc:spChg chg="del">
          <ac:chgData name="Chestnut, Temple D" userId="8e081a02-258a-4ece-b13b-54445b3f68be" providerId="ADAL" clId="{3C397EBB-B732-4C34-96F9-67AC23114C7C}" dt="2024-07-31T13:53:42.952" v="1624" actId="47"/>
          <ac:spMkLst>
            <pc:docMk/>
            <pc:sldMk cId="57892326" sldId="259"/>
            <ac:spMk id="17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2.952" v="1624" actId="47"/>
          <ac:spMkLst>
            <pc:docMk/>
            <pc:sldMk cId="57892326" sldId="259"/>
            <ac:spMk id="18" creationId="{48AF6BEF-7139-416D-8C2F-4AD91DA4724E}"/>
          </ac:spMkLst>
        </pc:spChg>
        <pc:spChg chg="del">
          <ac:chgData name="Chestnut, Temple D" userId="8e081a02-258a-4ece-b13b-54445b3f68be" providerId="ADAL" clId="{3C397EBB-B732-4C34-96F9-67AC23114C7C}" dt="2024-07-31T13:53:42.952" v="1624" actId="47"/>
          <ac:spMkLst>
            <pc:docMk/>
            <pc:sldMk cId="57892326" sldId="259"/>
            <ac:spMk id="20" creationId="{03BFF6BD-7732-42A2-AEA2-7E4BC4FFCBE5}"/>
          </ac:spMkLst>
        </pc:spChg>
      </pc:sldChg>
      <pc:sldChg chg="del">
        <pc:chgData name="Chestnut, Temple D" userId="8e081a02-258a-4ece-b13b-54445b3f68be" providerId="ADAL" clId="{3C397EBB-B732-4C34-96F9-67AC23114C7C}" dt="2024-07-31T13:28:50.665" v="63" actId="47"/>
        <pc:sldMkLst>
          <pc:docMk/>
          <pc:sldMk cId="1127410428" sldId="259"/>
        </pc:sldMkLst>
      </pc:sldChg>
      <pc:sldChg chg="modSp add mod modNotesTx">
        <pc:chgData name="Chestnut, Temple D" userId="8e081a02-258a-4ece-b13b-54445b3f68be" providerId="ADAL" clId="{3C397EBB-B732-4C34-96F9-67AC23114C7C}" dt="2024-07-31T14:31:19.765" v="3560" actId="20577"/>
        <pc:sldMkLst>
          <pc:docMk/>
          <pc:sldMk cId="2092023267" sldId="259"/>
        </pc:sldMkLst>
        <pc:spChg chg="mod">
          <ac:chgData name="Chestnut, Temple D" userId="8e081a02-258a-4ece-b13b-54445b3f68be" providerId="ADAL" clId="{3C397EBB-B732-4C34-96F9-67AC23114C7C}" dt="2024-07-31T13:54:40.544" v="1659" actId="20577"/>
          <ac:spMkLst>
            <pc:docMk/>
            <pc:sldMk cId="2092023267" sldId="259"/>
            <ac:spMk id="2" creationId="{D2D85BEF-634B-59E2-7013-162232E3CBEE}"/>
          </ac:spMkLst>
        </pc:spChg>
      </pc:sldChg>
      <pc:sldChg chg="modSp add mod modNotesTx">
        <pc:chgData name="Chestnut, Temple D" userId="8e081a02-258a-4ece-b13b-54445b3f68be" providerId="ADAL" clId="{3C397EBB-B732-4C34-96F9-67AC23114C7C}" dt="2024-07-31T14:31:24.166" v="3562" actId="20577"/>
        <pc:sldMkLst>
          <pc:docMk/>
          <pc:sldMk cId="985804774" sldId="260"/>
        </pc:sldMkLst>
        <pc:spChg chg="mod">
          <ac:chgData name="Chestnut, Temple D" userId="8e081a02-258a-4ece-b13b-54445b3f68be" providerId="ADAL" clId="{3C397EBB-B732-4C34-96F9-67AC23114C7C}" dt="2024-07-31T13:56:24.168" v="1797" actId="20577"/>
          <ac:spMkLst>
            <pc:docMk/>
            <pc:sldMk cId="985804774" sldId="260"/>
            <ac:spMk id="2" creationId="{D2D85BEF-634B-59E2-7013-162232E3CBEE}"/>
          </ac:spMkLst>
        </pc:spChg>
      </pc:sldChg>
      <pc:sldChg chg="addSp delSp modSp add del mod setBg delDesignElem">
        <pc:chgData name="Chestnut, Temple D" userId="8e081a02-258a-4ece-b13b-54445b3f68be" providerId="ADAL" clId="{3C397EBB-B732-4C34-96F9-67AC23114C7C}" dt="2024-07-31T13:54:31.785" v="1641" actId="47"/>
        <pc:sldMkLst>
          <pc:docMk/>
          <pc:sldMk cId="1862563835" sldId="260"/>
        </pc:sldMkLst>
        <pc:spChg chg="mod">
          <ac:chgData name="Chestnut, Temple D" userId="8e081a02-258a-4ece-b13b-54445b3f68be" providerId="ADAL" clId="{3C397EBB-B732-4C34-96F9-67AC23114C7C}" dt="2024-07-31T13:53:58.282" v="1636" actId="26606"/>
          <ac:spMkLst>
            <pc:docMk/>
            <pc:sldMk cId="1862563835" sldId="260"/>
            <ac:spMk id="2" creationId="{D2D85BEF-634B-59E2-7013-162232E3CBEE}"/>
          </ac:spMkLst>
        </pc:spChg>
        <pc:spChg chg="mod">
          <ac:chgData name="Chestnut, Temple D" userId="8e081a02-258a-4ece-b13b-54445b3f68be" providerId="ADAL" clId="{3C397EBB-B732-4C34-96F9-67AC23114C7C}" dt="2024-07-31T13:53:58.282" v="1636" actId="26606"/>
          <ac:spMkLst>
            <pc:docMk/>
            <pc:sldMk cId="1862563835" sldId="260"/>
            <ac:spMk id="5" creationId="{9AEE5988-58F6-192A-A55D-DF32DA7A50A7}"/>
          </ac:spMkLst>
        </pc:spChg>
        <pc:spChg chg="add">
          <ac:chgData name="Chestnut, Temple D" userId="8e081a02-258a-4ece-b13b-54445b3f68be" providerId="ADAL" clId="{3C397EBB-B732-4C34-96F9-67AC23114C7C}" dt="2024-07-31T13:53:58.282" v="1636" actId="26606"/>
          <ac:spMkLst>
            <pc:docMk/>
            <pc:sldMk cId="1862563835" sldId="260"/>
            <ac:spMk id="11" creationId="{D697E777-8077-48ED-861D-919762A4A5C9}"/>
          </ac:spMkLst>
        </pc:spChg>
        <pc:spChg chg="add">
          <ac:chgData name="Chestnut, Temple D" userId="8e081a02-258a-4ece-b13b-54445b3f68be" providerId="ADAL" clId="{3C397EBB-B732-4C34-96F9-67AC23114C7C}" dt="2024-07-31T13:53:58.282" v="1636" actId="26606"/>
          <ac:spMkLst>
            <pc:docMk/>
            <pc:sldMk cId="1862563835" sldId="260"/>
            <ac:spMk id="12" creationId="{48AF6BEF-7139-416D-8C2F-4AD91DA4724E}"/>
          </ac:spMkLst>
        </pc:spChg>
        <pc:spChg chg="add">
          <ac:chgData name="Chestnut, Temple D" userId="8e081a02-258a-4ece-b13b-54445b3f68be" providerId="ADAL" clId="{3C397EBB-B732-4C34-96F9-67AC23114C7C}" dt="2024-07-31T13:53:58.282" v="1636" actId="26606"/>
          <ac:spMkLst>
            <pc:docMk/>
            <pc:sldMk cId="1862563835" sldId="260"/>
            <ac:spMk id="13" creationId="{03BFF6BD-7732-42A2-AEA2-7E4BC4FFCBE5}"/>
          </ac:spMkLst>
        </pc:spChg>
        <pc:spChg chg="add">
          <ac:chgData name="Chestnut, Temple D" userId="8e081a02-258a-4ece-b13b-54445b3f68be" providerId="ADAL" clId="{3C397EBB-B732-4C34-96F9-67AC23114C7C}" dt="2024-07-31T13:53:58.282" v="1636" actId="26606"/>
          <ac:spMkLst>
            <pc:docMk/>
            <pc:sldMk cId="1862563835" sldId="260"/>
            <ac:spMk id="14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3.339" v="1626" actId="47"/>
          <ac:spMkLst>
            <pc:docMk/>
            <pc:sldMk cId="1862563835" sldId="260"/>
            <ac:spMk id="16" creationId="{D697E777-8077-48ED-861D-919762A4A5C9}"/>
          </ac:spMkLst>
        </pc:spChg>
        <pc:spChg chg="del">
          <ac:chgData name="Chestnut, Temple D" userId="8e081a02-258a-4ece-b13b-54445b3f68be" providerId="ADAL" clId="{3C397EBB-B732-4C34-96F9-67AC23114C7C}" dt="2024-07-31T13:53:43.339" v="1626" actId="47"/>
          <ac:spMkLst>
            <pc:docMk/>
            <pc:sldMk cId="1862563835" sldId="260"/>
            <ac:spMk id="17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3.339" v="1626" actId="47"/>
          <ac:spMkLst>
            <pc:docMk/>
            <pc:sldMk cId="1862563835" sldId="260"/>
            <ac:spMk id="18" creationId="{48AF6BEF-7139-416D-8C2F-4AD91DA4724E}"/>
          </ac:spMkLst>
        </pc:spChg>
        <pc:spChg chg="del">
          <ac:chgData name="Chestnut, Temple D" userId="8e081a02-258a-4ece-b13b-54445b3f68be" providerId="ADAL" clId="{3C397EBB-B732-4C34-96F9-67AC23114C7C}" dt="2024-07-31T13:53:43.339" v="1626" actId="47"/>
          <ac:spMkLst>
            <pc:docMk/>
            <pc:sldMk cId="1862563835" sldId="260"/>
            <ac:spMk id="20" creationId="{03BFF6BD-7732-42A2-AEA2-7E4BC4FFCBE5}"/>
          </ac:spMkLst>
        </pc:spChg>
      </pc:sldChg>
      <pc:sldChg chg="del">
        <pc:chgData name="Chestnut, Temple D" userId="8e081a02-258a-4ece-b13b-54445b3f68be" providerId="ADAL" clId="{3C397EBB-B732-4C34-96F9-67AC23114C7C}" dt="2024-07-31T13:28:53.284" v="66" actId="47"/>
        <pc:sldMkLst>
          <pc:docMk/>
          <pc:sldMk cId="3029816917" sldId="260"/>
        </pc:sldMkLst>
      </pc:sldChg>
      <pc:sldChg chg="addSp delSp modSp add del mod setBg delDesignElem">
        <pc:chgData name="Chestnut, Temple D" userId="8e081a02-258a-4ece-b13b-54445b3f68be" providerId="ADAL" clId="{3C397EBB-B732-4C34-96F9-67AC23114C7C}" dt="2024-07-31T13:54:31.785" v="1641" actId="47"/>
        <pc:sldMkLst>
          <pc:docMk/>
          <pc:sldMk cId="2223112331" sldId="261"/>
        </pc:sldMkLst>
        <pc:spChg chg="mod">
          <ac:chgData name="Chestnut, Temple D" userId="8e081a02-258a-4ece-b13b-54445b3f68be" providerId="ADAL" clId="{3C397EBB-B732-4C34-96F9-67AC23114C7C}" dt="2024-07-31T13:53:56.519" v="1635" actId="26606"/>
          <ac:spMkLst>
            <pc:docMk/>
            <pc:sldMk cId="2223112331" sldId="261"/>
            <ac:spMk id="2" creationId="{D2D85BEF-634B-59E2-7013-162232E3CBEE}"/>
          </ac:spMkLst>
        </pc:spChg>
        <pc:spChg chg="mod">
          <ac:chgData name="Chestnut, Temple D" userId="8e081a02-258a-4ece-b13b-54445b3f68be" providerId="ADAL" clId="{3C397EBB-B732-4C34-96F9-67AC23114C7C}" dt="2024-07-31T13:53:56.519" v="1635" actId="26606"/>
          <ac:spMkLst>
            <pc:docMk/>
            <pc:sldMk cId="2223112331" sldId="261"/>
            <ac:spMk id="5" creationId="{9AEE5988-58F6-192A-A55D-DF32DA7A50A7}"/>
          </ac:spMkLst>
        </pc:spChg>
        <pc:spChg chg="add">
          <ac:chgData name="Chestnut, Temple D" userId="8e081a02-258a-4ece-b13b-54445b3f68be" providerId="ADAL" clId="{3C397EBB-B732-4C34-96F9-67AC23114C7C}" dt="2024-07-31T13:53:56.519" v="1635" actId="26606"/>
          <ac:spMkLst>
            <pc:docMk/>
            <pc:sldMk cId="2223112331" sldId="261"/>
            <ac:spMk id="11" creationId="{D697E777-8077-48ED-861D-919762A4A5C9}"/>
          </ac:spMkLst>
        </pc:spChg>
        <pc:spChg chg="add">
          <ac:chgData name="Chestnut, Temple D" userId="8e081a02-258a-4ece-b13b-54445b3f68be" providerId="ADAL" clId="{3C397EBB-B732-4C34-96F9-67AC23114C7C}" dt="2024-07-31T13:53:56.519" v="1635" actId="26606"/>
          <ac:spMkLst>
            <pc:docMk/>
            <pc:sldMk cId="2223112331" sldId="261"/>
            <ac:spMk id="12" creationId="{48AF6BEF-7139-416D-8C2F-4AD91DA4724E}"/>
          </ac:spMkLst>
        </pc:spChg>
        <pc:spChg chg="add">
          <ac:chgData name="Chestnut, Temple D" userId="8e081a02-258a-4ece-b13b-54445b3f68be" providerId="ADAL" clId="{3C397EBB-B732-4C34-96F9-67AC23114C7C}" dt="2024-07-31T13:53:56.519" v="1635" actId="26606"/>
          <ac:spMkLst>
            <pc:docMk/>
            <pc:sldMk cId="2223112331" sldId="261"/>
            <ac:spMk id="13" creationId="{03BFF6BD-7732-42A2-AEA2-7E4BC4FFCBE5}"/>
          </ac:spMkLst>
        </pc:spChg>
        <pc:spChg chg="add">
          <ac:chgData name="Chestnut, Temple D" userId="8e081a02-258a-4ece-b13b-54445b3f68be" providerId="ADAL" clId="{3C397EBB-B732-4C34-96F9-67AC23114C7C}" dt="2024-07-31T13:53:56.519" v="1635" actId="26606"/>
          <ac:spMkLst>
            <pc:docMk/>
            <pc:sldMk cId="2223112331" sldId="261"/>
            <ac:spMk id="14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3.768" v="1628" actId="47"/>
          <ac:spMkLst>
            <pc:docMk/>
            <pc:sldMk cId="2223112331" sldId="261"/>
            <ac:spMk id="16" creationId="{D697E777-8077-48ED-861D-919762A4A5C9}"/>
          </ac:spMkLst>
        </pc:spChg>
        <pc:spChg chg="del">
          <ac:chgData name="Chestnut, Temple D" userId="8e081a02-258a-4ece-b13b-54445b3f68be" providerId="ADAL" clId="{3C397EBB-B732-4C34-96F9-67AC23114C7C}" dt="2024-07-31T13:53:43.768" v="1628" actId="47"/>
          <ac:spMkLst>
            <pc:docMk/>
            <pc:sldMk cId="2223112331" sldId="261"/>
            <ac:spMk id="17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3.768" v="1628" actId="47"/>
          <ac:spMkLst>
            <pc:docMk/>
            <pc:sldMk cId="2223112331" sldId="261"/>
            <ac:spMk id="18" creationId="{48AF6BEF-7139-416D-8C2F-4AD91DA4724E}"/>
          </ac:spMkLst>
        </pc:spChg>
        <pc:spChg chg="del">
          <ac:chgData name="Chestnut, Temple D" userId="8e081a02-258a-4ece-b13b-54445b3f68be" providerId="ADAL" clId="{3C397EBB-B732-4C34-96F9-67AC23114C7C}" dt="2024-07-31T13:53:43.768" v="1628" actId="47"/>
          <ac:spMkLst>
            <pc:docMk/>
            <pc:sldMk cId="2223112331" sldId="261"/>
            <ac:spMk id="20" creationId="{03BFF6BD-7732-42A2-AEA2-7E4BC4FFCBE5}"/>
          </ac:spMkLst>
        </pc:spChg>
      </pc:sldChg>
      <pc:sldChg chg="del">
        <pc:chgData name="Chestnut, Temple D" userId="8e081a02-258a-4ece-b13b-54445b3f68be" providerId="ADAL" clId="{3C397EBB-B732-4C34-96F9-67AC23114C7C}" dt="2024-07-31T13:28:51.942" v="64" actId="47"/>
        <pc:sldMkLst>
          <pc:docMk/>
          <pc:sldMk cId="3183363872" sldId="261"/>
        </pc:sldMkLst>
      </pc:sldChg>
      <pc:sldChg chg="modSp add mod modNotesTx">
        <pc:chgData name="Chestnut, Temple D" userId="8e081a02-258a-4ece-b13b-54445b3f68be" providerId="ADAL" clId="{3C397EBB-B732-4C34-96F9-67AC23114C7C}" dt="2024-07-31T14:31:26.839" v="3564" actId="20577"/>
        <pc:sldMkLst>
          <pc:docMk/>
          <pc:sldMk cId="3983496426" sldId="261"/>
        </pc:sldMkLst>
        <pc:spChg chg="mod">
          <ac:chgData name="Chestnut, Temple D" userId="8e081a02-258a-4ece-b13b-54445b3f68be" providerId="ADAL" clId="{3C397EBB-B732-4C34-96F9-67AC23114C7C}" dt="2024-07-31T13:57:18.024" v="1924" actId="20577"/>
          <ac:spMkLst>
            <pc:docMk/>
            <pc:sldMk cId="3983496426" sldId="261"/>
            <ac:spMk id="2" creationId="{D2D85BEF-634B-59E2-7013-162232E3CBEE}"/>
          </ac:spMkLst>
        </pc:spChg>
      </pc:sldChg>
      <pc:sldChg chg="add del">
        <pc:chgData name="Chestnut, Temple D" userId="8e081a02-258a-4ece-b13b-54445b3f68be" providerId="ADAL" clId="{3C397EBB-B732-4C34-96F9-67AC23114C7C}" dt="2024-07-31T14:00:42.969" v="2196" actId="47"/>
        <pc:sldMkLst>
          <pc:docMk/>
          <pc:sldMk cId="789180255" sldId="262"/>
        </pc:sldMkLst>
      </pc:sldChg>
      <pc:sldChg chg="addSp delSp modSp add del mod setBg delDesignElem">
        <pc:chgData name="Chestnut, Temple D" userId="8e081a02-258a-4ece-b13b-54445b3f68be" providerId="ADAL" clId="{3C397EBB-B732-4C34-96F9-67AC23114C7C}" dt="2024-07-31T13:54:31.785" v="1641" actId="47"/>
        <pc:sldMkLst>
          <pc:docMk/>
          <pc:sldMk cId="1986166508" sldId="262"/>
        </pc:sldMkLst>
        <pc:spChg chg="mod">
          <ac:chgData name="Chestnut, Temple D" userId="8e081a02-258a-4ece-b13b-54445b3f68be" providerId="ADAL" clId="{3C397EBB-B732-4C34-96F9-67AC23114C7C}" dt="2024-07-31T13:53:54.741" v="1634" actId="26606"/>
          <ac:spMkLst>
            <pc:docMk/>
            <pc:sldMk cId="1986166508" sldId="262"/>
            <ac:spMk id="2" creationId="{D2D85BEF-634B-59E2-7013-162232E3CBEE}"/>
          </ac:spMkLst>
        </pc:spChg>
        <pc:spChg chg="mod">
          <ac:chgData name="Chestnut, Temple D" userId="8e081a02-258a-4ece-b13b-54445b3f68be" providerId="ADAL" clId="{3C397EBB-B732-4C34-96F9-67AC23114C7C}" dt="2024-07-31T13:53:54.741" v="1634" actId="26606"/>
          <ac:spMkLst>
            <pc:docMk/>
            <pc:sldMk cId="1986166508" sldId="262"/>
            <ac:spMk id="5" creationId="{9AEE5988-58F6-192A-A55D-DF32DA7A50A7}"/>
          </ac:spMkLst>
        </pc:spChg>
        <pc:spChg chg="add">
          <ac:chgData name="Chestnut, Temple D" userId="8e081a02-258a-4ece-b13b-54445b3f68be" providerId="ADAL" clId="{3C397EBB-B732-4C34-96F9-67AC23114C7C}" dt="2024-07-31T13:53:54.741" v="1634" actId="26606"/>
          <ac:spMkLst>
            <pc:docMk/>
            <pc:sldMk cId="1986166508" sldId="262"/>
            <ac:spMk id="11" creationId="{D697E777-8077-48ED-861D-919762A4A5C9}"/>
          </ac:spMkLst>
        </pc:spChg>
        <pc:spChg chg="add">
          <ac:chgData name="Chestnut, Temple D" userId="8e081a02-258a-4ece-b13b-54445b3f68be" providerId="ADAL" clId="{3C397EBB-B732-4C34-96F9-67AC23114C7C}" dt="2024-07-31T13:53:54.741" v="1634" actId="26606"/>
          <ac:spMkLst>
            <pc:docMk/>
            <pc:sldMk cId="1986166508" sldId="262"/>
            <ac:spMk id="12" creationId="{48AF6BEF-7139-416D-8C2F-4AD91DA4724E}"/>
          </ac:spMkLst>
        </pc:spChg>
        <pc:spChg chg="add">
          <ac:chgData name="Chestnut, Temple D" userId="8e081a02-258a-4ece-b13b-54445b3f68be" providerId="ADAL" clId="{3C397EBB-B732-4C34-96F9-67AC23114C7C}" dt="2024-07-31T13:53:54.741" v="1634" actId="26606"/>
          <ac:spMkLst>
            <pc:docMk/>
            <pc:sldMk cId="1986166508" sldId="262"/>
            <ac:spMk id="13" creationId="{03BFF6BD-7732-42A2-AEA2-7E4BC4FFCBE5}"/>
          </ac:spMkLst>
        </pc:spChg>
        <pc:spChg chg="add">
          <ac:chgData name="Chestnut, Temple D" userId="8e081a02-258a-4ece-b13b-54445b3f68be" providerId="ADAL" clId="{3C397EBB-B732-4C34-96F9-67AC23114C7C}" dt="2024-07-31T13:53:54.741" v="1634" actId="26606"/>
          <ac:spMkLst>
            <pc:docMk/>
            <pc:sldMk cId="1986166508" sldId="262"/>
            <ac:spMk id="14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4.216" v="1630" actId="47"/>
          <ac:spMkLst>
            <pc:docMk/>
            <pc:sldMk cId="1986166508" sldId="262"/>
            <ac:spMk id="16" creationId="{D697E777-8077-48ED-861D-919762A4A5C9}"/>
          </ac:spMkLst>
        </pc:spChg>
        <pc:spChg chg="del">
          <ac:chgData name="Chestnut, Temple D" userId="8e081a02-258a-4ece-b13b-54445b3f68be" providerId="ADAL" clId="{3C397EBB-B732-4C34-96F9-67AC23114C7C}" dt="2024-07-31T13:53:44.216" v="1630" actId="47"/>
          <ac:spMkLst>
            <pc:docMk/>
            <pc:sldMk cId="1986166508" sldId="262"/>
            <ac:spMk id="17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4.216" v="1630" actId="47"/>
          <ac:spMkLst>
            <pc:docMk/>
            <pc:sldMk cId="1986166508" sldId="262"/>
            <ac:spMk id="18" creationId="{48AF6BEF-7139-416D-8C2F-4AD91DA4724E}"/>
          </ac:spMkLst>
        </pc:spChg>
        <pc:spChg chg="del">
          <ac:chgData name="Chestnut, Temple D" userId="8e081a02-258a-4ece-b13b-54445b3f68be" providerId="ADAL" clId="{3C397EBB-B732-4C34-96F9-67AC23114C7C}" dt="2024-07-31T13:53:44.216" v="1630" actId="47"/>
          <ac:spMkLst>
            <pc:docMk/>
            <pc:sldMk cId="1986166508" sldId="262"/>
            <ac:spMk id="20" creationId="{03BFF6BD-7732-42A2-AEA2-7E4BC4FFCBE5}"/>
          </ac:spMkLst>
        </pc:spChg>
      </pc:sldChg>
      <pc:sldChg chg="del">
        <pc:chgData name="Chestnut, Temple D" userId="8e081a02-258a-4ece-b13b-54445b3f68be" providerId="ADAL" clId="{3C397EBB-B732-4C34-96F9-67AC23114C7C}" dt="2024-07-31T13:28:52.721" v="65" actId="47"/>
        <pc:sldMkLst>
          <pc:docMk/>
          <pc:sldMk cId="3170241211" sldId="262"/>
        </pc:sldMkLst>
      </pc:sldChg>
      <pc:sldChg chg="modSp add mod modNotesTx">
        <pc:chgData name="Chestnut, Temple D" userId="8e081a02-258a-4ece-b13b-54445b3f68be" providerId="ADAL" clId="{3C397EBB-B732-4C34-96F9-67AC23114C7C}" dt="2024-07-31T14:31:31.637" v="3568" actId="20577"/>
        <pc:sldMkLst>
          <pc:docMk/>
          <pc:sldMk cId="240879855" sldId="263"/>
        </pc:sldMkLst>
        <pc:spChg chg="mod">
          <ac:chgData name="Chestnut, Temple D" userId="8e081a02-258a-4ece-b13b-54445b3f68be" providerId="ADAL" clId="{3C397EBB-B732-4C34-96F9-67AC23114C7C}" dt="2024-07-31T13:58:29.545" v="2034" actId="20577"/>
          <ac:spMkLst>
            <pc:docMk/>
            <pc:sldMk cId="240879855" sldId="263"/>
            <ac:spMk id="2" creationId="{D2D85BEF-634B-59E2-7013-162232E3CBEE}"/>
          </ac:spMkLst>
        </pc:spChg>
      </pc:sldChg>
      <pc:sldChg chg="addSp delSp modSp add del mod setBg delDesignElem">
        <pc:chgData name="Chestnut, Temple D" userId="8e081a02-258a-4ece-b13b-54445b3f68be" providerId="ADAL" clId="{3C397EBB-B732-4C34-96F9-67AC23114C7C}" dt="2024-07-31T13:54:31.785" v="1641" actId="47"/>
        <pc:sldMkLst>
          <pc:docMk/>
          <pc:sldMk cId="4121915167" sldId="263"/>
        </pc:sldMkLst>
        <pc:spChg chg="mod">
          <ac:chgData name="Chestnut, Temple D" userId="8e081a02-258a-4ece-b13b-54445b3f68be" providerId="ADAL" clId="{3C397EBB-B732-4C34-96F9-67AC23114C7C}" dt="2024-07-31T13:53:52.181" v="1633" actId="26606"/>
          <ac:spMkLst>
            <pc:docMk/>
            <pc:sldMk cId="4121915167" sldId="263"/>
            <ac:spMk id="2" creationId="{D2D85BEF-634B-59E2-7013-162232E3CBEE}"/>
          </ac:spMkLst>
        </pc:spChg>
        <pc:spChg chg="mod">
          <ac:chgData name="Chestnut, Temple D" userId="8e081a02-258a-4ece-b13b-54445b3f68be" providerId="ADAL" clId="{3C397EBB-B732-4C34-96F9-67AC23114C7C}" dt="2024-07-31T13:53:52.181" v="1633" actId="26606"/>
          <ac:spMkLst>
            <pc:docMk/>
            <pc:sldMk cId="4121915167" sldId="263"/>
            <ac:spMk id="5" creationId="{9AEE5988-58F6-192A-A55D-DF32DA7A50A7}"/>
          </ac:spMkLst>
        </pc:spChg>
        <pc:spChg chg="add">
          <ac:chgData name="Chestnut, Temple D" userId="8e081a02-258a-4ece-b13b-54445b3f68be" providerId="ADAL" clId="{3C397EBB-B732-4C34-96F9-67AC23114C7C}" dt="2024-07-31T13:53:52.181" v="1633" actId="26606"/>
          <ac:spMkLst>
            <pc:docMk/>
            <pc:sldMk cId="4121915167" sldId="263"/>
            <ac:spMk id="11" creationId="{D697E777-8077-48ED-861D-919762A4A5C9}"/>
          </ac:spMkLst>
        </pc:spChg>
        <pc:spChg chg="add">
          <ac:chgData name="Chestnut, Temple D" userId="8e081a02-258a-4ece-b13b-54445b3f68be" providerId="ADAL" clId="{3C397EBB-B732-4C34-96F9-67AC23114C7C}" dt="2024-07-31T13:53:52.181" v="1633" actId="26606"/>
          <ac:spMkLst>
            <pc:docMk/>
            <pc:sldMk cId="4121915167" sldId="263"/>
            <ac:spMk id="12" creationId="{48AF6BEF-7139-416D-8C2F-4AD91DA4724E}"/>
          </ac:spMkLst>
        </pc:spChg>
        <pc:spChg chg="add">
          <ac:chgData name="Chestnut, Temple D" userId="8e081a02-258a-4ece-b13b-54445b3f68be" providerId="ADAL" clId="{3C397EBB-B732-4C34-96F9-67AC23114C7C}" dt="2024-07-31T13:53:52.181" v="1633" actId="26606"/>
          <ac:spMkLst>
            <pc:docMk/>
            <pc:sldMk cId="4121915167" sldId="263"/>
            <ac:spMk id="13" creationId="{03BFF6BD-7732-42A2-AEA2-7E4BC4FFCBE5}"/>
          </ac:spMkLst>
        </pc:spChg>
        <pc:spChg chg="add">
          <ac:chgData name="Chestnut, Temple D" userId="8e081a02-258a-4ece-b13b-54445b3f68be" providerId="ADAL" clId="{3C397EBB-B732-4C34-96F9-67AC23114C7C}" dt="2024-07-31T13:53:52.181" v="1633" actId="26606"/>
          <ac:spMkLst>
            <pc:docMk/>
            <pc:sldMk cId="4121915167" sldId="263"/>
            <ac:spMk id="14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4.684" v="1632" actId="47"/>
          <ac:spMkLst>
            <pc:docMk/>
            <pc:sldMk cId="4121915167" sldId="263"/>
            <ac:spMk id="16" creationId="{D697E777-8077-48ED-861D-919762A4A5C9}"/>
          </ac:spMkLst>
        </pc:spChg>
        <pc:spChg chg="del">
          <ac:chgData name="Chestnut, Temple D" userId="8e081a02-258a-4ece-b13b-54445b3f68be" providerId="ADAL" clId="{3C397EBB-B732-4C34-96F9-67AC23114C7C}" dt="2024-07-31T13:53:44.684" v="1632" actId="47"/>
          <ac:spMkLst>
            <pc:docMk/>
            <pc:sldMk cId="4121915167" sldId="263"/>
            <ac:spMk id="17" creationId="{CE09E21C-A325-4A05-ABC0-CAF1D7B5296F}"/>
          </ac:spMkLst>
        </pc:spChg>
        <pc:spChg chg="del">
          <ac:chgData name="Chestnut, Temple D" userId="8e081a02-258a-4ece-b13b-54445b3f68be" providerId="ADAL" clId="{3C397EBB-B732-4C34-96F9-67AC23114C7C}" dt="2024-07-31T13:53:44.684" v="1632" actId="47"/>
          <ac:spMkLst>
            <pc:docMk/>
            <pc:sldMk cId="4121915167" sldId="263"/>
            <ac:spMk id="18" creationId="{48AF6BEF-7139-416D-8C2F-4AD91DA4724E}"/>
          </ac:spMkLst>
        </pc:spChg>
        <pc:spChg chg="del">
          <ac:chgData name="Chestnut, Temple D" userId="8e081a02-258a-4ece-b13b-54445b3f68be" providerId="ADAL" clId="{3C397EBB-B732-4C34-96F9-67AC23114C7C}" dt="2024-07-31T13:53:44.684" v="1632" actId="47"/>
          <ac:spMkLst>
            <pc:docMk/>
            <pc:sldMk cId="4121915167" sldId="263"/>
            <ac:spMk id="20" creationId="{03BFF6BD-7732-42A2-AEA2-7E4BC4FFCBE5}"/>
          </ac:spMkLst>
        </pc:spChg>
      </pc:sldChg>
      <pc:sldChg chg="add del">
        <pc:chgData name="Chestnut, Temple D" userId="8e081a02-258a-4ece-b13b-54445b3f68be" providerId="ADAL" clId="{3C397EBB-B732-4C34-96F9-67AC23114C7C}" dt="2024-07-31T14:00:41.632" v="2195" actId="47"/>
        <pc:sldMkLst>
          <pc:docMk/>
          <pc:sldMk cId="457924283" sldId="264"/>
        </pc:sldMkLst>
      </pc:sldChg>
      <pc:sldChg chg="modSp add mod modNotesTx">
        <pc:chgData name="Chestnut, Temple D" userId="8e081a02-258a-4ece-b13b-54445b3f68be" providerId="ADAL" clId="{3C397EBB-B732-4C34-96F9-67AC23114C7C}" dt="2024-07-31T14:31:35.991" v="3570" actId="20577"/>
        <pc:sldMkLst>
          <pc:docMk/>
          <pc:sldMk cId="2190293467" sldId="264"/>
        </pc:sldMkLst>
        <pc:spChg chg="mod">
          <ac:chgData name="Chestnut, Temple D" userId="8e081a02-258a-4ece-b13b-54445b3f68be" providerId="ADAL" clId="{3C397EBB-B732-4C34-96F9-67AC23114C7C}" dt="2024-07-31T14:01:16.573" v="2241" actId="27636"/>
          <ac:spMkLst>
            <pc:docMk/>
            <pc:sldMk cId="2190293467" sldId="264"/>
            <ac:spMk id="2" creationId="{D2D85BEF-634B-59E2-7013-162232E3CBEE}"/>
          </ac:spMkLst>
        </pc:spChg>
      </pc:sldChg>
      <pc:sldChg chg="modSp add mod modNotesTx">
        <pc:chgData name="Chestnut, Temple D" userId="8e081a02-258a-4ece-b13b-54445b3f68be" providerId="ADAL" clId="{3C397EBB-B732-4C34-96F9-67AC23114C7C}" dt="2024-07-31T14:31:39.050" v="3572" actId="20577"/>
        <pc:sldMkLst>
          <pc:docMk/>
          <pc:sldMk cId="789972970" sldId="265"/>
        </pc:sldMkLst>
        <pc:spChg chg="mod">
          <ac:chgData name="Chestnut, Temple D" userId="8e081a02-258a-4ece-b13b-54445b3f68be" providerId="ADAL" clId="{3C397EBB-B732-4C34-96F9-67AC23114C7C}" dt="2024-07-31T14:02:39.496" v="2345" actId="20577"/>
          <ac:spMkLst>
            <pc:docMk/>
            <pc:sldMk cId="789972970" sldId="265"/>
            <ac:spMk id="2" creationId="{D2D85BEF-634B-59E2-7013-162232E3CBEE}"/>
          </ac:spMkLst>
        </pc:spChg>
      </pc:sldChg>
      <pc:sldChg chg="addSp delSp modSp new mod setBg delDesignElem chgLayout modNotesTx">
        <pc:chgData name="Chestnut, Temple D" userId="8e081a02-258a-4ece-b13b-54445b3f68be" providerId="ADAL" clId="{3C397EBB-B732-4C34-96F9-67AC23114C7C}" dt="2024-07-31T14:33:01.244" v="3620" actId="20577"/>
        <pc:sldMkLst>
          <pc:docMk/>
          <pc:sldMk cId="2964317231" sldId="266"/>
        </pc:sldMkLst>
        <pc:spChg chg="mod ord">
          <ac:chgData name="Chestnut, Temple D" userId="8e081a02-258a-4ece-b13b-54445b3f68be" providerId="ADAL" clId="{3C397EBB-B732-4C34-96F9-67AC23114C7C}" dt="2024-07-31T14:27:04.507" v="3226" actId="27636"/>
          <ac:spMkLst>
            <pc:docMk/>
            <pc:sldMk cId="2964317231" sldId="266"/>
            <ac:spMk id="2" creationId="{493D71CA-702A-AD21-0B7A-09E09BB47851}"/>
          </ac:spMkLst>
        </pc:spChg>
        <pc:spChg chg="add del">
          <ac:chgData name="Chestnut, Temple D" userId="8e081a02-258a-4ece-b13b-54445b3f68be" providerId="ADAL" clId="{3C397EBB-B732-4C34-96F9-67AC23114C7C}" dt="2024-07-31T14:21:38.490" v="2983" actId="931"/>
          <ac:spMkLst>
            <pc:docMk/>
            <pc:sldMk cId="2964317231" sldId="266"/>
            <ac:spMk id="3" creationId="{0744AF47-85C5-8C94-4B9F-EB8645AC63BA}"/>
          </ac:spMkLst>
        </pc:spChg>
        <pc:spChg chg="add del mod">
          <ac:chgData name="Chestnut, Temple D" userId="8e081a02-258a-4ece-b13b-54445b3f68be" providerId="ADAL" clId="{3C397EBB-B732-4C34-96F9-67AC23114C7C}" dt="2024-07-31T14:23:33.464" v="3027" actId="478"/>
          <ac:spMkLst>
            <pc:docMk/>
            <pc:sldMk cId="2964317231" sldId="266"/>
            <ac:spMk id="7" creationId="{C3971D88-30B9-AD50-1A41-289F11ED4C6B}"/>
          </ac:spMkLst>
        </pc:spChg>
        <pc:spChg chg="add del">
          <ac:chgData name="Chestnut, Temple D" userId="8e081a02-258a-4ece-b13b-54445b3f68be" providerId="ADAL" clId="{3C397EBB-B732-4C34-96F9-67AC23114C7C}" dt="2024-07-31T14:22:36.795" v="3021" actId="26606"/>
          <ac:spMkLst>
            <pc:docMk/>
            <pc:sldMk cId="2964317231" sldId="266"/>
            <ac:spMk id="11" creationId="{BFDA6284-4E06-4F93-9624-A49FE810F1C8}"/>
          </ac:spMkLst>
        </pc:spChg>
        <pc:spChg chg="add del">
          <ac:chgData name="Chestnut, Temple D" userId="8e081a02-258a-4ece-b13b-54445b3f68be" providerId="ADAL" clId="{3C397EBB-B732-4C34-96F9-67AC23114C7C}" dt="2024-07-31T14:22:36.795" v="3021" actId="26606"/>
          <ac:spMkLst>
            <pc:docMk/>
            <pc:sldMk cId="2964317231" sldId="266"/>
            <ac:spMk id="13" creationId="{54047A07-72EC-41BC-A55F-C264F639FB20}"/>
          </ac:spMkLst>
        </pc:spChg>
        <pc:spChg chg="add del">
          <ac:chgData name="Chestnut, Temple D" userId="8e081a02-258a-4ece-b13b-54445b3f68be" providerId="ADAL" clId="{3C397EBB-B732-4C34-96F9-67AC23114C7C}" dt="2024-07-31T14:26:48.651" v="3224" actId="26606"/>
          <ac:spMkLst>
            <pc:docMk/>
            <pc:sldMk cId="2964317231" sldId="266"/>
            <ac:spMk id="18" creationId="{DAD47858-7A44-47E5-AC94-E528B41D13BB}"/>
          </ac:spMkLst>
        </pc:spChg>
        <pc:spChg chg="add del">
          <ac:chgData name="Chestnut, Temple D" userId="8e081a02-258a-4ece-b13b-54445b3f68be" providerId="ADAL" clId="{3C397EBB-B732-4C34-96F9-67AC23114C7C}" dt="2024-07-31T14:26:48.651" v="3224" actId="26606"/>
          <ac:spMkLst>
            <pc:docMk/>
            <pc:sldMk cId="2964317231" sldId="266"/>
            <ac:spMk id="20" creationId="{8463C51E-4C59-4602-8432-5BB95E37812E}"/>
          </ac:spMkLst>
        </pc:spChg>
        <pc:spChg chg="add del">
          <ac:chgData name="Chestnut, Temple D" userId="8e081a02-258a-4ece-b13b-54445b3f68be" providerId="ADAL" clId="{3C397EBB-B732-4C34-96F9-67AC23114C7C}" dt="2024-07-31T14:26:48.651" v="3224" actId="26606"/>
          <ac:spMkLst>
            <pc:docMk/>
            <pc:sldMk cId="2964317231" sldId="266"/>
            <ac:spMk id="22" creationId="{53BD741A-3F41-45C2-A7D1-440BB2354A52}"/>
          </ac:spMkLst>
        </pc:spChg>
        <pc:spChg chg="add del">
          <ac:chgData name="Chestnut, Temple D" userId="8e081a02-258a-4ece-b13b-54445b3f68be" providerId="ADAL" clId="{3C397EBB-B732-4C34-96F9-67AC23114C7C}" dt="2024-07-31T14:27:04.491" v="3225" actId="700"/>
          <ac:spMkLst>
            <pc:docMk/>
            <pc:sldMk cId="2964317231" sldId="266"/>
            <ac:spMk id="27" creationId="{DAD47858-7A44-47E5-AC94-E528B41D13BB}"/>
          </ac:spMkLst>
        </pc:spChg>
        <pc:spChg chg="add del">
          <ac:chgData name="Chestnut, Temple D" userId="8e081a02-258a-4ece-b13b-54445b3f68be" providerId="ADAL" clId="{3C397EBB-B732-4C34-96F9-67AC23114C7C}" dt="2024-07-31T14:27:04.491" v="3225" actId="700"/>
          <ac:spMkLst>
            <pc:docMk/>
            <pc:sldMk cId="2964317231" sldId="266"/>
            <ac:spMk id="29" creationId="{8463C51E-4C59-4602-8432-5BB95E37812E}"/>
          </ac:spMkLst>
        </pc:spChg>
        <pc:spChg chg="add del">
          <ac:chgData name="Chestnut, Temple D" userId="8e081a02-258a-4ece-b13b-54445b3f68be" providerId="ADAL" clId="{3C397EBB-B732-4C34-96F9-67AC23114C7C}" dt="2024-07-31T14:27:04.491" v="3225" actId="700"/>
          <ac:spMkLst>
            <pc:docMk/>
            <pc:sldMk cId="2964317231" sldId="266"/>
            <ac:spMk id="31" creationId="{53BD741A-3F41-45C2-A7D1-440BB2354A52}"/>
          </ac:spMkLst>
        </pc:spChg>
        <pc:picChg chg="add mod">
          <ac:chgData name="Chestnut, Temple D" userId="8e081a02-258a-4ece-b13b-54445b3f68be" providerId="ADAL" clId="{3C397EBB-B732-4C34-96F9-67AC23114C7C}" dt="2024-07-31T14:21:12.303" v="2982" actId="20577"/>
          <ac:picMkLst>
            <pc:docMk/>
            <pc:sldMk cId="2964317231" sldId="266"/>
            <ac:picMk id="4" creationId="{6D851AF2-9453-B227-FAD6-8D8B19BA8442}"/>
          </ac:picMkLst>
        </pc:picChg>
        <pc:picChg chg="add mod ord">
          <ac:chgData name="Chestnut, Temple D" userId="8e081a02-258a-4ece-b13b-54445b3f68be" providerId="ADAL" clId="{3C397EBB-B732-4C34-96F9-67AC23114C7C}" dt="2024-07-31T14:27:34.366" v="3227" actId="14826"/>
          <ac:picMkLst>
            <pc:docMk/>
            <pc:sldMk cId="2964317231" sldId="266"/>
            <ac:picMk id="6" creationId="{A24C8E96-7867-BC67-1CAB-6DBCA8205D3F}"/>
          </ac:picMkLst>
        </pc:picChg>
      </pc:sldChg>
      <pc:sldChg chg="modSp add mod modNotesTx">
        <pc:chgData name="Chestnut, Temple D" userId="8e081a02-258a-4ece-b13b-54445b3f68be" providerId="ADAL" clId="{3C397EBB-B732-4C34-96F9-67AC23114C7C}" dt="2024-07-31T14:32:46.493" v="3614" actId="20577"/>
        <pc:sldMkLst>
          <pc:docMk/>
          <pc:sldMk cId="2034609025" sldId="267"/>
        </pc:sldMkLst>
        <pc:spChg chg="mod">
          <ac:chgData name="Chestnut, Temple D" userId="8e081a02-258a-4ece-b13b-54445b3f68be" providerId="ADAL" clId="{3C397EBB-B732-4C34-96F9-67AC23114C7C}" dt="2024-07-31T14:28:56.174" v="3243" actId="27636"/>
          <ac:spMkLst>
            <pc:docMk/>
            <pc:sldMk cId="2034609025" sldId="267"/>
            <ac:spMk id="2" creationId="{493D71CA-702A-AD21-0B7A-09E09BB47851}"/>
          </ac:spMkLst>
        </pc:spChg>
      </pc:sldChg>
      <pc:sldChg chg="addSp delSp modSp new mod setBg addAnim delAnim modNotesTx">
        <pc:chgData name="Chestnut, Temple D" userId="8e081a02-258a-4ece-b13b-54445b3f68be" providerId="ADAL" clId="{3C397EBB-B732-4C34-96F9-67AC23114C7C}" dt="2024-07-31T14:43:17.540" v="4163" actId="20577"/>
        <pc:sldMkLst>
          <pc:docMk/>
          <pc:sldMk cId="2203197890" sldId="268"/>
        </pc:sldMkLst>
        <pc:spChg chg="mod">
          <ac:chgData name="Chestnut, Temple D" userId="8e081a02-258a-4ece-b13b-54445b3f68be" providerId="ADAL" clId="{3C397EBB-B732-4C34-96F9-67AC23114C7C}" dt="2024-07-31T14:40:28.547" v="3950" actId="20577"/>
          <ac:spMkLst>
            <pc:docMk/>
            <pc:sldMk cId="2203197890" sldId="268"/>
            <ac:spMk id="2" creationId="{CE1188F1-BB70-DD92-BF66-70C54D029661}"/>
          </ac:spMkLst>
        </pc:spChg>
        <pc:spChg chg="add del">
          <ac:chgData name="Chestnut, Temple D" userId="8e081a02-258a-4ece-b13b-54445b3f68be" providerId="ADAL" clId="{3C397EBB-B732-4C34-96F9-67AC23114C7C}" dt="2024-07-31T14:35:43.050" v="3639" actId="26606"/>
          <ac:spMkLst>
            <pc:docMk/>
            <pc:sldMk cId="2203197890" sldId="268"/>
            <ac:spMk id="3" creationId="{0869F3D0-B872-0B19-0805-E543A9A1F7A6}"/>
          </ac:spMkLst>
        </pc:spChg>
        <pc:spChg chg="add del">
          <ac:chgData name="Chestnut, Temple D" userId="8e081a02-258a-4ece-b13b-54445b3f68be" providerId="ADAL" clId="{3C397EBB-B732-4C34-96F9-67AC23114C7C}" dt="2024-07-31T14:35:43.044" v="3638" actId="26606"/>
          <ac:spMkLst>
            <pc:docMk/>
            <pc:sldMk cId="2203197890" sldId="268"/>
            <ac:spMk id="9" creationId="{BFDA6284-4E06-4F93-9624-A49FE810F1C8}"/>
          </ac:spMkLst>
        </pc:spChg>
        <pc:spChg chg="add del">
          <ac:chgData name="Chestnut, Temple D" userId="8e081a02-258a-4ece-b13b-54445b3f68be" providerId="ADAL" clId="{3C397EBB-B732-4C34-96F9-67AC23114C7C}" dt="2024-07-31T14:35:41.959" v="3636" actId="26606"/>
          <ac:spMkLst>
            <pc:docMk/>
            <pc:sldMk cId="2203197890" sldId="268"/>
            <ac:spMk id="10" creationId="{DAD47858-7A44-47E5-AC94-E528B41D13BB}"/>
          </ac:spMkLst>
        </pc:spChg>
        <pc:spChg chg="add del">
          <ac:chgData name="Chestnut, Temple D" userId="8e081a02-258a-4ece-b13b-54445b3f68be" providerId="ADAL" clId="{3C397EBB-B732-4C34-96F9-67AC23114C7C}" dt="2024-07-31T14:35:43.044" v="3638" actId="26606"/>
          <ac:spMkLst>
            <pc:docMk/>
            <pc:sldMk cId="2203197890" sldId="268"/>
            <ac:spMk id="11" creationId="{54047A07-72EC-41BC-A55F-C264F639FB20}"/>
          </ac:spMkLst>
        </pc:spChg>
        <pc:spChg chg="add del">
          <ac:chgData name="Chestnut, Temple D" userId="8e081a02-258a-4ece-b13b-54445b3f68be" providerId="ADAL" clId="{3C397EBB-B732-4C34-96F9-67AC23114C7C}" dt="2024-07-31T14:35:41.959" v="3636" actId="26606"/>
          <ac:spMkLst>
            <pc:docMk/>
            <pc:sldMk cId="2203197890" sldId="268"/>
            <ac:spMk id="12" creationId="{8463C51E-4C59-4602-8432-5BB95E37812E}"/>
          </ac:spMkLst>
        </pc:spChg>
        <pc:spChg chg="add del">
          <ac:chgData name="Chestnut, Temple D" userId="8e081a02-258a-4ece-b13b-54445b3f68be" providerId="ADAL" clId="{3C397EBB-B732-4C34-96F9-67AC23114C7C}" dt="2024-07-31T14:35:41.959" v="3636" actId="26606"/>
          <ac:spMkLst>
            <pc:docMk/>
            <pc:sldMk cId="2203197890" sldId="268"/>
            <ac:spMk id="14" creationId="{53BD741A-3F41-45C2-A7D1-440BB2354A52}"/>
          </ac:spMkLst>
        </pc:spChg>
        <pc:spChg chg="add del">
          <ac:chgData name="Chestnut, Temple D" userId="8e081a02-258a-4ece-b13b-54445b3f68be" providerId="ADAL" clId="{3C397EBB-B732-4C34-96F9-67AC23114C7C}" dt="2024-07-31T14:36:46.602" v="3651" actId="26606"/>
          <ac:spMkLst>
            <pc:docMk/>
            <pc:sldMk cId="2203197890" sldId="268"/>
            <ac:spMk id="18" creationId="{BFDA6284-4E06-4F93-9624-A49FE810F1C8}"/>
          </ac:spMkLst>
        </pc:spChg>
        <pc:spChg chg="add del">
          <ac:chgData name="Chestnut, Temple D" userId="8e081a02-258a-4ece-b13b-54445b3f68be" providerId="ADAL" clId="{3C397EBB-B732-4C34-96F9-67AC23114C7C}" dt="2024-07-31T14:36:46.602" v="3651" actId="26606"/>
          <ac:spMkLst>
            <pc:docMk/>
            <pc:sldMk cId="2203197890" sldId="268"/>
            <ac:spMk id="20" creationId="{F73FEE0E-0740-4139-808A-A3B329AE0084}"/>
          </ac:spMkLst>
        </pc:spChg>
        <pc:spChg chg="add del">
          <ac:chgData name="Chestnut, Temple D" userId="8e081a02-258a-4ece-b13b-54445b3f68be" providerId="ADAL" clId="{3C397EBB-B732-4C34-96F9-67AC23114C7C}" dt="2024-07-31T14:36:42.439" v="3643" actId="26606"/>
          <ac:spMkLst>
            <pc:docMk/>
            <pc:sldMk cId="2203197890" sldId="268"/>
            <ac:spMk id="25" creationId="{DAD47858-7A44-47E5-AC94-E528B41D13BB}"/>
          </ac:spMkLst>
        </pc:spChg>
        <pc:spChg chg="add del">
          <ac:chgData name="Chestnut, Temple D" userId="8e081a02-258a-4ece-b13b-54445b3f68be" providerId="ADAL" clId="{3C397EBB-B732-4C34-96F9-67AC23114C7C}" dt="2024-07-31T14:36:42.439" v="3643" actId="26606"/>
          <ac:spMkLst>
            <pc:docMk/>
            <pc:sldMk cId="2203197890" sldId="268"/>
            <ac:spMk id="27" creationId="{5443971C-807F-47EA-A77D-96DA0A524869}"/>
          </ac:spMkLst>
        </pc:spChg>
        <pc:spChg chg="add del">
          <ac:chgData name="Chestnut, Temple D" userId="8e081a02-258a-4ece-b13b-54445b3f68be" providerId="ADAL" clId="{3C397EBB-B732-4C34-96F9-67AC23114C7C}" dt="2024-07-31T14:36:42.439" v="3643" actId="26606"/>
          <ac:spMkLst>
            <pc:docMk/>
            <pc:sldMk cId="2203197890" sldId="268"/>
            <ac:spMk id="29" creationId="{C4B07F1E-24B3-440B-8F89-104CA22D8FE6}"/>
          </ac:spMkLst>
        </pc:spChg>
        <pc:spChg chg="add del">
          <ac:chgData name="Chestnut, Temple D" userId="8e081a02-258a-4ece-b13b-54445b3f68be" providerId="ADAL" clId="{3C397EBB-B732-4C34-96F9-67AC23114C7C}" dt="2024-07-31T14:36:43.832" v="3646" actId="26606"/>
          <ac:spMkLst>
            <pc:docMk/>
            <pc:sldMk cId="2203197890" sldId="268"/>
            <ac:spMk id="31" creationId="{BFDA6284-4E06-4F93-9624-A49FE810F1C8}"/>
          </ac:spMkLst>
        </pc:spChg>
        <pc:spChg chg="add del">
          <ac:chgData name="Chestnut, Temple D" userId="8e081a02-258a-4ece-b13b-54445b3f68be" providerId="ADAL" clId="{3C397EBB-B732-4C34-96F9-67AC23114C7C}" dt="2024-07-31T14:36:43.832" v="3646" actId="26606"/>
          <ac:spMkLst>
            <pc:docMk/>
            <pc:sldMk cId="2203197890" sldId="268"/>
            <ac:spMk id="32" creationId="{0AF9E90E-FB6D-494A-84EE-9E48A00EB59A}"/>
          </ac:spMkLst>
        </pc:spChg>
        <pc:spChg chg="add del">
          <ac:chgData name="Chestnut, Temple D" userId="8e081a02-258a-4ece-b13b-54445b3f68be" providerId="ADAL" clId="{3C397EBB-B732-4C34-96F9-67AC23114C7C}" dt="2024-07-31T14:36:43.832" v="3646" actId="26606"/>
          <ac:spMkLst>
            <pc:docMk/>
            <pc:sldMk cId="2203197890" sldId="268"/>
            <ac:spMk id="33" creationId="{1881289C-6EE0-4BC2-B9FF-45CBC6642F77}"/>
          </ac:spMkLst>
        </pc:spChg>
        <pc:spChg chg="add del">
          <ac:chgData name="Chestnut, Temple D" userId="8e081a02-258a-4ece-b13b-54445b3f68be" providerId="ADAL" clId="{3C397EBB-B732-4C34-96F9-67AC23114C7C}" dt="2024-07-31T14:36:44.458" v="3648" actId="26606"/>
          <ac:spMkLst>
            <pc:docMk/>
            <pc:sldMk cId="2203197890" sldId="268"/>
            <ac:spMk id="35" creationId="{DAD47858-7A44-47E5-AC94-E528B41D13BB}"/>
          </ac:spMkLst>
        </pc:spChg>
        <pc:spChg chg="add del">
          <ac:chgData name="Chestnut, Temple D" userId="8e081a02-258a-4ece-b13b-54445b3f68be" providerId="ADAL" clId="{3C397EBB-B732-4C34-96F9-67AC23114C7C}" dt="2024-07-31T14:36:44.458" v="3648" actId="26606"/>
          <ac:spMkLst>
            <pc:docMk/>
            <pc:sldMk cId="2203197890" sldId="268"/>
            <ac:spMk id="36" creationId="{5443971C-807F-47EA-A77D-96DA0A524869}"/>
          </ac:spMkLst>
        </pc:spChg>
        <pc:spChg chg="add del">
          <ac:chgData name="Chestnut, Temple D" userId="8e081a02-258a-4ece-b13b-54445b3f68be" providerId="ADAL" clId="{3C397EBB-B732-4C34-96F9-67AC23114C7C}" dt="2024-07-31T14:36:44.458" v="3648" actId="26606"/>
          <ac:spMkLst>
            <pc:docMk/>
            <pc:sldMk cId="2203197890" sldId="268"/>
            <ac:spMk id="37" creationId="{C4B07F1E-24B3-440B-8F89-104CA22D8FE6}"/>
          </ac:spMkLst>
        </pc:spChg>
        <pc:spChg chg="add del">
          <ac:chgData name="Chestnut, Temple D" userId="8e081a02-258a-4ece-b13b-54445b3f68be" providerId="ADAL" clId="{3C397EBB-B732-4C34-96F9-67AC23114C7C}" dt="2024-07-31T14:36:46.598" v="3650" actId="26606"/>
          <ac:spMkLst>
            <pc:docMk/>
            <pc:sldMk cId="2203197890" sldId="268"/>
            <ac:spMk id="39" creationId="{DAD47858-7A44-47E5-AC94-E528B41D13BB}"/>
          </ac:spMkLst>
        </pc:spChg>
        <pc:spChg chg="add del">
          <ac:chgData name="Chestnut, Temple D" userId="8e081a02-258a-4ece-b13b-54445b3f68be" providerId="ADAL" clId="{3C397EBB-B732-4C34-96F9-67AC23114C7C}" dt="2024-07-31T14:36:46.598" v="3650" actId="26606"/>
          <ac:spMkLst>
            <pc:docMk/>
            <pc:sldMk cId="2203197890" sldId="268"/>
            <ac:spMk id="40" creationId="{70356939-E85F-4AD3-B574-8F8C91A4D1DB}"/>
          </ac:spMkLst>
        </pc:spChg>
        <pc:spChg chg="add del">
          <ac:chgData name="Chestnut, Temple D" userId="8e081a02-258a-4ece-b13b-54445b3f68be" providerId="ADAL" clId="{3C397EBB-B732-4C34-96F9-67AC23114C7C}" dt="2024-07-31T14:36:46.598" v="3650" actId="26606"/>
          <ac:spMkLst>
            <pc:docMk/>
            <pc:sldMk cId="2203197890" sldId="268"/>
            <ac:spMk id="41" creationId="{A374A477-3F18-4367-9F4F-41EF328040F6}"/>
          </ac:spMkLst>
        </pc:spChg>
        <pc:spChg chg="add del">
          <ac:chgData name="Chestnut, Temple D" userId="8e081a02-258a-4ece-b13b-54445b3f68be" providerId="ADAL" clId="{3C397EBB-B732-4C34-96F9-67AC23114C7C}" dt="2024-07-31T14:36:52.840" v="3656" actId="26606"/>
          <ac:spMkLst>
            <pc:docMk/>
            <pc:sldMk cId="2203197890" sldId="268"/>
            <ac:spMk id="43" creationId="{BFDA6284-4E06-4F93-9624-A49FE810F1C8}"/>
          </ac:spMkLst>
        </pc:spChg>
        <pc:spChg chg="add del">
          <ac:chgData name="Chestnut, Temple D" userId="8e081a02-258a-4ece-b13b-54445b3f68be" providerId="ADAL" clId="{3C397EBB-B732-4C34-96F9-67AC23114C7C}" dt="2024-07-31T14:36:52.840" v="3656" actId="26606"/>
          <ac:spMkLst>
            <pc:docMk/>
            <pc:sldMk cId="2203197890" sldId="268"/>
            <ac:spMk id="44" creationId="{B453A79C-4D71-4D0A-AEE7-4307FCB688CE}"/>
          </ac:spMkLst>
        </pc:spChg>
        <pc:spChg chg="add del">
          <ac:chgData name="Chestnut, Temple D" userId="8e081a02-258a-4ece-b13b-54445b3f68be" providerId="ADAL" clId="{3C397EBB-B732-4C34-96F9-67AC23114C7C}" dt="2024-07-31T14:36:52.840" v="3656" actId="26606"/>
          <ac:spMkLst>
            <pc:docMk/>
            <pc:sldMk cId="2203197890" sldId="268"/>
            <ac:spMk id="45" creationId="{38C7BBBA-CD15-45BE-B2D0-CEEEA07AB672}"/>
          </ac:spMkLst>
        </pc:spChg>
        <pc:spChg chg="add del">
          <ac:chgData name="Chestnut, Temple D" userId="8e081a02-258a-4ece-b13b-54445b3f68be" providerId="ADAL" clId="{3C397EBB-B732-4C34-96F9-67AC23114C7C}" dt="2024-07-31T14:36:52.836" v="3655" actId="26606"/>
          <ac:spMkLst>
            <pc:docMk/>
            <pc:sldMk cId="2203197890" sldId="268"/>
            <ac:spMk id="50" creationId="{BFDA6284-4E06-4F93-9624-A49FE810F1C8}"/>
          </ac:spMkLst>
        </pc:spChg>
        <pc:spChg chg="add del">
          <ac:chgData name="Chestnut, Temple D" userId="8e081a02-258a-4ece-b13b-54445b3f68be" providerId="ADAL" clId="{3C397EBB-B732-4C34-96F9-67AC23114C7C}" dt="2024-07-31T14:36:52.836" v="3655" actId="26606"/>
          <ac:spMkLst>
            <pc:docMk/>
            <pc:sldMk cId="2203197890" sldId="268"/>
            <ac:spMk id="52" creationId="{0AF9E90E-FB6D-494A-84EE-9E48A00EB59A}"/>
          </ac:spMkLst>
        </pc:spChg>
        <pc:spChg chg="add del">
          <ac:chgData name="Chestnut, Temple D" userId="8e081a02-258a-4ece-b13b-54445b3f68be" providerId="ADAL" clId="{3C397EBB-B732-4C34-96F9-67AC23114C7C}" dt="2024-07-31T14:36:52.836" v="3655" actId="26606"/>
          <ac:spMkLst>
            <pc:docMk/>
            <pc:sldMk cId="2203197890" sldId="268"/>
            <ac:spMk id="54" creationId="{1881289C-6EE0-4BC2-B9FF-45CBC6642F77}"/>
          </ac:spMkLst>
        </pc:spChg>
        <pc:spChg chg="add">
          <ac:chgData name="Chestnut, Temple D" userId="8e081a02-258a-4ece-b13b-54445b3f68be" providerId="ADAL" clId="{3C397EBB-B732-4C34-96F9-67AC23114C7C}" dt="2024-07-31T14:36:52.840" v="3656" actId="26606"/>
          <ac:spMkLst>
            <pc:docMk/>
            <pc:sldMk cId="2203197890" sldId="268"/>
            <ac:spMk id="56" creationId="{DAD47858-7A44-47E5-AC94-E528B41D13BB}"/>
          </ac:spMkLst>
        </pc:spChg>
        <pc:spChg chg="add">
          <ac:chgData name="Chestnut, Temple D" userId="8e081a02-258a-4ece-b13b-54445b3f68be" providerId="ADAL" clId="{3C397EBB-B732-4C34-96F9-67AC23114C7C}" dt="2024-07-31T14:36:52.840" v="3656" actId="26606"/>
          <ac:spMkLst>
            <pc:docMk/>
            <pc:sldMk cId="2203197890" sldId="268"/>
            <ac:spMk id="57" creationId="{5443971C-807F-47EA-A77D-96DA0A524869}"/>
          </ac:spMkLst>
        </pc:spChg>
        <pc:spChg chg="add">
          <ac:chgData name="Chestnut, Temple D" userId="8e081a02-258a-4ece-b13b-54445b3f68be" providerId="ADAL" clId="{3C397EBB-B732-4C34-96F9-67AC23114C7C}" dt="2024-07-31T14:36:52.840" v="3656" actId="26606"/>
          <ac:spMkLst>
            <pc:docMk/>
            <pc:sldMk cId="2203197890" sldId="268"/>
            <ac:spMk id="58" creationId="{C4B07F1E-24B3-440B-8F89-104CA22D8FE6}"/>
          </ac:spMkLst>
        </pc:spChg>
        <pc:picChg chg="add mod">
          <ac:chgData name="Chestnut, Temple D" userId="8e081a02-258a-4ece-b13b-54445b3f68be" providerId="ADAL" clId="{3C397EBB-B732-4C34-96F9-67AC23114C7C}" dt="2024-07-31T14:35:24.768" v="3634" actId="931"/>
          <ac:picMkLst>
            <pc:docMk/>
            <pc:sldMk cId="2203197890" sldId="268"/>
            <ac:picMk id="5" creationId="{53C269DA-330B-D2DD-E69E-00E7F8685BF9}"/>
          </ac:picMkLst>
        </pc:picChg>
        <pc:picChg chg="add del">
          <ac:chgData name="Chestnut, Temple D" userId="8e081a02-258a-4ece-b13b-54445b3f68be" providerId="ADAL" clId="{3C397EBB-B732-4C34-96F9-67AC23114C7C}" dt="2024-07-31T14:35:41.959" v="3636" actId="26606"/>
          <ac:picMkLst>
            <pc:docMk/>
            <pc:sldMk cId="2203197890" sldId="268"/>
            <ac:picMk id="7" creationId="{D17D9F98-3CEC-9328-03D9-0F5709C0905F}"/>
          </ac:picMkLst>
        </pc:picChg>
        <pc:picChg chg="add del">
          <ac:chgData name="Chestnut, Temple D" userId="8e081a02-258a-4ece-b13b-54445b3f68be" providerId="ADAL" clId="{3C397EBB-B732-4C34-96F9-67AC23114C7C}" dt="2024-07-31T14:35:43.044" v="3638" actId="26606"/>
          <ac:picMkLst>
            <pc:docMk/>
            <pc:sldMk cId="2203197890" sldId="268"/>
            <ac:picMk id="16" creationId="{1A2786A5-2216-B285-691D-036598438361}"/>
          </ac:picMkLst>
        </pc:picChg>
        <pc:picChg chg="add mod ord">
          <ac:chgData name="Chestnut, Temple D" userId="8e081a02-258a-4ece-b13b-54445b3f68be" providerId="ADAL" clId="{3C397EBB-B732-4C34-96F9-67AC23114C7C}" dt="2024-07-31T14:36:52.840" v="3656" actId="26606"/>
          <ac:picMkLst>
            <pc:docMk/>
            <pc:sldMk cId="2203197890" sldId="268"/>
            <ac:picMk id="19" creationId="{BD55A3E2-3796-FF29-144A-C6752B5EBFEE}"/>
          </ac:picMkLst>
        </pc:picChg>
      </pc:sldChg>
      <pc:sldChg chg="new del">
        <pc:chgData name="Chestnut, Temple D" userId="8e081a02-258a-4ece-b13b-54445b3f68be" providerId="ADAL" clId="{3C397EBB-B732-4C34-96F9-67AC23114C7C}" dt="2024-07-31T14:34:47.943" v="3622" actId="47"/>
        <pc:sldMkLst>
          <pc:docMk/>
          <pc:sldMk cId="3830280441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11570-E675-4B70-89F9-ABE38C2DE57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63B08-52C8-4357-B046-887EE840B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9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INSTRUCTIONS</a:t>
            </a:r>
          </a:p>
          <a:p>
            <a:r>
              <a:rPr lang="en-US" dirty="0"/>
              <a:t>Update “</a:t>
            </a:r>
            <a:r>
              <a:rPr lang="en-US" dirty="0">
                <a:solidFill>
                  <a:srgbClr val="FFFF00"/>
                </a:solidFill>
              </a:rPr>
              <a:t>Your Name Here” with your name. </a:t>
            </a:r>
          </a:p>
          <a:p>
            <a:r>
              <a:rPr lang="en-US" dirty="0">
                <a:solidFill>
                  <a:srgbClr val="FFFF00"/>
                </a:solidFill>
              </a:rPr>
              <a:t>For example, when complete: Final Project, Temple Chestnut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38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INSTRUCTIONS</a:t>
            </a:r>
          </a:p>
          <a:p>
            <a:r>
              <a:rPr lang="en-US" dirty="0"/>
              <a:t>Do not change or modify this slide. </a:t>
            </a:r>
          </a:p>
          <a:p>
            <a:r>
              <a:rPr lang="en-US" dirty="0"/>
              <a:t>It serves as the table of contents for your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14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WEEK 01: The History of AI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r>
              <a:rPr lang="en-US" b="1" dirty="0"/>
              <a:t>INSTRUCTIONS:</a:t>
            </a:r>
          </a:p>
          <a:p>
            <a:pPr marL="228600" indent="-228600">
              <a:buAutoNum type="arabicPeriod"/>
            </a:pPr>
            <a:r>
              <a:rPr lang="en-US" b="1" dirty="0"/>
              <a:t>Replace the image</a:t>
            </a:r>
          </a:p>
          <a:p>
            <a:pPr marL="228600" indent="-228600">
              <a:buAutoNum type="arabicPeriod"/>
            </a:pPr>
            <a:r>
              <a:rPr lang="en-US" b="1" dirty="0"/>
              <a:t>Write your reflection statements</a:t>
            </a:r>
          </a:p>
          <a:p>
            <a:pPr marL="228600" indent="-228600">
              <a:buAutoNum type="arabicPeriod"/>
            </a:pPr>
            <a:r>
              <a:rPr lang="en-US" b="1" dirty="0"/>
              <a:t>Optional Designer</a:t>
            </a:r>
          </a:p>
          <a:p>
            <a:br>
              <a:rPr lang="en-US" dirty="0"/>
            </a:br>
            <a:r>
              <a:rPr lang="en-US" b="1" dirty="0"/>
              <a:t>IMAGE</a:t>
            </a:r>
          </a:p>
          <a:p>
            <a:r>
              <a:rPr lang="en-US" dirty="0"/>
              <a:t>Replace the image with one that represents The History of AI to you. </a:t>
            </a:r>
          </a:p>
          <a:p>
            <a:r>
              <a:rPr lang="en-US" dirty="0"/>
              <a:t>Right click on the image. </a:t>
            </a:r>
          </a:p>
          <a:p>
            <a:r>
              <a:rPr lang="en-US" dirty="0"/>
              <a:t>Select “Change Picture”</a:t>
            </a:r>
          </a:p>
          <a:p>
            <a:r>
              <a:rPr lang="en-US" dirty="0"/>
              <a:t>You can upload a picture from any location you desire.</a:t>
            </a:r>
          </a:p>
          <a:p>
            <a:endParaRPr lang="en-US" dirty="0"/>
          </a:p>
          <a:p>
            <a:r>
              <a:rPr lang="en-US" b="1" dirty="0"/>
              <a:t>REFLECTION</a:t>
            </a:r>
          </a:p>
          <a:p>
            <a:r>
              <a:rPr lang="en-US" dirty="0"/>
              <a:t>Update the reflection section. Replace “Your Reflection Here” with your response.</a:t>
            </a:r>
          </a:p>
          <a:p>
            <a:r>
              <a:rPr lang="en-US" dirty="0"/>
              <a:t>Briefly (less than100 words is perfect) add any personal thoughts or insights you learned about the historical development of AI</a:t>
            </a:r>
          </a:p>
          <a:p>
            <a:r>
              <a:rPr lang="en-US" dirty="0"/>
              <a:t>If your reflection is larger than 100 words, please remove all of the text in this notes section and replace it with your reflection statement(s).</a:t>
            </a:r>
          </a:p>
          <a:p>
            <a:endParaRPr lang="en-US" dirty="0"/>
          </a:p>
          <a:p>
            <a:r>
              <a:rPr lang="en-US" b="1" dirty="0"/>
              <a:t>OPTIONAL</a:t>
            </a:r>
          </a:p>
          <a:p>
            <a:r>
              <a:rPr lang="en-US" dirty="0"/>
              <a:t>After you have selected an image and completed your reflection (please only do this </a:t>
            </a:r>
            <a:r>
              <a:rPr lang="en-US" i="1" dirty="0"/>
              <a:t>after</a:t>
            </a:r>
            <a:r>
              <a:rPr lang="en-US" i="0" dirty="0"/>
              <a:t>) You can select the “Designer” option and choose a different layout you may like. </a:t>
            </a:r>
          </a:p>
          <a:p>
            <a:r>
              <a:rPr lang="en-US" i="0" dirty="0"/>
              <a:t>Make sure all the reflection section text is visible and available!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05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WEEK 02: Machine Learning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r>
              <a:rPr lang="en-US" b="1" dirty="0"/>
              <a:t>INSTRUCTIONS:</a:t>
            </a:r>
          </a:p>
          <a:p>
            <a:pPr marL="228600" indent="-228600">
              <a:buAutoNum type="arabicPeriod"/>
            </a:pPr>
            <a:r>
              <a:rPr lang="en-US" b="1" dirty="0"/>
              <a:t>Replace the image</a:t>
            </a:r>
          </a:p>
          <a:p>
            <a:pPr marL="228600" indent="-228600">
              <a:buAutoNum type="arabicPeriod"/>
            </a:pPr>
            <a:r>
              <a:rPr lang="en-US" b="1" dirty="0"/>
              <a:t>Write your reflection statements</a:t>
            </a:r>
          </a:p>
          <a:p>
            <a:pPr marL="228600" indent="-228600">
              <a:buAutoNum type="arabicPeriod"/>
            </a:pPr>
            <a:r>
              <a:rPr lang="en-US" b="1" dirty="0"/>
              <a:t>Optional Designer</a:t>
            </a:r>
          </a:p>
          <a:p>
            <a:br>
              <a:rPr lang="en-US" dirty="0"/>
            </a:br>
            <a:r>
              <a:rPr lang="en-US" b="1" dirty="0"/>
              <a:t>IMAGE</a:t>
            </a:r>
          </a:p>
          <a:p>
            <a:r>
              <a:rPr lang="en-US" dirty="0"/>
              <a:t>Replace the image with one that represents </a:t>
            </a:r>
            <a:r>
              <a:rPr lang="en-US" b="0" dirty="0"/>
              <a:t>Machine Learning to you</a:t>
            </a:r>
            <a:r>
              <a:rPr lang="en-US" dirty="0"/>
              <a:t>. </a:t>
            </a:r>
          </a:p>
          <a:p>
            <a:r>
              <a:rPr lang="en-US" dirty="0"/>
              <a:t>Right click on the image. </a:t>
            </a:r>
          </a:p>
          <a:p>
            <a:r>
              <a:rPr lang="en-US" dirty="0"/>
              <a:t>Select “Change Picture”</a:t>
            </a:r>
          </a:p>
          <a:p>
            <a:r>
              <a:rPr lang="en-US" dirty="0"/>
              <a:t>You can upload a picture from any location you desire.</a:t>
            </a:r>
          </a:p>
          <a:p>
            <a:endParaRPr lang="en-US" dirty="0"/>
          </a:p>
          <a:p>
            <a:r>
              <a:rPr lang="en-US" b="1" dirty="0"/>
              <a:t>REFLECTION</a:t>
            </a:r>
          </a:p>
          <a:p>
            <a:r>
              <a:rPr lang="en-US" dirty="0"/>
              <a:t>Update the reflection section. Replace “Your Reflection Here” with your response.</a:t>
            </a:r>
          </a:p>
          <a:p>
            <a:r>
              <a:rPr lang="en-US" dirty="0"/>
              <a:t>Briefly (less than100 words is perfect) add any personal thoughts or insights you learned about machine learning, neural networks or natural language</a:t>
            </a:r>
          </a:p>
          <a:p>
            <a:r>
              <a:rPr lang="en-US" dirty="0"/>
              <a:t>If your reflection is larger than 100 words, please remove all of the text in this notes section and replace it with your reflection statement(s).</a:t>
            </a:r>
          </a:p>
          <a:p>
            <a:endParaRPr lang="en-US" dirty="0"/>
          </a:p>
          <a:p>
            <a:r>
              <a:rPr lang="en-US" b="1" dirty="0"/>
              <a:t>OPTIONAL</a:t>
            </a:r>
          </a:p>
          <a:p>
            <a:r>
              <a:rPr lang="en-US" dirty="0"/>
              <a:t>After you have selected an image and completed your reflection (please only do this </a:t>
            </a:r>
            <a:r>
              <a:rPr lang="en-US" i="1" dirty="0"/>
              <a:t>after</a:t>
            </a:r>
            <a:r>
              <a:rPr lang="en-US" i="0" dirty="0"/>
              <a:t>) You can select the “Designer” option and choose a different layout you may like. </a:t>
            </a:r>
          </a:p>
          <a:p>
            <a:r>
              <a:rPr lang="en-US" i="0" dirty="0"/>
              <a:t>Make sure all the reflection section text is visible and available!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54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WEEK 03: Data Management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r>
              <a:rPr lang="en-US" b="1" dirty="0"/>
              <a:t>INSTRUCTIONS:</a:t>
            </a:r>
          </a:p>
          <a:p>
            <a:pPr marL="228600" indent="-228600">
              <a:buAutoNum type="arabicPeriod"/>
            </a:pPr>
            <a:r>
              <a:rPr lang="en-US" b="1" dirty="0"/>
              <a:t>Replace the image</a:t>
            </a:r>
          </a:p>
          <a:p>
            <a:pPr marL="228600" indent="-228600">
              <a:buAutoNum type="arabicPeriod"/>
            </a:pPr>
            <a:r>
              <a:rPr lang="en-US" b="1" dirty="0"/>
              <a:t>Write your reflection statements</a:t>
            </a:r>
          </a:p>
          <a:p>
            <a:pPr marL="228600" indent="-228600">
              <a:buAutoNum type="arabicPeriod"/>
            </a:pPr>
            <a:r>
              <a:rPr lang="en-US" b="1" dirty="0"/>
              <a:t>Optional Designer</a:t>
            </a:r>
          </a:p>
          <a:p>
            <a:br>
              <a:rPr lang="en-US" dirty="0"/>
            </a:br>
            <a:r>
              <a:rPr lang="en-US" b="1" dirty="0"/>
              <a:t>IMAGE</a:t>
            </a:r>
          </a:p>
          <a:p>
            <a:r>
              <a:rPr lang="en-US" dirty="0"/>
              <a:t>Replace the image with one that represents </a:t>
            </a:r>
            <a:r>
              <a:rPr lang="en-US" b="0" dirty="0"/>
              <a:t>data management to you</a:t>
            </a:r>
            <a:r>
              <a:rPr lang="en-US" dirty="0"/>
              <a:t>. </a:t>
            </a:r>
          </a:p>
          <a:p>
            <a:r>
              <a:rPr lang="en-US" dirty="0"/>
              <a:t>Right click on the image. </a:t>
            </a:r>
          </a:p>
          <a:p>
            <a:r>
              <a:rPr lang="en-US" dirty="0"/>
              <a:t>Select “Change Picture”</a:t>
            </a:r>
          </a:p>
          <a:p>
            <a:r>
              <a:rPr lang="en-US" dirty="0"/>
              <a:t>You can upload a picture from any location you desire.</a:t>
            </a:r>
          </a:p>
          <a:p>
            <a:endParaRPr lang="en-US" dirty="0"/>
          </a:p>
          <a:p>
            <a:r>
              <a:rPr lang="en-US" b="1" dirty="0"/>
              <a:t>REFLECTION</a:t>
            </a:r>
          </a:p>
          <a:p>
            <a:r>
              <a:rPr lang="en-US" dirty="0"/>
              <a:t>Update the reflection section. Replace “Your Reflection Here” with your response.</a:t>
            </a:r>
          </a:p>
          <a:p>
            <a:r>
              <a:rPr lang="en-US" dirty="0"/>
              <a:t>Briefly (less than100 words is perfect) add any personal thoughts or insights you learned about data management, data collection, data privacy, etc.</a:t>
            </a:r>
          </a:p>
          <a:p>
            <a:r>
              <a:rPr lang="en-US" dirty="0"/>
              <a:t>If your reflection is larger than 100 words, please remove all of the text in this notes section and replace it with your reflection statement(s).</a:t>
            </a:r>
          </a:p>
          <a:p>
            <a:endParaRPr lang="en-US" dirty="0"/>
          </a:p>
          <a:p>
            <a:r>
              <a:rPr lang="en-US" b="1" dirty="0"/>
              <a:t>OPTIONAL</a:t>
            </a:r>
          </a:p>
          <a:p>
            <a:r>
              <a:rPr lang="en-US" dirty="0"/>
              <a:t>After you have selected an image and completed your reflection (please only do this </a:t>
            </a:r>
            <a:r>
              <a:rPr lang="en-US" i="1" dirty="0"/>
              <a:t>after</a:t>
            </a:r>
            <a:r>
              <a:rPr lang="en-US" i="0" dirty="0"/>
              <a:t>) You can select the “Designer” option and choose a different layout you may like. </a:t>
            </a:r>
          </a:p>
          <a:p>
            <a:r>
              <a:rPr lang="en-US" i="0" dirty="0"/>
              <a:t>Make sure all the reflection section text is visible and available!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66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WEEK 04: Large Language Models (or LLMs)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  <a:p>
            <a:r>
              <a:rPr lang="en-US" b="1" dirty="0"/>
              <a:t>INSTRUCTIONS:</a:t>
            </a:r>
          </a:p>
          <a:p>
            <a:pPr marL="228600" indent="-228600">
              <a:buAutoNum type="arabicPeriod"/>
            </a:pPr>
            <a:r>
              <a:rPr lang="en-US" b="1" dirty="0"/>
              <a:t>Replace the image</a:t>
            </a:r>
          </a:p>
          <a:p>
            <a:pPr marL="228600" indent="-228600">
              <a:buAutoNum type="arabicPeriod"/>
            </a:pPr>
            <a:r>
              <a:rPr lang="en-US" b="1" dirty="0"/>
              <a:t>Write your reflection statements</a:t>
            </a:r>
          </a:p>
          <a:p>
            <a:pPr marL="228600" indent="-228600">
              <a:buAutoNum type="arabicPeriod"/>
            </a:pPr>
            <a:r>
              <a:rPr lang="en-US" b="1" dirty="0"/>
              <a:t>Optional Designer</a:t>
            </a:r>
          </a:p>
          <a:p>
            <a:br>
              <a:rPr lang="en-US" dirty="0"/>
            </a:br>
            <a:r>
              <a:rPr lang="en-US" b="1" dirty="0"/>
              <a:t>IMAGE</a:t>
            </a:r>
          </a:p>
          <a:p>
            <a:r>
              <a:rPr lang="en-US" dirty="0"/>
              <a:t>Replace the image with one that represents </a:t>
            </a:r>
            <a:r>
              <a:rPr lang="en-US" b="0" dirty="0"/>
              <a:t>large language models to you.</a:t>
            </a:r>
            <a:endParaRPr lang="en-US" dirty="0"/>
          </a:p>
          <a:p>
            <a:r>
              <a:rPr lang="en-US" dirty="0"/>
              <a:t>Right click on the image. </a:t>
            </a:r>
          </a:p>
          <a:p>
            <a:r>
              <a:rPr lang="en-US" dirty="0"/>
              <a:t>Select “Change Picture”</a:t>
            </a:r>
          </a:p>
          <a:p>
            <a:r>
              <a:rPr lang="en-US" dirty="0"/>
              <a:t>You can upload a picture from any location you desire.</a:t>
            </a:r>
          </a:p>
          <a:p>
            <a:endParaRPr lang="en-US" dirty="0"/>
          </a:p>
          <a:p>
            <a:r>
              <a:rPr lang="en-US" b="1" dirty="0"/>
              <a:t>REFLECTION</a:t>
            </a:r>
          </a:p>
          <a:p>
            <a:r>
              <a:rPr lang="en-US" dirty="0"/>
              <a:t>Update the reflection section. Replace “Your Reflection Here” with your response.</a:t>
            </a:r>
          </a:p>
          <a:p>
            <a:r>
              <a:rPr lang="en-US" dirty="0"/>
              <a:t>Briefly (less than100 words is perfect) add any personal thoughts or insights you learned about large language models.</a:t>
            </a:r>
          </a:p>
          <a:p>
            <a:r>
              <a:rPr lang="en-US" dirty="0"/>
              <a:t>If your reflection is larger than 100 words, please remove all of the text in this notes section and replace it with your reflection statement(s).</a:t>
            </a:r>
          </a:p>
          <a:p>
            <a:endParaRPr lang="en-US" dirty="0"/>
          </a:p>
          <a:p>
            <a:r>
              <a:rPr lang="en-US" b="1" dirty="0"/>
              <a:t>OPTIONAL</a:t>
            </a:r>
          </a:p>
          <a:p>
            <a:r>
              <a:rPr lang="en-US" dirty="0"/>
              <a:t>After you have selected an image and completed your reflection (please only do this </a:t>
            </a:r>
            <a:r>
              <a:rPr lang="en-US" i="1" dirty="0"/>
              <a:t>after</a:t>
            </a:r>
            <a:r>
              <a:rPr lang="en-US" i="0" dirty="0"/>
              <a:t>) You can select the “Designer” option and choose a different layout you may like. </a:t>
            </a:r>
          </a:p>
          <a:p>
            <a:r>
              <a:rPr lang="en-US" i="0" dirty="0"/>
              <a:t>Make sure all the reflection section text is visible and available!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WEEK 05: Ethical AI</a:t>
            </a:r>
          </a:p>
          <a:p>
            <a:endParaRPr lang="en-US" b="1" dirty="0"/>
          </a:p>
          <a:p>
            <a:r>
              <a:rPr lang="en-US" b="1" dirty="0"/>
              <a:t>INSTRUCTIONS:</a:t>
            </a:r>
          </a:p>
          <a:p>
            <a:pPr marL="228600" indent="-228600">
              <a:buAutoNum type="arabicPeriod"/>
            </a:pPr>
            <a:r>
              <a:rPr lang="en-US" b="1" dirty="0"/>
              <a:t>Replace the image</a:t>
            </a:r>
          </a:p>
          <a:p>
            <a:pPr marL="228600" indent="-228600">
              <a:buAutoNum type="arabicPeriod"/>
            </a:pPr>
            <a:r>
              <a:rPr lang="en-US" b="1" dirty="0"/>
              <a:t>Write your reflection statements</a:t>
            </a:r>
          </a:p>
          <a:p>
            <a:pPr marL="228600" indent="-228600">
              <a:buAutoNum type="arabicPeriod"/>
            </a:pPr>
            <a:r>
              <a:rPr lang="en-US" b="1" dirty="0"/>
              <a:t>Optional Designer</a:t>
            </a:r>
          </a:p>
          <a:p>
            <a:br>
              <a:rPr lang="en-US" dirty="0"/>
            </a:br>
            <a:r>
              <a:rPr lang="en-US" b="1" dirty="0"/>
              <a:t>IMAGE</a:t>
            </a:r>
          </a:p>
          <a:p>
            <a:r>
              <a:rPr lang="en-US" dirty="0"/>
              <a:t>Replace the placeholder image with one that represents </a:t>
            </a:r>
            <a:r>
              <a:rPr lang="en-US" b="0" dirty="0"/>
              <a:t>Ethical AI to you</a:t>
            </a:r>
            <a:r>
              <a:rPr lang="en-US" dirty="0"/>
              <a:t>. </a:t>
            </a:r>
          </a:p>
          <a:p>
            <a:r>
              <a:rPr lang="en-US" dirty="0"/>
              <a:t>Right click on the image. </a:t>
            </a:r>
          </a:p>
          <a:p>
            <a:r>
              <a:rPr lang="en-US" dirty="0"/>
              <a:t>Select “Change Picture”</a:t>
            </a:r>
          </a:p>
          <a:p>
            <a:r>
              <a:rPr lang="en-US" dirty="0"/>
              <a:t>You can upload a picture from any location you desire.</a:t>
            </a:r>
          </a:p>
          <a:p>
            <a:endParaRPr lang="en-US" dirty="0"/>
          </a:p>
          <a:p>
            <a:r>
              <a:rPr lang="en-US" b="1" dirty="0"/>
              <a:t>REFLECTION</a:t>
            </a:r>
          </a:p>
          <a:p>
            <a:r>
              <a:rPr lang="en-US" dirty="0"/>
              <a:t>Update the reflection section. Replace “Your Reflection Here” with your response.</a:t>
            </a:r>
          </a:p>
          <a:p>
            <a:r>
              <a:rPr lang="en-US" dirty="0"/>
              <a:t>Briefly (less than100 words is perfect) add any personal thoughts or insights you learned about ethical ai, dilemmas, impacts, etc.</a:t>
            </a:r>
          </a:p>
          <a:p>
            <a:r>
              <a:rPr lang="en-US" dirty="0"/>
              <a:t>If your reflection is larger than 100 words, please remove all of the text in this notes section and replace it with your reflection statement(s).</a:t>
            </a:r>
          </a:p>
          <a:p>
            <a:endParaRPr lang="en-US" dirty="0"/>
          </a:p>
          <a:p>
            <a:r>
              <a:rPr lang="en-US" b="1" dirty="0"/>
              <a:t>OPTIONAL</a:t>
            </a:r>
          </a:p>
          <a:p>
            <a:r>
              <a:rPr lang="en-US" dirty="0"/>
              <a:t>After you have selected an image and completed your reflection (please only do this </a:t>
            </a:r>
            <a:r>
              <a:rPr lang="en-US" i="1" dirty="0"/>
              <a:t>after</a:t>
            </a:r>
            <a:r>
              <a:rPr lang="en-US" i="0" dirty="0"/>
              <a:t>) You can select the “Designer” option and choose a different layout you may like. </a:t>
            </a:r>
          </a:p>
          <a:p>
            <a:r>
              <a:rPr lang="en-US" i="0" dirty="0"/>
              <a:t>Make sure all the reflection section text is visible and available!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33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WEEK 06: Compromised AI Ethics</a:t>
            </a:r>
          </a:p>
          <a:p>
            <a:endParaRPr lang="en-US" b="1" dirty="0"/>
          </a:p>
          <a:p>
            <a:r>
              <a:rPr lang="en-US" b="1" dirty="0"/>
              <a:t>INSTRUCTIONS:</a:t>
            </a:r>
          </a:p>
          <a:p>
            <a:pPr marL="228600" indent="-228600">
              <a:buAutoNum type="arabicPeriod"/>
            </a:pPr>
            <a:r>
              <a:rPr lang="en-US" b="1" dirty="0"/>
              <a:t>Replace the image</a:t>
            </a:r>
          </a:p>
          <a:p>
            <a:pPr marL="228600" indent="-228600">
              <a:buAutoNum type="arabicPeriod"/>
            </a:pPr>
            <a:r>
              <a:rPr lang="en-US" b="1" dirty="0"/>
              <a:t>Write your reflection statements</a:t>
            </a:r>
          </a:p>
          <a:p>
            <a:pPr marL="228600" indent="-228600">
              <a:buAutoNum type="arabicPeriod"/>
            </a:pPr>
            <a:r>
              <a:rPr lang="en-US" b="1" dirty="0"/>
              <a:t>Optional Designer</a:t>
            </a:r>
          </a:p>
          <a:p>
            <a:br>
              <a:rPr lang="en-US" dirty="0"/>
            </a:br>
            <a:r>
              <a:rPr lang="en-US" b="1" dirty="0"/>
              <a:t>IMAGE</a:t>
            </a:r>
          </a:p>
          <a:p>
            <a:r>
              <a:rPr lang="en-US" dirty="0"/>
              <a:t>Replace the placeholder image with one that represents </a:t>
            </a:r>
            <a:r>
              <a:rPr lang="en-US" b="0" dirty="0"/>
              <a:t>compromised AI ethics. to you</a:t>
            </a:r>
            <a:r>
              <a:rPr lang="en-US" dirty="0"/>
              <a:t>. </a:t>
            </a:r>
          </a:p>
          <a:p>
            <a:r>
              <a:rPr lang="en-US" dirty="0"/>
              <a:t>Right click on the image. </a:t>
            </a:r>
          </a:p>
          <a:p>
            <a:r>
              <a:rPr lang="en-US" dirty="0"/>
              <a:t>Select “Change Picture”</a:t>
            </a:r>
          </a:p>
          <a:p>
            <a:r>
              <a:rPr lang="en-US" dirty="0"/>
              <a:t>You can upload a picture from any location you desire.</a:t>
            </a:r>
          </a:p>
          <a:p>
            <a:endParaRPr lang="en-US" dirty="0"/>
          </a:p>
          <a:p>
            <a:r>
              <a:rPr lang="en-US" b="1" dirty="0"/>
              <a:t>REFLECTION</a:t>
            </a:r>
          </a:p>
          <a:p>
            <a:r>
              <a:rPr lang="en-US" dirty="0"/>
              <a:t>Update the reflection section. Replace “Your Reflection Here” with your response.</a:t>
            </a:r>
          </a:p>
          <a:p>
            <a:r>
              <a:rPr lang="en-US" dirty="0"/>
              <a:t>Briefly (less than100 words is perfect) add any personal thoughts or insights you learned about compromised ai and their influences and perceptions, etc.</a:t>
            </a:r>
          </a:p>
          <a:p>
            <a:r>
              <a:rPr lang="en-US" dirty="0"/>
              <a:t>If your reflection is larger than 100 words, please remove all of the text in this notes section and replace it with your reflection statement(s).</a:t>
            </a:r>
          </a:p>
          <a:p>
            <a:endParaRPr lang="en-US" dirty="0"/>
          </a:p>
          <a:p>
            <a:r>
              <a:rPr lang="en-US" b="1" dirty="0"/>
              <a:t>OPTIONAL</a:t>
            </a:r>
          </a:p>
          <a:p>
            <a:r>
              <a:rPr lang="en-US" dirty="0"/>
              <a:t>After you have selected an image and completed your reflection (please only do this </a:t>
            </a:r>
            <a:r>
              <a:rPr lang="en-US" i="1" dirty="0"/>
              <a:t>after</a:t>
            </a:r>
            <a:r>
              <a:rPr lang="en-US" i="0" dirty="0"/>
              <a:t>) You can select the “Designer” option and choose a different layout you may like. </a:t>
            </a:r>
          </a:p>
          <a:p>
            <a:r>
              <a:rPr lang="en-US" i="0" dirty="0"/>
              <a:t>Make sure all the reflection section text is visible and available!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93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WEEK 07: Future Concepts</a:t>
            </a:r>
          </a:p>
          <a:p>
            <a:endParaRPr lang="en-US" b="1" dirty="0"/>
          </a:p>
          <a:p>
            <a:r>
              <a:rPr lang="en-US" b="1" dirty="0"/>
              <a:t>INSTRUCTIONS:</a:t>
            </a:r>
          </a:p>
          <a:p>
            <a:pPr marL="228600" indent="-228600">
              <a:buAutoNum type="arabicPeriod"/>
            </a:pPr>
            <a:r>
              <a:rPr lang="en-US" b="1" dirty="0"/>
              <a:t>Replace the image</a:t>
            </a:r>
          </a:p>
          <a:p>
            <a:pPr marL="228600" indent="-228600">
              <a:buAutoNum type="arabicPeriod"/>
            </a:pPr>
            <a:r>
              <a:rPr lang="en-US" b="1" dirty="0"/>
              <a:t>Write your reflection statements</a:t>
            </a:r>
          </a:p>
          <a:p>
            <a:pPr marL="228600" indent="-228600">
              <a:buAutoNum type="arabicPeriod"/>
            </a:pPr>
            <a:r>
              <a:rPr lang="en-US" b="1" dirty="0"/>
              <a:t>Optional Designer</a:t>
            </a:r>
          </a:p>
          <a:p>
            <a:br>
              <a:rPr lang="en-US" dirty="0"/>
            </a:br>
            <a:r>
              <a:rPr lang="en-US" b="1" dirty="0"/>
              <a:t>IMAGE</a:t>
            </a:r>
          </a:p>
          <a:p>
            <a:r>
              <a:rPr lang="en-US" dirty="0"/>
              <a:t>Replace the placeholder image with one that represents </a:t>
            </a:r>
            <a:r>
              <a:rPr lang="en-US" b="0" dirty="0"/>
              <a:t>the future concepts in AI to you</a:t>
            </a:r>
            <a:r>
              <a:rPr lang="en-US" dirty="0"/>
              <a:t>. </a:t>
            </a:r>
          </a:p>
          <a:p>
            <a:r>
              <a:rPr lang="en-US" dirty="0"/>
              <a:t>Right click on the image. </a:t>
            </a:r>
          </a:p>
          <a:p>
            <a:r>
              <a:rPr lang="en-US" dirty="0"/>
              <a:t>Select “Change Picture”</a:t>
            </a:r>
          </a:p>
          <a:p>
            <a:r>
              <a:rPr lang="en-US" dirty="0"/>
              <a:t>You can upload a picture from any location you desire.</a:t>
            </a:r>
          </a:p>
          <a:p>
            <a:endParaRPr lang="en-US" dirty="0"/>
          </a:p>
          <a:p>
            <a:r>
              <a:rPr lang="en-US" b="1" dirty="0"/>
              <a:t>REFLECTION</a:t>
            </a:r>
          </a:p>
          <a:p>
            <a:r>
              <a:rPr lang="en-US" dirty="0"/>
              <a:t>Update the reflection section. Replace “Your Reflection Here” with your response.</a:t>
            </a:r>
          </a:p>
          <a:p>
            <a:r>
              <a:rPr lang="en-US" dirty="0"/>
              <a:t>Briefly (less than100 words is perfect) add any personal thoughts or insights you learned about the potential future tech and its impact, etc.</a:t>
            </a:r>
          </a:p>
          <a:p>
            <a:r>
              <a:rPr lang="en-US" dirty="0"/>
              <a:t>If your reflection is larger than 100 words, please remove all of the text in this notes section and replace it with your reflection statement(s).</a:t>
            </a:r>
          </a:p>
          <a:p>
            <a:endParaRPr lang="en-US" dirty="0"/>
          </a:p>
          <a:p>
            <a:r>
              <a:rPr lang="en-US" b="1" dirty="0"/>
              <a:t>OPTIONAL</a:t>
            </a:r>
          </a:p>
          <a:p>
            <a:r>
              <a:rPr lang="en-US" dirty="0"/>
              <a:t>After you have selected an image and completed your reflection (please only do this </a:t>
            </a:r>
            <a:r>
              <a:rPr lang="en-US" i="1" dirty="0"/>
              <a:t>after</a:t>
            </a:r>
            <a:r>
              <a:rPr lang="en-US" i="0" dirty="0"/>
              <a:t>) You can select the “Designer” option and choose a different layout you may like. </a:t>
            </a:r>
          </a:p>
          <a:p>
            <a:r>
              <a:rPr lang="en-US" i="0" dirty="0"/>
              <a:t>Make sure all the reflection section text is visible and available!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88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OPTIONAL IMAGE / DESIGNER</a:t>
            </a:r>
          </a:p>
          <a:p>
            <a:r>
              <a:rPr lang="en-US" dirty="0"/>
              <a:t>As in other slides, you may update the image or layout if you desire.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83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62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INSTRUCTIONS</a:t>
            </a:r>
            <a:r>
              <a:rPr lang="en-US" dirty="0"/>
              <a:t>:</a:t>
            </a:r>
          </a:p>
          <a:p>
            <a:r>
              <a:rPr lang="en-US" b="1" dirty="0"/>
              <a:t>1. This slide is optional, but if you so desire, we want to hear from you!</a:t>
            </a:r>
          </a:p>
          <a:p>
            <a:endParaRPr lang="en-US" dirty="0"/>
          </a:p>
          <a:p>
            <a:r>
              <a:rPr lang="en-US" b="1" dirty="0"/>
              <a:t>FEEDBACK 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Overall Course Experience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What did you enjoy most about the course? What could be improved?</a:t>
            </a:r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Content and Materials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Were the course materials helpful and engaging? Was there any topic you wished we had covered more in-depth?</a:t>
            </a:r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Instruction and Support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How did you find the instruction and support provided throughout the course? Were there any specific moments or methods that stood out to you?</a:t>
            </a:r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Future Recommendations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Do you have any suggestions for future iterations of this course or other topics you’d like to see covered?</a:t>
            </a:r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Anything Else?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Please let us know.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OPTIONAL IMAGE / DESIGNER</a:t>
            </a:r>
          </a:p>
          <a:p>
            <a:r>
              <a:rPr lang="en-US" dirty="0"/>
              <a:t>As in other slides, you may update the image or layout if you desire.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63B08-52C8-4357-B046-887EE840B4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8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276AD-F23B-1243-1F17-1DE59E1B8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Fundamentals 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B3CB5-DFBF-DFD8-8D0A-8B56AC87F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220437"/>
          </a:xfrm>
        </p:spPr>
        <p:txBody>
          <a:bodyPr>
            <a:normAutofit/>
          </a:bodyPr>
          <a:lstStyle/>
          <a:p>
            <a:r>
              <a:rPr lang="en-US" dirty="0"/>
              <a:t>My Personal Journal Through Artificial Intelligence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Final Project, Your Name Here</a:t>
            </a:r>
          </a:p>
        </p:txBody>
      </p:sp>
    </p:spTree>
    <p:extLst>
      <p:ext uri="{BB962C8B-B14F-4D97-AF65-F5344CB8AC3E}">
        <p14:creationId xmlns:p14="http://schemas.microsoft.com/office/powerpoint/2010/main" val="107187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C46B6-CD4D-A187-D2C1-65DFE42C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US" sz="3200">
                <a:solidFill>
                  <a:schemeClr val="tx1"/>
                </a:solidFill>
              </a:rPr>
              <a:t>Contents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388FA-BF05-9A1A-B430-238926586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 numCol="1">
            <a:normAutofit/>
          </a:bodyPr>
          <a:lstStyle/>
          <a:p>
            <a:r>
              <a:rPr lang="en-US" sz="1600" dirty="0"/>
              <a:t>The History of AI</a:t>
            </a:r>
          </a:p>
          <a:p>
            <a:r>
              <a:rPr lang="en-US" sz="1600" dirty="0"/>
              <a:t>Machine Learning Techniques</a:t>
            </a:r>
          </a:p>
          <a:p>
            <a:r>
              <a:rPr lang="en-US" sz="1600" dirty="0"/>
              <a:t>Data Management</a:t>
            </a:r>
          </a:p>
          <a:p>
            <a:r>
              <a:rPr lang="en-US" sz="1600" dirty="0"/>
              <a:t>Large Language Models</a:t>
            </a:r>
          </a:p>
          <a:p>
            <a:r>
              <a:rPr lang="en-US" sz="1600" dirty="0"/>
              <a:t>Ethical AI</a:t>
            </a:r>
          </a:p>
          <a:p>
            <a:r>
              <a:rPr lang="en-US" sz="1600" dirty="0"/>
              <a:t>Compromised AI Ethics</a:t>
            </a:r>
          </a:p>
          <a:p>
            <a:r>
              <a:rPr lang="en-US" sz="1600" dirty="0"/>
              <a:t>Future Concepts</a:t>
            </a:r>
          </a:p>
          <a:p>
            <a:r>
              <a:rPr lang="en-US" sz="1600" dirty="0"/>
              <a:t>Project Overview and Reflection</a:t>
            </a:r>
          </a:p>
          <a:p>
            <a:r>
              <a:rPr lang="en-US" sz="16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5578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CE09E21C-A325-4A05-ABC0-CAF1D7B5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7E777-8077-48ED-861D-919762A4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48AF6BEF-7139-416D-8C2F-4AD91DA4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85BEF-634B-59E2-7013-162232E3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584604"/>
            <a:ext cx="3413084" cy="7480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The History of AI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EE5988-58F6-192A-A55D-DF32DA7A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176" y="1434205"/>
            <a:ext cx="3404372" cy="50181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REFLECTION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Your Reflection Here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3BFF6BD-7732-42A2-AEA2-7E4BC4FF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Lines on wood">
            <a:extLst>
              <a:ext uri="{FF2B5EF4-FFF2-40B4-BE49-F238E27FC236}">
                <a16:creationId xmlns:a16="http://schemas.microsoft.com/office/drawing/2014/main" id="{AE55A3EC-FA81-66A7-6418-1154C5EC63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639" r="2439"/>
          <a:stretch/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4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CE09E21C-A325-4A05-ABC0-CAF1D7B5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7E777-8077-48ED-861D-919762A4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48AF6BEF-7139-416D-8C2F-4AD91DA4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85BEF-634B-59E2-7013-162232E3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584604"/>
            <a:ext cx="3413084" cy="7480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dirty="0"/>
              <a:t>Machine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EE5988-58F6-192A-A55D-DF32DA7A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176" y="1434205"/>
            <a:ext cx="3404372" cy="50181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REFLECTION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Your Reflection Here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3BFF6BD-7732-42A2-AEA2-7E4BC4FF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Lines on wood">
            <a:extLst>
              <a:ext uri="{FF2B5EF4-FFF2-40B4-BE49-F238E27FC236}">
                <a16:creationId xmlns:a16="http://schemas.microsoft.com/office/drawing/2014/main" id="{AE55A3EC-FA81-66A7-6418-1154C5EC63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639" r="2439"/>
          <a:stretch/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23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CE09E21C-A325-4A05-ABC0-CAF1D7B5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7E777-8077-48ED-861D-919762A4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48AF6BEF-7139-416D-8C2F-4AD91DA4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85BEF-634B-59E2-7013-162232E3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584604"/>
            <a:ext cx="3413084" cy="7480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dirty="0"/>
              <a:t>Data Management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EE5988-58F6-192A-A55D-DF32DA7A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176" y="1434205"/>
            <a:ext cx="3404372" cy="50181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REFLECTION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Your Reflection Here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3BFF6BD-7732-42A2-AEA2-7E4BC4FF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Lines on wood">
            <a:extLst>
              <a:ext uri="{FF2B5EF4-FFF2-40B4-BE49-F238E27FC236}">
                <a16:creationId xmlns:a16="http://schemas.microsoft.com/office/drawing/2014/main" id="{AE55A3EC-FA81-66A7-6418-1154C5EC63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639" r="2439"/>
          <a:stretch/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04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CE09E21C-A325-4A05-ABC0-CAF1D7B5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7E777-8077-48ED-861D-919762A4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48AF6BEF-7139-416D-8C2F-4AD91DA4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85BEF-634B-59E2-7013-162232E3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584604"/>
            <a:ext cx="3413084" cy="7480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LLM’s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EE5988-58F6-192A-A55D-DF32DA7A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176" y="1434205"/>
            <a:ext cx="3404372" cy="50181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REFLECTION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Your Reflection Here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3BFF6BD-7732-42A2-AEA2-7E4BC4FF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Lines on wood">
            <a:extLst>
              <a:ext uri="{FF2B5EF4-FFF2-40B4-BE49-F238E27FC236}">
                <a16:creationId xmlns:a16="http://schemas.microsoft.com/office/drawing/2014/main" id="{AE55A3EC-FA81-66A7-6418-1154C5EC63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639" r="2439"/>
          <a:stretch/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49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CE09E21C-A325-4A05-ABC0-CAF1D7B5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7E777-8077-48ED-861D-919762A4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48AF6BEF-7139-416D-8C2F-4AD91DA4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85BEF-634B-59E2-7013-162232E3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584604"/>
            <a:ext cx="3413084" cy="7480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Ethical AI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EE5988-58F6-192A-A55D-DF32DA7A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176" y="1434205"/>
            <a:ext cx="3404372" cy="50181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REFLECTION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Your Reflection Here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3BFF6BD-7732-42A2-AEA2-7E4BC4FF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Lines on wood">
            <a:extLst>
              <a:ext uri="{FF2B5EF4-FFF2-40B4-BE49-F238E27FC236}">
                <a16:creationId xmlns:a16="http://schemas.microsoft.com/office/drawing/2014/main" id="{AE55A3EC-FA81-66A7-6418-1154C5EC63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639" r="2439"/>
          <a:stretch/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9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CE09E21C-A325-4A05-ABC0-CAF1D7B5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7E777-8077-48ED-861D-919762A4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48AF6BEF-7139-416D-8C2F-4AD91DA4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85BEF-634B-59E2-7013-162232E3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584604"/>
            <a:ext cx="3413084" cy="7480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dirty="0"/>
              <a:t>Compromised AI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EE5988-58F6-192A-A55D-DF32DA7A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176" y="1434205"/>
            <a:ext cx="3404372" cy="50181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REFLECTION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Your Reflection Here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3BFF6BD-7732-42A2-AEA2-7E4BC4FF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Lines on wood">
            <a:extLst>
              <a:ext uri="{FF2B5EF4-FFF2-40B4-BE49-F238E27FC236}">
                <a16:creationId xmlns:a16="http://schemas.microsoft.com/office/drawing/2014/main" id="{AE55A3EC-FA81-66A7-6418-1154C5EC63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639" r="2439"/>
          <a:stretch/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93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6">
            <a:extLst>
              <a:ext uri="{FF2B5EF4-FFF2-40B4-BE49-F238E27FC236}">
                <a16:creationId xmlns:a16="http://schemas.microsoft.com/office/drawing/2014/main" id="{CE09E21C-A325-4A05-ABC0-CAF1D7B5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7E777-8077-48ED-861D-919762A4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48AF6BEF-7139-416D-8C2F-4AD91DA4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85BEF-634B-59E2-7013-162232E3C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584604"/>
            <a:ext cx="3413084" cy="7480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Future Concepts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EE5988-58F6-192A-A55D-DF32DA7A5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176" y="1434205"/>
            <a:ext cx="3404372" cy="50181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REFLECTION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Your Reflection Here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3BFF6BD-7732-42A2-AEA2-7E4BC4FF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Lines on wood">
            <a:extLst>
              <a:ext uri="{FF2B5EF4-FFF2-40B4-BE49-F238E27FC236}">
                <a16:creationId xmlns:a16="http://schemas.microsoft.com/office/drawing/2014/main" id="{AE55A3EC-FA81-66A7-6418-1154C5EC63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0639" r="2439"/>
          <a:stretch/>
        </p:blipFill>
        <p:spPr>
          <a:xfrm>
            <a:off x="5603706" y="1258529"/>
            <a:ext cx="5638853" cy="43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72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71CA-702A-AD21-0B7A-09E09BB4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/>
              <a:t>What I learned from This Course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60ECA-E69C-4723-ACE9-45137C333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721" y="2007221"/>
            <a:ext cx="11820293" cy="46835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400" b="1" dirty="0"/>
              <a:t>1. How your understanding of AI changed</a:t>
            </a:r>
            <a:endParaRPr lang="en-US" sz="1400" dirty="0"/>
          </a:p>
          <a:p>
            <a:pPr marL="0" lv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Describe here</a:t>
            </a:r>
            <a:endParaRPr lang="en-US" sz="1400" b="1" dirty="0"/>
          </a:p>
          <a:p>
            <a:pPr marL="0" lvl="0" indent="0">
              <a:buNone/>
            </a:pPr>
            <a:endParaRPr lang="en-US" sz="1400" b="1" dirty="0"/>
          </a:p>
          <a:p>
            <a:pPr marL="0" lvl="0" indent="0">
              <a:buNone/>
            </a:pPr>
            <a:r>
              <a:rPr lang="en-US" sz="1400" b="1" dirty="0"/>
              <a:t>2. Important concepts that you learned</a:t>
            </a:r>
            <a:endParaRPr lang="en-US" sz="1400" dirty="0"/>
          </a:p>
          <a:p>
            <a:pPr marL="0" lv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Describe here</a:t>
            </a:r>
            <a:endParaRPr lang="en-US" sz="1400" b="1" dirty="0"/>
          </a:p>
          <a:p>
            <a:pPr marL="0" lvl="0" indent="0">
              <a:buNone/>
            </a:pPr>
            <a:endParaRPr lang="en-US" sz="1400" b="1" dirty="0"/>
          </a:p>
          <a:p>
            <a:pPr marL="0" lvl="0" indent="0">
              <a:buNone/>
            </a:pPr>
            <a:r>
              <a:rPr lang="en-US" sz="1400" b="1" dirty="0"/>
              <a:t>3. New skills that you developed</a:t>
            </a:r>
            <a:endParaRPr lang="en-US" sz="1400" dirty="0"/>
          </a:p>
          <a:p>
            <a:pPr marL="0" lv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Describe here</a:t>
            </a:r>
            <a:endParaRPr lang="en-US" sz="1400" b="1" dirty="0"/>
          </a:p>
          <a:p>
            <a:endParaRPr lang="en-US" sz="1400" dirty="0"/>
          </a:p>
          <a:p>
            <a:pPr marL="0" lvl="0" indent="0">
              <a:buNone/>
            </a:pPr>
            <a:r>
              <a:rPr lang="en-US" sz="1400" b="1" dirty="0"/>
              <a:t>4. Anything to share about the structure and/or </a:t>
            </a:r>
            <a:r>
              <a:rPr lang="en-US" sz="1400" b="1"/>
              <a:t>the progression </a:t>
            </a:r>
            <a:r>
              <a:rPr lang="en-US" sz="1400" b="1" dirty="0"/>
              <a:t>of the course</a:t>
            </a:r>
            <a:endParaRPr lang="en-US" sz="1400" dirty="0"/>
          </a:p>
          <a:p>
            <a:pPr marL="0" lvl="0" indent="0">
              <a:buNone/>
            </a:pPr>
            <a:r>
              <a:rPr lang="en-US" sz="1400" dirty="0">
                <a:solidFill>
                  <a:srgbClr val="FFFF00"/>
                </a:solidFill>
              </a:rPr>
              <a:t>Describe here</a:t>
            </a:r>
            <a:endParaRPr lang="en-US" sz="1400" b="1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6431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71CA-702A-AD21-0B7A-09E09BB4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How I Envision Using AI in the Future</a:t>
            </a:r>
            <a:endParaRPr lang="en-US" sz="7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FC6D2-C3F6-4008-9871-850A3B328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420" y="2319454"/>
            <a:ext cx="11797990" cy="43489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lang="en-US" b="1" dirty="0"/>
              <a:t>1. How you might use AI in the future</a:t>
            </a:r>
            <a:endParaRPr lang="en-US" dirty="0"/>
          </a:p>
          <a:p>
            <a:pPr marL="0" lvl="0" indent="0">
              <a:buNone/>
            </a:pPr>
            <a:r>
              <a:rPr lang="en-US" dirty="0">
                <a:solidFill>
                  <a:srgbClr val="FFFF00"/>
                </a:solidFill>
              </a:rPr>
              <a:t>Describe here</a:t>
            </a:r>
            <a:endParaRPr lang="en-US" b="1" dirty="0">
              <a:solidFill>
                <a:srgbClr val="FFFF00"/>
              </a:solidFill>
            </a:endParaRP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lang="en-US" b="1" dirty="0"/>
              <a:t>2. How do your envision its impact on you and society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Describe here</a:t>
            </a:r>
          </a:p>
          <a:p>
            <a:pPr mar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lang="en-US" b="1" dirty="0"/>
              <a:t>3. Additional learning related to AI that you might explore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Describe here</a:t>
            </a:r>
          </a:p>
          <a:p>
            <a:pPr marL="0" lv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0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6">
            <a:extLst>
              <a:ext uri="{FF2B5EF4-FFF2-40B4-BE49-F238E27FC236}">
                <a16:creationId xmlns:a16="http://schemas.microsoft.com/office/drawing/2014/main" id="{DAD47858-7A44-47E5-AC94-E528B41D1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1188F1-BB70-DD92-BF66-70C54D02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9097"/>
            <a:ext cx="6446205" cy="37811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Thank you!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443971C-807F-47EA-A77D-96DA0A524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1342" y="0"/>
            <a:ext cx="465065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14">
            <a:extLst>
              <a:ext uri="{FF2B5EF4-FFF2-40B4-BE49-F238E27FC236}">
                <a16:creationId xmlns:a16="http://schemas.microsoft.com/office/drawing/2014/main" id="{C4B07F1E-24B3-440B-8F89-104CA22D8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4806" y="958640"/>
            <a:ext cx="3363730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39F64-6E02-41C1-ACAB-003921BC34D3}"/>
              </a:ext>
            </a:extLst>
          </p:cNvPr>
          <p:cNvSpPr txBox="1"/>
          <p:nvPr/>
        </p:nvSpPr>
        <p:spPr>
          <a:xfrm>
            <a:off x="8385717" y="1405054"/>
            <a:ext cx="29962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Feedback here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19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911</TotalTime>
  <Words>1606</Words>
  <Application>Microsoft Office PowerPoint</Application>
  <PresentationFormat>Widescreen</PresentationFormat>
  <Paragraphs>262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Century Gothic</vt:lpstr>
      <vt:lpstr>Wingdings 2</vt:lpstr>
      <vt:lpstr>Quotable</vt:lpstr>
      <vt:lpstr>AI Fundamentals  </vt:lpstr>
      <vt:lpstr>Contents</vt:lpstr>
      <vt:lpstr>The History of AI</vt:lpstr>
      <vt:lpstr>Machine Learning</vt:lpstr>
      <vt:lpstr>Data Management</vt:lpstr>
      <vt:lpstr>LLM’s</vt:lpstr>
      <vt:lpstr>Ethical AI</vt:lpstr>
      <vt:lpstr>Compromised AI</vt:lpstr>
      <vt:lpstr>Future Concepts</vt:lpstr>
      <vt:lpstr>What I learned from This Course</vt:lpstr>
      <vt:lpstr>How I Envision Using AI in the Future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</dc:title>
  <dc:creator>Johnson, Victor G</dc:creator>
  <cp:lastModifiedBy>DocV Johnson</cp:lastModifiedBy>
  <cp:revision>37</cp:revision>
  <dcterms:created xsi:type="dcterms:W3CDTF">2024-05-24T14:22:22Z</dcterms:created>
  <dcterms:modified xsi:type="dcterms:W3CDTF">2025-08-25T10:26:29Z</dcterms:modified>
</cp:coreProperties>
</file>