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301" r:id="rId2"/>
    <p:sldId id="302" r:id="rId3"/>
    <p:sldId id="294" r:id="rId4"/>
    <p:sldId id="295" r:id="rId5"/>
    <p:sldId id="299" r:id="rId6"/>
    <p:sldId id="300" r:id="rId7"/>
    <p:sldId id="277" r:id="rId8"/>
    <p:sldId id="278" r:id="rId9"/>
    <p:sldId id="279" r:id="rId10"/>
    <p:sldId id="280" r:id="rId11"/>
    <p:sldId id="281" r:id="rId12"/>
    <p:sldId id="282" r:id="rId13"/>
    <p:sldId id="283" r:id="rId14"/>
    <p:sldId id="284" r:id="rId15"/>
    <p:sldId id="28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515C"/>
    <a:srgbClr val="00C6BB"/>
    <a:srgbClr val="641D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05B33-AE18-4E0A-A68F-E1335D5AF8CF}" v="5517" dt="2024-04-25T21:29:27.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500" autoAdjust="0"/>
  </p:normalViewPr>
  <p:slideViewPr>
    <p:cSldViewPr snapToGrid="0">
      <p:cViewPr varScale="1">
        <p:scale>
          <a:sx n="91" d="100"/>
          <a:sy n="91" d="100"/>
        </p:scale>
        <p:origin x="102"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stnut, Temple D" userId="8e081a02-258a-4ece-b13b-54445b3f68be" providerId="ADAL" clId="{C665D795-653A-E645-A199-1F967E42BCBD}"/>
    <pc:docChg chg="undo custSel addSld modSld sldOrd">
      <pc:chgData name="Chestnut, Temple D" userId="8e081a02-258a-4ece-b13b-54445b3f68be" providerId="ADAL" clId="{C665D795-653A-E645-A199-1F967E42BCBD}" dt="2024-04-17T18:38:20.305" v="707"/>
      <pc:docMkLst>
        <pc:docMk/>
      </pc:docMkLst>
      <pc:sldChg chg="modTransition">
        <pc:chgData name="Chestnut, Temple D" userId="8e081a02-258a-4ece-b13b-54445b3f68be" providerId="ADAL" clId="{C665D795-653A-E645-A199-1F967E42BCBD}" dt="2024-04-17T18:36:23.475" v="693"/>
        <pc:sldMkLst>
          <pc:docMk/>
          <pc:sldMk cId="3716767455" sldId="256"/>
        </pc:sldMkLst>
      </pc:sldChg>
      <pc:sldChg chg="modSp mod modTransition modAnim">
        <pc:chgData name="Chestnut, Temple D" userId="8e081a02-258a-4ece-b13b-54445b3f68be" providerId="ADAL" clId="{C665D795-653A-E645-A199-1F967E42BCBD}" dt="2024-04-17T18:38:20.305" v="707"/>
        <pc:sldMkLst>
          <pc:docMk/>
          <pc:sldMk cId="1749137142" sldId="257"/>
        </pc:sldMkLst>
        <pc:spChg chg="mod">
          <ac:chgData name="Chestnut, Temple D" userId="8e081a02-258a-4ece-b13b-54445b3f68be" providerId="ADAL" clId="{C665D795-653A-E645-A199-1F967E42BCBD}" dt="2024-04-06T23:13:03.534" v="1" actId="27636"/>
          <ac:spMkLst>
            <pc:docMk/>
            <pc:sldMk cId="1749137142" sldId="257"/>
            <ac:spMk id="4" creationId="{BFFA63A0-0298-70F0-F643-5B8F10E17C58}"/>
          </ac:spMkLst>
        </pc:spChg>
      </pc:sldChg>
      <pc:sldChg chg="addSp delSp modSp new mod modTransition setBg modAnim setClrOvrMap">
        <pc:chgData name="Chestnut, Temple D" userId="8e081a02-258a-4ece-b13b-54445b3f68be" providerId="ADAL" clId="{C665D795-653A-E645-A199-1F967E42BCBD}" dt="2024-04-17T18:36:23.475" v="693"/>
        <pc:sldMkLst>
          <pc:docMk/>
          <pc:sldMk cId="2691844142" sldId="258"/>
        </pc:sldMkLst>
        <pc:spChg chg="mod">
          <ac:chgData name="Chestnut, Temple D" userId="8e081a02-258a-4ece-b13b-54445b3f68be" providerId="ADAL" clId="{C665D795-653A-E645-A199-1F967E42BCBD}" dt="2024-04-06T23:15:12.059" v="49" actId="26606"/>
          <ac:spMkLst>
            <pc:docMk/>
            <pc:sldMk cId="2691844142" sldId="258"/>
            <ac:spMk id="2" creationId="{053360A9-AD0E-74E6-6062-0B356A7479CB}"/>
          </ac:spMkLst>
        </pc:spChg>
        <pc:spChg chg="add del mod">
          <ac:chgData name="Chestnut, Temple D" userId="8e081a02-258a-4ece-b13b-54445b3f68be" providerId="ADAL" clId="{C665D795-653A-E645-A199-1F967E42BCBD}" dt="2024-04-06T23:15:12.059" v="49" actId="26606"/>
          <ac:spMkLst>
            <pc:docMk/>
            <pc:sldMk cId="2691844142" sldId="258"/>
            <ac:spMk id="3" creationId="{B1127FED-DC62-28B8-7A60-37AB7C3FA283}"/>
          </ac:spMkLst>
        </pc:spChg>
        <pc:spChg chg="add del">
          <ac:chgData name="Chestnut, Temple D" userId="8e081a02-258a-4ece-b13b-54445b3f68be" providerId="ADAL" clId="{C665D795-653A-E645-A199-1F967E42BCBD}" dt="2024-04-06T23:15:12.059" v="49" actId="26606"/>
          <ac:spMkLst>
            <pc:docMk/>
            <pc:sldMk cId="2691844142" sldId="258"/>
            <ac:spMk id="9" creationId="{5940F547-7206-4401-94FB-F8421915D8B8}"/>
          </ac:spMkLst>
        </pc:spChg>
        <pc:spChg chg="add del">
          <ac:chgData name="Chestnut, Temple D" userId="8e081a02-258a-4ece-b13b-54445b3f68be" providerId="ADAL" clId="{C665D795-653A-E645-A199-1F967E42BCBD}" dt="2024-04-06T23:14:47.106" v="46" actId="26606"/>
          <ac:spMkLst>
            <pc:docMk/>
            <pc:sldMk cId="2691844142" sldId="258"/>
            <ac:spMk id="14" creationId="{089A69AF-D57B-49B4-886C-D4A5DC194421}"/>
          </ac:spMkLst>
        </pc:spChg>
        <pc:spChg chg="add del">
          <ac:chgData name="Chestnut, Temple D" userId="8e081a02-258a-4ece-b13b-54445b3f68be" providerId="ADAL" clId="{C665D795-653A-E645-A199-1F967E42BCBD}" dt="2024-04-06T23:15:12.050" v="48" actId="26606"/>
          <ac:spMkLst>
            <pc:docMk/>
            <pc:sldMk cId="2691844142" sldId="258"/>
            <ac:spMk id="15" creationId="{056824CE-083D-4ED5-94A5-655345BBE75E}"/>
          </ac:spMkLst>
        </pc:spChg>
        <pc:spChg chg="add del">
          <ac:chgData name="Chestnut, Temple D" userId="8e081a02-258a-4ece-b13b-54445b3f68be" providerId="ADAL" clId="{C665D795-653A-E645-A199-1F967E42BCBD}" dt="2024-04-06T23:14:47.106" v="46" actId="26606"/>
          <ac:spMkLst>
            <pc:docMk/>
            <pc:sldMk cId="2691844142" sldId="258"/>
            <ac:spMk id="16" creationId="{CABDC08D-6093-4397-92D4-54D00E2BB1C2}"/>
          </ac:spMkLst>
        </pc:spChg>
        <pc:spChg chg="add del">
          <ac:chgData name="Chestnut, Temple D" userId="8e081a02-258a-4ece-b13b-54445b3f68be" providerId="ADAL" clId="{C665D795-653A-E645-A199-1F967E42BCBD}" dt="2024-04-06T23:15:12.050" v="48" actId="26606"/>
          <ac:spMkLst>
            <pc:docMk/>
            <pc:sldMk cId="2691844142" sldId="258"/>
            <ac:spMk id="17" creationId="{0785D83B-2124-40CD-9E29-811BC2B7CE64}"/>
          </ac:spMkLst>
        </pc:spChg>
        <pc:spChg chg="add">
          <ac:chgData name="Chestnut, Temple D" userId="8e081a02-258a-4ece-b13b-54445b3f68be" providerId="ADAL" clId="{C665D795-653A-E645-A199-1F967E42BCBD}" dt="2024-04-06T23:15:12.059" v="49" actId="26606"/>
          <ac:spMkLst>
            <pc:docMk/>
            <pc:sldMk cId="2691844142" sldId="258"/>
            <ac:spMk id="20" creationId="{3994EE40-F54F-48E5-826B-B45158209684}"/>
          </ac:spMkLst>
        </pc:spChg>
        <pc:spChg chg="add">
          <ac:chgData name="Chestnut, Temple D" userId="8e081a02-258a-4ece-b13b-54445b3f68be" providerId="ADAL" clId="{C665D795-653A-E645-A199-1F967E42BCBD}" dt="2024-04-06T23:15:12.059" v="49" actId="26606"/>
          <ac:spMkLst>
            <pc:docMk/>
            <pc:sldMk cId="2691844142" sldId="258"/>
            <ac:spMk id="21" creationId="{B1127FED-DC62-28B8-7A60-37AB7C3FA283}"/>
          </ac:spMkLst>
        </pc:spChg>
        <pc:graphicFrameChg chg="add del">
          <ac:chgData name="Chestnut, Temple D" userId="8e081a02-258a-4ece-b13b-54445b3f68be" providerId="ADAL" clId="{C665D795-653A-E645-A199-1F967E42BCBD}" dt="2024-04-06T23:15:12.050" v="48" actId="26606"/>
          <ac:graphicFrameMkLst>
            <pc:docMk/>
            <pc:sldMk cId="2691844142" sldId="258"/>
            <ac:graphicFrameMk id="11" creationId="{31A75CDA-BA92-5BC3-0869-26874E63941D}"/>
          </ac:graphicFrameMkLst>
        </pc:graphicFrameChg>
        <pc:picChg chg="add mod">
          <ac:chgData name="Chestnut, Temple D" userId="8e081a02-258a-4ece-b13b-54445b3f68be" providerId="ADAL" clId="{C665D795-653A-E645-A199-1F967E42BCBD}" dt="2024-04-06T23:15:27.674" v="53" actId="1076"/>
          <ac:picMkLst>
            <pc:docMk/>
            <pc:sldMk cId="2691844142" sldId="258"/>
            <ac:picMk id="4" creationId="{5BE5530D-01C4-22CB-D89C-698DB46B83D4}"/>
          </ac:picMkLst>
        </pc:picChg>
        <pc:picChg chg="add del">
          <ac:chgData name="Chestnut, Temple D" userId="8e081a02-258a-4ece-b13b-54445b3f68be" providerId="ADAL" clId="{C665D795-653A-E645-A199-1F967E42BCBD}" dt="2024-04-06T23:14:28.492" v="44" actId="478"/>
          <ac:picMkLst>
            <pc:docMk/>
            <pc:sldMk cId="2691844142" sldId="258"/>
            <ac:picMk id="5" creationId="{DDD72FB1-979A-8350-DCD9-7C46B1990B3A}"/>
          </ac:picMkLst>
        </pc:picChg>
        <pc:picChg chg="add del">
          <ac:chgData name="Chestnut, Temple D" userId="8e081a02-258a-4ece-b13b-54445b3f68be" providerId="ADAL" clId="{C665D795-653A-E645-A199-1F967E42BCBD}" dt="2024-04-06T23:15:25.651" v="52" actId="478"/>
          <ac:picMkLst>
            <pc:docMk/>
            <pc:sldMk cId="2691844142" sldId="258"/>
            <ac:picMk id="19" creationId="{E359A08A-DFF2-8B21-90C8-454454BCDA6C}"/>
          </ac:picMkLst>
        </pc:picChg>
      </pc:sldChg>
      <pc:sldChg chg="addSp delSp modSp new mod modTransition setBg modNotesTx">
        <pc:chgData name="Chestnut, Temple D" userId="8e081a02-258a-4ece-b13b-54445b3f68be" providerId="ADAL" clId="{C665D795-653A-E645-A199-1F967E42BCBD}" dt="2024-04-17T18:36:23.475" v="693"/>
        <pc:sldMkLst>
          <pc:docMk/>
          <pc:sldMk cId="682822831" sldId="259"/>
        </pc:sldMkLst>
        <pc:spChg chg="mod">
          <ac:chgData name="Chestnut, Temple D" userId="8e081a02-258a-4ece-b13b-54445b3f68be" providerId="ADAL" clId="{C665D795-653A-E645-A199-1F967E42BCBD}" dt="2024-04-06T23:17:32.785" v="146" actId="26606"/>
          <ac:spMkLst>
            <pc:docMk/>
            <pc:sldMk cId="682822831" sldId="259"/>
            <ac:spMk id="2" creationId="{1901C307-18D9-FC4C-375C-0B870A6DB240}"/>
          </ac:spMkLst>
        </pc:spChg>
        <pc:spChg chg="mod">
          <ac:chgData name="Chestnut, Temple D" userId="8e081a02-258a-4ece-b13b-54445b3f68be" providerId="ADAL" clId="{C665D795-653A-E645-A199-1F967E42BCBD}" dt="2024-04-06T23:17:32.785" v="146" actId="26606"/>
          <ac:spMkLst>
            <pc:docMk/>
            <pc:sldMk cId="682822831" sldId="259"/>
            <ac:spMk id="3" creationId="{ADD3F4E2-5299-F4A5-BA96-B59BE51E5FFD}"/>
          </ac:spMkLst>
        </pc:spChg>
        <pc:spChg chg="add del">
          <ac:chgData name="Chestnut, Temple D" userId="8e081a02-258a-4ece-b13b-54445b3f68be" providerId="ADAL" clId="{C665D795-653A-E645-A199-1F967E42BCBD}" dt="2024-04-06T23:17:32.778" v="145" actId="26606"/>
          <ac:spMkLst>
            <pc:docMk/>
            <pc:sldMk cId="682822831" sldId="259"/>
            <ac:spMk id="9" creationId="{5940F547-7206-4401-94FB-F8421915D8B8}"/>
          </ac:spMkLst>
        </pc:spChg>
        <pc:spChg chg="add">
          <ac:chgData name="Chestnut, Temple D" userId="8e081a02-258a-4ece-b13b-54445b3f68be" providerId="ADAL" clId="{C665D795-653A-E645-A199-1F967E42BCBD}" dt="2024-04-06T23:17:32.785" v="146" actId="26606"/>
          <ac:spMkLst>
            <pc:docMk/>
            <pc:sldMk cId="682822831" sldId="259"/>
            <ac:spMk id="11" creationId="{5940F547-7206-4401-94FB-F8421915D8B8}"/>
          </ac:spMkLst>
        </pc:spChg>
        <pc:picChg chg="add del">
          <ac:chgData name="Chestnut, Temple D" userId="8e081a02-258a-4ece-b13b-54445b3f68be" providerId="ADAL" clId="{C665D795-653A-E645-A199-1F967E42BCBD}" dt="2024-04-06T23:17:32.778" v="145" actId="26606"/>
          <ac:picMkLst>
            <pc:docMk/>
            <pc:sldMk cId="682822831" sldId="259"/>
            <ac:picMk id="5" creationId="{4A35B584-18E1-8D22-5F2E-3158420DE794}"/>
          </ac:picMkLst>
        </pc:picChg>
        <pc:picChg chg="add">
          <ac:chgData name="Chestnut, Temple D" userId="8e081a02-258a-4ece-b13b-54445b3f68be" providerId="ADAL" clId="{C665D795-653A-E645-A199-1F967E42BCBD}" dt="2024-04-06T23:17:32.785" v="146" actId="26606"/>
          <ac:picMkLst>
            <pc:docMk/>
            <pc:sldMk cId="682822831" sldId="259"/>
            <ac:picMk id="12" creationId="{58AE2D41-092A-54E9-6769-E987FCAB7119}"/>
          </ac:picMkLst>
        </pc:picChg>
      </pc:sldChg>
      <pc:sldChg chg="addSp delSp modSp new mod ord modTransition setBg modClrScheme setClrOvrMap chgLayout">
        <pc:chgData name="Chestnut, Temple D" userId="8e081a02-258a-4ece-b13b-54445b3f68be" providerId="ADAL" clId="{C665D795-653A-E645-A199-1F967E42BCBD}" dt="2024-04-17T18:36:23.475" v="693"/>
        <pc:sldMkLst>
          <pc:docMk/>
          <pc:sldMk cId="4264902701" sldId="260"/>
        </pc:sldMkLst>
        <pc:spChg chg="del mod ord">
          <ac:chgData name="Chestnut, Temple D" userId="8e081a02-258a-4ece-b13b-54445b3f68be" providerId="ADAL" clId="{C665D795-653A-E645-A199-1F967E42BCBD}" dt="2024-04-06T23:17:53.679" v="148" actId="700"/>
          <ac:spMkLst>
            <pc:docMk/>
            <pc:sldMk cId="4264902701" sldId="260"/>
            <ac:spMk id="2" creationId="{A0B440FE-59E7-8789-282C-70F260ADE5B6}"/>
          </ac:spMkLst>
        </pc:spChg>
        <pc:spChg chg="del mod ord">
          <ac:chgData name="Chestnut, Temple D" userId="8e081a02-258a-4ece-b13b-54445b3f68be" providerId="ADAL" clId="{C665D795-653A-E645-A199-1F967E42BCBD}" dt="2024-04-06T23:17:53.679" v="148" actId="700"/>
          <ac:spMkLst>
            <pc:docMk/>
            <pc:sldMk cId="4264902701" sldId="260"/>
            <ac:spMk id="3" creationId="{AE67C159-7C59-9A5B-D820-96F120049ABF}"/>
          </ac:spMkLst>
        </pc:spChg>
        <pc:spChg chg="add del mod ord">
          <ac:chgData name="Chestnut, Temple D" userId="8e081a02-258a-4ece-b13b-54445b3f68be" providerId="ADAL" clId="{C665D795-653A-E645-A199-1F967E42BCBD}" dt="2024-04-06T23:18:00.700" v="149" actId="700"/>
          <ac:spMkLst>
            <pc:docMk/>
            <pc:sldMk cId="4264902701" sldId="260"/>
            <ac:spMk id="4" creationId="{4BC0830A-D41B-CF2B-0B38-BCFA4F0B554B}"/>
          </ac:spMkLst>
        </pc:spChg>
        <pc:spChg chg="add del mod ord">
          <ac:chgData name="Chestnut, Temple D" userId="8e081a02-258a-4ece-b13b-54445b3f68be" providerId="ADAL" clId="{C665D795-653A-E645-A199-1F967E42BCBD}" dt="2024-04-06T23:18:00.700" v="149" actId="700"/>
          <ac:spMkLst>
            <pc:docMk/>
            <pc:sldMk cId="4264902701" sldId="260"/>
            <ac:spMk id="5" creationId="{D7056633-8C41-7215-8A06-75DC70D5137E}"/>
          </ac:spMkLst>
        </pc:spChg>
        <pc:spChg chg="add del mod ord">
          <ac:chgData name="Chestnut, Temple D" userId="8e081a02-258a-4ece-b13b-54445b3f68be" providerId="ADAL" clId="{C665D795-653A-E645-A199-1F967E42BCBD}" dt="2024-04-06T23:18:00.700" v="149" actId="700"/>
          <ac:spMkLst>
            <pc:docMk/>
            <pc:sldMk cId="4264902701" sldId="260"/>
            <ac:spMk id="6" creationId="{11BAFA6D-8FA5-EB3B-01F4-2D4223B34E7D}"/>
          </ac:spMkLst>
        </pc:spChg>
        <pc:spChg chg="add mod ord">
          <ac:chgData name="Chestnut, Temple D" userId="8e081a02-258a-4ece-b13b-54445b3f68be" providerId="ADAL" clId="{C665D795-653A-E645-A199-1F967E42BCBD}" dt="2024-04-06T23:20:36.357" v="250" actId="20577"/>
          <ac:spMkLst>
            <pc:docMk/>
            <pc:sldMk cId="4264902701" sldId="260"/>
            <ac:spMk id="7" creationId="{0030BB69-4A9C-6B3C-B877-20B7044901AD}"/>
          </ac:spMkLst>
        </pc:spChg>
        <pc:spChg chg="add del mod ord">
          <ac:chgData name="Chestnut, Temple D" userId="8e081a02-258a-4ece-b13b-54445b3f68be" providerId="ADAL" clId="{C665D795-653A-E645-A199-1F967E42BCBD}" dt="2024-04-06T23:18:10.612" v="150" actId="931"/>
          <ac:spMkLst>
            <pc:docMk/>
            <pc:sldMk cId="4264902701" sldId="260"/>
            <ac:spMk id="8" creationId="{9E98C325-8E1B-43FC-94BB-32C726A8402E}"/>
          </ac:spMkLst>
        </pc:spChg>
        <pc:spChg chg="add mod ord">
          <ac:chgData name="Chestnut, Temple D" userId="8e081a02-258a-4ece-b13b-54445b3f68be" providerId="ADAL" clId="{C665D795-653A-E645-A199-1F967E42BCBD}" dt="2024-04-06T23:25:00.791" v="269" actId="108"/>
          <ac:spMkLst>
            <pc:docMk/>
            <pc:sldMk cId="4264902701" sldId="260"/>
            <ac:spMk id="9" creationId="{75B4B8AF-AA68-7FA9-5B60-FB25F10AB6CD}"/>
          </ac:spMkLst>
        </pc:spChg>
        <pc:spChg chg="add">
          <ac:chgData name="Chestnut, Temple D" userId="8e081a02-258a-4ece-b13b-54445b3f68be" providerId="ADAL" clId="{C665D795-653A-E645-A199-1F967E42BCBD}" dt="2024-04-06T23:19:04.750" v="191" actId="26606"/>
          <ac:spMkLst>
            <pc:docMk/>
            <pc:sldMk cId="4264902701" sldId="260"/>
            <ac:spMk id="16" creationId="{53576798-7F98-4C7F-B6C7-6D41B5A7E927}"/>
          </ac:spMkLst>
        </pc:spChg>
        <pc:spChg chg="add">
          <ac:chgData name="Chestnut, Temple D" userId="8e081a02-258a-4ece-b13b-54445b3f68be" providerId="ADAL" clId="{C665D795-653A-E645-A199-1F967E42BCBD}" dt="2024-04-06T23:19:04.750" v="191" actId="26606"/>
          <ac:spMkLst>
            <pc:docMk/>
            <pc:sldMk cId="4264902701" sldId="260"/>
            <ac:spMk id="18" creationId="{A416E3E5-5186-46A4-AFBD-337387D3163D}"/>
          </ac:spMkLst>
        </pc:spChg>
        <pc:spChg chg="add">
          <ac:chgData name="Chestnut, Temple D" userId="8e081a02-258a-4ece-b13b-54445b3f68be" providerId="ADAL" clId="{C665D795-653A-E645-A199-1F967E42BCBD}" dt="2024-04-06T23:19:04.750" v="191" actId="26606"/>
          <ac:spMkLst>
            <pc:docMk/>
            <pc:sldMk cId="4264902701" sldId="260"/>
            <ac:spMk id="20" creationId="{7B8FAACC-353E-4F84-BA62-A5514185D9A9}"/>
          </ac:spMkLst>
        </pc:spChg>
        <pc:picChg chg="add mod">
          <ac:chgData name="Chestnut, Temple D" userId="8e081a02-258a-4ece-b13b-54445b3f68be" providerId="ADAL" clId="{C665D795-653A-E645-A199-1F967E42BCBD}" dt="2024-04-06T23:19:04.750" v="191" actId="26606"/>
          <ac:picMkLst>
            <pc:docMk/>
            <pc:sldMk cId="4264902701" sldId="260"/>
            <ac:picMk id="11" creationId="{498F96DE-C438-A801-CB5A-6A501BBB2570}"/>
          </ac:picMkLst>
        </pc:picChg>
      </pc:sldChg>
      <pc:sldChg chg="addSp delSp modSp add mod ord modTransition setBg setClrOvrMap modNotesTx">
        <pc:chgData name="Chestnut, Temple D" userId="8e081a02-258a-4ece-b13b-54445b3f68be" providerId="ADAL" clId="{C665D795-653A-E645-A199-1F967E42BCBD}" dt="2024-04-17T18:36:23.475" v="693"/>
        <pc:sldMkLst>
          <pc:docMk/>
          <pc:sldMk cId="1132059937" sldId="261"/>
        </pc:sldMkLst>
        <pc:spChg chg="mod">
          <ac:chgData name="Chestnut, Temple D" userId="8e081a02-258a-4ece-b13b-54445b3f68be" providerId="ADAL" clId="{C665D795-653A-E645-A199-1F967E42BCBD}" dt="2024-04-06T23:20:50.381" v="251" actId="26606"/>
          <ac:spMkLst>
            <pc:docMk/>
            <pc:sldMk cId="1132059937" sldId="261"/>
            <ac:spMk id="7" creationId="{0030BB69-4A9C-6B3C-B877-20B7044901AD}"/>
          </ac:spMkLst>
        </pc:spChg>
        <pc:spChg chg="mod">
          <ac:chgData name="Chestnut, Temple D" userId="8e081a02-258a-4ece-b13b-54445b3f68be" providerId="ADAL" clId="{C665D795-653A-E645-A199-1F967E42BCBD}" dt="2024-04-06T23:20:50.381" v="251" actId="26606"/>
          <ac:spMkLst>
            <pc:docMk/>
            <pc:sldMk cId="1132059937" sldId="261"/>
            <ac:spMk id="9" creationId="{75B4B8AF-AA68-7FA9-5B60-FB25F10AB6CD}"/>
          </ac:spMkLst>
        </pc:spChg>
        <pc:spChg chg="del">
          <ac:chgData name="Chestnut, Temple D" userId="8e081a02-258a-4ece-b13b-54445b3f68be" providerId="ADAL" clId="{C665D795-653A-E645-A199-1F967E42BCBD}" dt="2024-04-06T23:19:17.086" v="193" actId="26606"/>
          <ac:spMkLst>
            <pc:docMk/>
            <pc:sldMk cId="1132059937" sldId="261"/>
            <ac:spMk id="16" creationId="{53576798-7F98-4C7F-B6C7-6D41B5A7E927}"/>
          </ac:spMkLst>
        </pc:spChg>
        <pc:spChg chg="del">
          <ac:chgData name="Chestnut, Temple D" userId="8e081a02-258a-4ece-b13b-54445b3f68be" providerId="ADAL" clId="{C665D795-653A-E645-A199-1F967E42BCBD}" dt="2024-04-06T23:19:17.086" v="193" actId="26606"/>
          <ac:spMkLst>
            <pc:docMk/>
            <pc:sldMk cId="1132059937" sldId="261"/>
            <ac:spMk id="18" creationId="{A416E3E5-5186-46A4-AFBD-337387D3163D}"/>
          </ac:spMkLst>
        </pc:spChg>
        <pc:spChg chg="del">
          <ac:chgData name="Chestnut, Temple D" userId="8e081a02-258a-4ece-b13b-54445b3f68be" providerId="ADAL" clId="{C665D795-653A-E645-A199-1F967E42BCBD}" dt="2024-04-06T23:19:17.086" v="193" actId="26606"/>
          <ac:spMkLst>
            <pc:docMk/>
            <pc:sldMk cId="1132059937" sldId="261"/>
            <ac:spMk id="20" creationId="{7B8FAACC-353E-4F84-BA62-A5514185D9A9}"/>
          </ac:spMkLst>
        </pc:spChg>
        <pc:spChg chg="add del">
          <ac:chgData name="Chestnut, Temple D" userId="8e081a02-258a-4ece-b13b-54445b3f68be" providerId="ADAL" clId="{C665D795-653A-E645-A199-1F967E42BCBD}" dt="2024-04-06T23:20:50.381" v="251" actId="26606"/>
          <ac:spMkLst>
            <pc:docMk/>
            <pc:sldMk cId="1132059937" sldId="261"/>
            <ac:spMk id="25" creationId="{DA9A1ACB-4ECA-4EAE-AEAB-CE9C8C01EE60}"/>
          </ac:spMkLst>
        </pc:spChg>
        <pc:spChg chg="add del">
          <ac:chgData name="Chestnut, Temple D" userId="8e081a02-258a-4ece-b13b-54445b3f68be" providerId="ADAL" clId="{C665D795-653A-E645-A199-1F967E42BCBD}" dt="2024-04-06T23:20:50.381" v="251" actId="26606"/>
          <ac:spMkLst>
            <pc:docMk/>
            <pc:sldMk cId="1132059937" sldId="261"/>
            <ac:spMk id="27" creationId="{3F7D26C8-96ED-46E3-BD94-C1608C54C36B}"/>
          </ac:spMkLst>
        </pc:spChg>
        <pc:spChg chg="add del">
          <ac:chgData name="Chestnut, Temple D" userId="8e081a02-258a-4ece-b13b-54445b3f68be" providerId="ADAL" clId="{C665D795-653A-E645-A199-1F967E42BCBD}" dt="2024-04-06T23:20:50.381" v="251" actId="26606"/>
          <ac:spMkLst>
            <pc:docMk/>
            <pc:sldMk cId="1132059937" sldId="261"/>
            <ac:spMk id="29" creationId="{13EEA0A9-F720-41ED-8EBA-2A10A664FDE1}"/>
          </ac:spMkLst>
        </pc:spChg>
        <pc:spChg chg="add del">
          <ac:chgData name="Chestnut, Temple D" userId="8e081a02-258a-4ece-b13b-54445b3f68be" providerId="ADAL" clId="{C665D795-653A-E645-A199-1F967E42BCBD}" dt="2024-04-06T23:20:50.381" v="251" actId="26606"/>
          <ac:spMkLst>
            <pc:docMk/>
            <pc:sldMk cId="1132059937" sldId="261"/>
            <ac:spMk id="31" creationId="{03B27569-6089-4DC0-93E0-F3F6E1E93CC1}"/>
          </ac:spMkLst>
        </pc:spChg>
        <pc:spChg chg="add">
          <ac:chgData name="Chestnut, Temple D" userId="8e081a02-258a-4ece-b13b-54445b3f68be" providerId="ADAL" clId="{C665D795-653A-E645-A199-1F967E42BCBD}" dt="2024-04-06T23:20:50.381" v="251" actId="26606"/>
          <ac:spMkLst>
            <pc:docMk/>
            <pc:sldMk cId="1132059937" sldId="261"/>
            <ac:spMk id="36" creationId="{DA9A1ACB-4ECA-4EAE-AEAB-CE9C8C01EE60}"/>
          </ac:spMkLst>
        </pc:spChg>
        <pc:spChg chg="add">
          <ac:chgData name="Chestnut, Temple D" userId="8e081a02-258a-4ece-b13b-54445b3f68be" providerId="ADAL" clId="{C665D795-653A-E645-A199-1F967E42BCBD}" dt="2024-04-06T23:20:50.381" v="251" actId="26606"/>
          <ac:spMkLst>
            <pc:docMk/>
            <pc:sldMk cId="1132059937" sldId="261"/>
            <ac:spMk id="38" creationId="{3F7D26C8-96ED-46E3-BD94-C1608C54C36B}"/>
          </ac:spMkLst>
        </pc:spChg>
        <pc:spChg chg="add">
          <ac:chgData name="Chestnut, Temple D" userId="8e081a02-258a-4ece-b13b-54445b3f68be" providerId="ADAL" clId="{C665D795-653A-E645-A199-1F967E42BCBD}" dt="2024-04-06T23:20:50.381" v="251" actId="26606"/>
          <ac:spMkLst>
            <pc:docMk/>
            <pc:sldMk cId="1132059937" sldId="261"/>
            <ac:spMk id="40" creationId="{13EEA0A9-F720-41ED-8EBA-2A10A664FDE1}"/>
          </ac:spMkLst>
        </pc:spChg>
        <pc:spChg chg="add">
          <ac:chgData name="Chestnut, Temple D" userId="8e081a02-258a-4ece-b13b-54445b3f68be" providerId="ADAL" clId="{C665D795-653A-E645-A199-1F967E42BCBD}" dt="2024-04-06T23:20:50.381" v="251" actId="26606"/>
          <ac:spMkLst>
            <pc:docMk/>
            <pc:sldMk cId="1132059937" sldId="261"/>
            <ac:spMk id="42" creationId="{03B27569-6089-4DC0-93E0-F3F6E1E93CC1}"/>
          </ac:spMkLst>
        </pc:spChg>
        <pc:picChg chg="mod ord modCrop">
          <ac:chgData name="Chestnut, Temple D" userId="8e081a02-258a-4ece-b13b-54445b3f68be" providerId="ADAL" clId="{C665D795-653A-E645-A199-1F967E42BCBD}" dt="2024-04-06T23:20:50.381" v="251" actId="26606"/>
          <ac:picMkLst>
            <pc:docMk/>
            <pc:sldMk cId="1132059937" sldId="261"/>
            <ac:picMk id="11" creationId="{498F96DE-C438-A801-CB5A-6A501BBB2570}"/>
          </ac:picMkLst>
        </pc:picChg>
      </pc:sldChg>
      <pc:sldChg chg="addSp delSp modSp new mod modTransition setBg setClrOvrMap modNotesTx">
        <pc:chgData name="Chestnut, Temple D" userId="8e081a02-258a-4ece-b13b-54445b3f68be" providerId="ADAL" clId="{C665D795-653A-E645-A199-1F967E42BCBD}" dt="2024-04-17T18:36:23.475" v="693"/>
        <pc:sldMkLst>
          <pc:docMk/>
          <pc:sldMk cId="2912946348" sldId="262"/>
        </pc:sldMkLst>
        <pc:spChg chg="mod">
          <ac:chgData name="Chestnut, Temple D" userId="8e081a02-258a-4ece-b13b-54445b3f68be" providerId="ADAL" clId="{C665D795-653A-E645-A199-1F967E42BCBD}" dt="2024-04-06T23:23:02.186" v="262" actId="26606"/>
          <ac:spMkLst>
            <pc:docMk/>
            <pc:sldMk cId="2912946348" sldId="262"/>
            <ac:spMk id="2" creationId="{C722AAD8-AD94-BC43-EC01-3A4FC8CD6578}"/>
          </ac:spMkLst>
        </pc:spChg>
        <pc:spChg chg="del mod">
          <ac:chgData name="Chestnut, Temple D" userId="8e081a02-258a-4ece-b13b-54445b3f68be" providerId="ADAL" clId="{C665D795-653A-E645-A199-1F967E42BCBD}" dt="2024-04-06T23:23:02.186" v="262" actId="26606"/>
          <ac:spMkLst>
            <pc:docMk/>
            <pc:sldMk cId="2912946348" sldId="262"/>
            <ac:spMk id="3" creationId="{715F2C85-1A0C-F1F3-FF02-0093A3864476}"/>
          </ac:spMkLst>
        </pc:spChg>
        <pc:spChg chg="add">
          <ac:chgData name="Chestnut, Temple D" userId="8e081a02-258a-4ece-b13b-54445b3f68be" providerId="ADAL" clId="{C665D795-653A-E645-A199-1F967E42BCBD}" dt="2024-04-06T23:23:02.186" v="262" actId="26606"/>
          <ac:spMkLst>
            <pc:docMk/>
            <pc:sldMk cId="2912946348" sldId="262"/>
            <ac:spMk id="9" creationId="{056824CE-083D-4ED5-94A5-655345BBE75E}"/>
          </ac:spMkLst>
        </pc:spChg>
        <pc:spChg chg="add">
          <ac:chgData name="Chestnut, Temple D" userId="8e081a02-258a-4ece-b13b-54445b3f68be" providerId="ADAL" clId="{C665D795-653A-E645-A199-1F967E42BCBD}" dt="2024-04-06T23:23:02.186" v="262" actId="26606"/>
          <ac:spMkLst>
            <pc:docMk/>
            <pc:sldMk cId="2912946348" sldId="262"/>
            <ac:spMk id="11" creationId="{0785D83B-2124-40CD-9E29-811BC2B7CE64}"/>
          </ac:spMkLst>
        </pc:spChg>
        <pc:graphicFrameChg chg="add">
          <ac:chgData name="Chestnut, Temple D" userId="8e081a02-258a-4ece-b13b-54445b3f68be" providerId="ADAL" clId="{C665D795-653A-E645-A199-1F967E42BCBD}" dt="2024-04-06T23:23:02.186" v="262" actId="26606"/>
          <ac:graphicFrameMkLst>
            <pc:docMk/>
            <pc:sldMk cId="2912946348" sldId="262"/>
            <ac:graphicFrameMk id="5" creationId="{28377A9C-71AD-C589-09E7-9352B64C9FAE}"/>
          </ac:graphicFrameMkLst>
        </pc:graphicFrameChg>
      </pc:sldChg>
      <pc:sldChg chg="addSp modSp new mod modTransition setBg setClrOvrMap">
        <pc:chgData name="Chestnut, Temple D" userId="8e081a02-258a-4ece-b13b-54445b3f68be" providerId="ADAL" clId="{C665D795-653A-E645-A199-1F967E42BCBD}" dt="2024-04-17T18:36:23.475" v="693"/>
        <pc:sldMkLst>
          <pc:docMk/>
          <pc:sldMk cId="3023770004" sldId="263"/>
        </pc:sldMkLst>
        <pc:spChg chg="mod">
          <ac:chgData name="Chestnut, Temple D" userId="8e081a02-258a-4ece-b13b-54445b3f68be" providerId="ADAL" clId="{C665D795-653A-E645-A199-1F967E42BCBD}" dt="2024-04-06T23:29:13.302" v="283" actId="26606"/>
          <ac:spMkLst>
            <pc:docMk/>
            <pc:sldMk cId="3023770004" sldId="263"/>
            <ac:spMk id="2" creationId="{603AF38C-75BE-36E3-4A22-6EB9BF26DC0A}"/>
          </ac:spMkLst>
        </pc:spChg>
        <pc:spChg chg="mod">
          <ac:chgData name="Chestnut, Temple D" userId="8e081a02-258a-4ece-b13b-54445b3f68be" providerId="ADAL" clId="{C665D795-653A-E645-A199-1F967E42BCBD}" dt="2024-04-06T23:29:13.302" v="283" actId="26606"/>
          <ac:spMkLst>
            <pc:docMk/>
            <pc:sldMk cId="3023770004" sldId="263"/>
            <ac:spMk id="3" creationId="{16F3506E-017D-36FD-B8EA-83CB9047AA03}"/>
          </ac:spMkLst>
        </pc:spChg>
        <pc:spChg chg="add">
          <ac:chgData name="Chestnut, Temple D" userId="8e081a02-258a-4ece-b13b-54445b3f68be" providerId="ADAL" clId="{C665D795-653A-E645-A199-1F967E42BCBD}" dt="2024-04-06T23:29:13.302" v="283" actId="26606"/>
          <ac:spMkLst>
            <pc:docMk/>
            <pc:sldMk cId="3023770004" sldId="263"/>
            <ac:spMk id="8" creationId="{089A69AF-D57B-49B4-886C-D4A5DC194421}"/>
          </ac:spMkLst>
        </pc:spChg>
        <pc:spChg chg="add">
          <ac:chgData name="Chestnut, Temple D" userId="8e081a02-258a-4ece-b13b-54445b3f68be" providerId="ADAL" clId="{C665D795-653A-E645-A199-1F967E42BCBD}" dt="2024-04-06T23:29:13.302" v="283" actId="26606"/>
          <ac:spMkLst>
            <pc:docMk/>
            <pc:sldMk cId="3023770004" sldId="263"/>
            <ac:spMk id="10" creationId="{CABDC08D-6093-4397-92D4-54D00E2BB1C2}"/>
          </ac:spMkLst>
        </pc:spChg>
      </pc:sldChg>
      <pc:sldChg chg="addSp delSp modSp new mod modTransition setBg addAnim delAnim">
        <pc:chgData name="Chestnut, Temple D" userId="8e081a02-258a-4ece-b13b-54445b3f68be" providerId="ADAL" clId="{C665D795-653A-E645-A199-1F967E42BCBD}" dt="2024-04-17T18:36:23.475" v="693"/>
        <pc:sldMkLst>
          <pc:docMk/>
          <pc:sldMk cId="891678999" sldId="264"/>
        </pc:sldMkLst>
        <pc:spChg chg="mod">
          <ac:chgData name="Chestnut, Temple D" userId="8e081a02-258a-4ece-b13b-54445b3f68be" providerId="ADAL" clId="{C665D795-653A-E645-A199-1F967E42BCBD}" dt="2024-04-06T23:30:06.972" v="321" actId="26606"/>
          <ac:spMkLst>
            <pc:docMk/>
            <pc:sldMk cId="891678999" sldId="264"/>
            <ac:spMk id="2" creationId="{95669957-503B-C744-EB0C-233942427CEC}"/>
          </ac:spMkLst>
        </pc:spChg>
        <pc:spChg chg="mod">
          <ac:chgData name="Chestnut, Temple D" userId="8e081a02-258a-4ece-b13b-54445b3f68be" providerId="ADAL" clId="{C665D795-653A-E645-A199-1F967E42BCBD}" dt="2024-04-06T23:30:06.972" v="321" actId="26606"/>
          <ac:spMkLst>
            <pc:docMk/>
            <pc:sldMk cId="891678999" sldId="264"/>
            <ac:spMk id="3" creationId="{49F9D09A-B5C9-E413-9616-3155A9C3A549}"/>
          </ac:spMkLst>
        </pc:spChg>
        <pc:spChg chg="add">
          <ac:chgData name="Chestnut, Temple D" userId="8e081a02-258a-4ece-b13b-54445b3f68be" providerId="ADAL" clId="{C665D795-653A-E645-A199-1F967E42BCBD}" dt="2024-04-06T23:30:06.972" v="321" actId="26606"/>
          <ac:spMkLst>
            <pc:docMk/>
            <pc:sldMk cId="891678999" sldId="264"/>
            <ac:spMk id="8" creationId="{8775F366-526C-4C42-8931-696FFE8AA517}"/>
          </ac:spMkLst>
        </pc:spChg>
        <pc:spChg chg="add del">
          <ac:chgData name="Chestnut, Temple D" userId="8e081a02-258a-4ece-b13b-54445b3f68be" providerId="ADAL" clId="{C665D795-653A-E645-A199-1F967E42BCBD}" dt="2024-04-06T23:30:06.966" v="320" actId="26606"/>
          <ac:spMkLst>
            <pc:docMk/>
            <pc:sldMk cId="891678999" sldId="264"/>
            <ac:spMk id="9" creationId="{E446B7E6-8568-417F-959E-DB3D1E70F648}"/>
          </ac:spMkLst>
        </pc:spChg>
        <pc:spChg chg="add">
          <ac:chgData name="Chestnut, Temple D" userId="8e081a02-258a-4ece-b13b-54445b3f68be" providerId="ADAL" clId="{C665D795-653A-E645-A199-1F967E42BCBD}" dt="2024-04-06T23:30:06.972" v="321" actId="26606"/>
          <ac:spMkLst>
            <pc:docMk/>
            <pc:sldMk cId="891678999" sldId="264"/>
            <ac:spMk id="10" creationId="{2FE8DED1-24FF-4A79-873B-ECE3ABE73035}"/>
          </ac:spMkLst>
        </pc:spChg>
        <pc:spChg chg="add del">
          <ac:chgData name="Chestnut, Temple D" userId="8e081a02-258a-4ece-b13b-54445b3f68be" providerId="ADAL" clId="{C665D795-653A-E645-A199-1F967E42BCBD}" dt="2024-04-06T23:30:06.966" v="320" actId="26606"/>
          <ac:spMkLst>
            <pc:docMk/>
            <pc:sldMk cId="891678999" sldId="264"/>
            <ac:spMk id="11" creationId="{54047A07-72EC-41BC-A55F-C264F639FB20}"/>
          </ac:spMkLst>
        </pc:spChg>
        <pc:spChg chg="add">
          <ac:chgData name="Chestnut, Temple D" userId="8e081a02-258a-4ece-b13b-54445b3f68be" providerId="ADAL" clId="{C665D795-653A-E645-A199-1F967E42BCBD}" dt="2024-04-06T23:30:06.972" v="321" actId="26606"/>
          <ac:spMkLst>
            <pc:docMk/>
            <pc:sldMk cId="891678999" sldId="264"/>
            <ac:spMk id="12" creationId="{0AA6A048-501A-4387-906B-B8A8543E7B11}"/>
          </ac:spMkLst>
        </pc:spChg>
        <pc:picChg chg="add del">
          <ac:chgData name="Chestnut, Temple D" userId="8e081a02-258a-4ece-b13b-54445b3f68be" providerId="ADAL" clId="{C665D795-653A-E645-A199-1F967E42BCBD}" dt="2024-04-06T23:30:06.966" v="320" actId="26606"/>
          <ac:picMkLst>
            <pc:docMk/>
            <pc:sldMk cId="891678999" sldId="264"/>
            <ac:picMk id="5" creationId="{2CECCD0C-8E93-8C39-D24D-AB6C689B97AE}"/>
          </ac:picMkLst>
        </pc:picChg>
      </pc:sldChg>
      <pc:sldChg chg="addSp delSp modSp new mod modTransition setBg modNotesTx">
        <pc:chgData name="Chestnut, Temple D" userId="8e081a02-258a-4ece-b13b-54445b3f68be" providerId="ADAL" clId="{C665D795-653A-E645-A199-1F967E42BCBD}" dt="2024-04-17T18:36:23.475" v="693"/>
        <pc:sldMkLst>
          <pc:docMk/>
          <pc:sldMk cId="2763339689" sldId="265"/>
        </pc:sldMkLst>
        <pc:spChg chg="mod">
          <ac:chgData name="Chestnut, Temple D" userId="8e081a02-258a-4ece-b13b-54445b3f68be" providerId="ADAL" clId="{C665D795-653A-E645-A199-1F967E42BCBD}" dt="2024-04-06T23:34:05.619" v="384" actId="26606"/>
          <ac:spMkLst>
            <pc:docMk/>
            <pc:sldMk cId="2763339689" sldId="265"/>
            <ac:spMk id="2" creationId="{17ACDAE8-9E4A-52C4-18F2-2E646B036A38}"/>
          </ac:spMkLst>
        </pc:spChg>
        <pc:spChg chg="mod">
          <ac:chgData name="Chestnut, Temple D" userId="8e081a02-258a-4ece-b13b-54445b3f68be" providerId="ADAL" clId="{C665D795-653A-E645-A199-1F967E42BCBD}" dt="2024-04-06T23:34:05.619" v="384" actId="26606"/>
          <ac:spMkLst>
            <pc:docMk/>
            <pc:sldMk cId="2763339689" sldId="265"/>
            <ac:spMk id="3" creationId="{D4B5AFFB-D582-D42A-7132-1D7ABB60281C}"/>
          </ac:spMkLst>
        </pc:spChg>
        <pc:spChg chg="add del">
          <ac:chgData name="Chestnut, Temple D" userId="8e081a02-258a-4ece-b13b-54445b3f68be" providerId="ADAL" clId="{C665D795-653A-E645-A199-1F967E42BCBD}" dt="2024-04-06T23:31:12.227" v="360" actId="22"/>
          <ac:spMkLst>
            <pc:docMk/>
            <pc:sldMk cId="2763339689" sldId="265"/>
            <ac:spMk id="5" creationId="{9A0FF6D5-02F4-19D9-094F-C60B72A7312B}"/>
          </ac:spMkLst>
        </pc:spChg>
        <pc:spChg chg="add">
          <ac:chgData name="Chestnut, Temple D" userId="8e081a02-258a-4ece-b13b-54445b3f68be" providerId="ADAL" clId="{C665D795-653A-E645-A199-1F967E42BCBD}" dt="2024-04-06T23:34:05.619" v="384" actId="26606"/>
          <ac:spMkLst>
            <pc:docMk/>
            <pc:sldMk cId="2763339689" sldId="265"/>
            <ac:spMk id="8" creationId="{089A69AF-D57B-49B4-886C-D4A5DC194421}"/>
          </ac:spMkLst>
        </pc:spChg>
        <pc:spChg chg="add">
          <ac:chgData name="Chestnut, Temple D" userId="8e081a02-258a-4ece-b13b-54445b3f68be" providerId="ADAL" clId="{C665D795-653A-E645-A199-1F967E42BCBD}" dt="2024-04-06T23:34:05.619" v="384" actId="26606"/>
          <ac:spMkLst>
            <pc:docMk/>
            <pc:sldMk cId="2763339689" sldId="265"/>
            <ac:spMk id="10" creationId="{68F2977E-E0AE-4EB4-A059-59E908EB862A}"/>
          </ac:spMkLst>
        </pc:spChg>
      </pc:sldChg>
      <pc:sldChg chg="addSp delSp modSp add mod modTransition setBg setClrOvrMap modNotesTx">
        <pc:chgData name="Chestnut, Temple D" userId="8e081a02-258a-4ece-b13b-54445b3f68be" providerId="ADAL" clId="{C665D795-653A-E645-A199-1F967E42BCBD}" dt="2024-04-17T18:36:23.475" v="693"/>
        <pc:sldMkLst>
          <pc:docMk/>
          <pc:sldMk cId="2667274780" sldId="266"/>
        </pc:sldMkLst>
        <pc:spChg chg="mod">
          <ac:chgData name="Chestnut, Temple D" userId="8e081a02-258a-4ece-b13b-54445b3f68be" providerId="ADAL" clId="{C665D795-653A-E645-A199-1F967E42BCBD}" dt="2024-04-06T23:35:13.251" v="424" actId="26606"/>
          <ac:spMkLst>
            <pc:docMk/>
            <pc:sldMk cId="2667274780" sldId="266"/>
            <ac:spMk id="2" creationId="{17ACDAE8-9E4A-52C4-18F2-2E646B036A38}"/>
          </ac:spMkLst>
        </pc:spChg>
        <pc:spChg chg="mod">
          <ac:chgData name="Chestnut, Temple D" userId="8e081a02-258a-4ece-b13b-54445b3f68be" providerId="ADAL" clId="{C665D795-653A-E645-A199-1F967E42BCBD}" dt="2024-04-06T23:35:13.251" v="424" actId="26606"/>
          <ac:spMkLst>
            <pc:docMk/>
            <pc:sldMk cId="2667274780" sldId="266"/>
            <ac:spMk id="3" creationId="{D4B5AFFB-D582-D42A-7132-1D7ABB60281C}"/>
          </ac:spMkLst>
        </pc:spChg>
        <pc:spChg chg="del">
          <ac:chgData name="Chestnut, Temple D" userId="8e081a02-258a-4ece-b13b-54445b3f68be" providerId="ADAL" clId="{C665D795-653A-E645-A199-1F967E42BCBD}" dt="2024-04-06T23:35:13.251" v="424" actId="26606"/>
          <ac:spMkLst>
            <pc:docMk/>
            <pc:sldMk cId="2667274780" sldId="266"/>
            <ac:spMk id="8" creationId="{089A69AF-D57B-49B4-886C-D4A5DC194421}"/>
          </ac:spMkLst>
        </pc:spChg>
        <pc:spChg chg="del">
          <ac:chgData name="Chestnut, Temple D" userId="8e081a02-258a-4ece-b13b-54445b3f68be" providerId="ADAL" clId="{C665D795-653A-E645-A199-1F967E42BCBD}" dt="2024-04-06T23:35:13.251" v="424" actId="26606"/>
          <ac:spMkLst>
            <pc:docMk/>
            <pc:sldMk cId="2667274780" sldId="266"/>
            <ac:spMk id="10" creationId="{68F2977E-E0AE-4EB4-A059-59E908EB862A}"/>
          </ac:spMkLst>
        </pc:spChg>
        <pc:spChg chg="add">
          <ac:chgData name="Chestnut, Temple D" userId="8e081a02-258a-4ece-b13b-54445b3f68be" providerId="ADAL" clId="{C665D795-653A-E645-A199-1F967E42BCBD}" dt="2024-04-06T23:35:13.251" v="424" actId="26606"/>
          <ac:spMkLst>
            <pc:docMk/>
            <pc:sldMk cId="2667274780" sldId="266"/>
            <ac:spMk id="15" creationId="{089A69AF-D57B-49B4-886C-D4A5DC194421}"/>
          </ac:spMkLst>
        </pc:spChg>
        <pc:spChg chg="add">
          <ac:chgData name="Chestnut, Temple D" userId="8e081a02-258a-4ece-b13b-54445b3f68be" providerId="ADAL" clId="{C665D795-653A-E645-A199-1F967E42BCBD}" dt="2024-04-06T23:35:13.251" v="424" actId="26606"/>
          <ac:spMkLst>
            <pc:docMk/>
            <pc:sldMk cId="2667274780" sldId="266"/>
            <ac:spMk id="17" creationId="{CABDC08D-6093-4397-92D4-54D00E2BB1C2}"/>
          </ac:spMkLst>
        </pc:spChg>
      </pc:sldChg>
      <pc:sldChg chg="addSp delSp modSp add mod ord modTransition setBg delDesignElem modNotesTx">
        <pc:chgData name="Chestnut, Temple D" userId="8e081a02-258a-4ece-b13b-54445b3f68be" providerId="ADAL" clId="{C665D795-653A-E645-A199-1F967E42BCBD}" dt="2024-04-17T18:36:23.475" v="693"/>
        <pc:sldMkLst>
          <pc:docMk/>
          <pc:sldMk cId="2722700830" sldId="267"/>
        </pc:sldMkLst>
        <pc:spChg chg="mod">
          <ac:chgData name="Chestnut, Temple D" userId="8e081a02-258a-4ece-b13b-54445b3f68be" providerId="ADAL" clId="{C665D795-653A-E645-A199-1F967E42BCBD}" dt="2024-04-06T23:36:47.878" v="451" actId="26606"/>
          <ac:spMkLst>
            <pc:docMk/>
            <pc:sldMk cId="2722700830" sldId="267"/>
            <ac:spMk id="2" creationId="{17ACDAE8-9E4A-52C4-18F2-2E646B036A38}"/>
          </ac:spMkLst>
        </pc:spChg>
        <pc:spChg chg="mod">
          <ac:chgData name="Chestnut, Temple D" userId="8e081a02-258a-4ece-b13b-54445b3f68be" providerId="ADAL" clId="{C665D795-653A-E645-A199-1F967E42BCBD}" dt="2024-04-06T23:36:47.878" v="451" actId="26606"/>
          <ac:spMkLst>
            <pc:docMk/>
            <pc:sldMk cId="2722700830" sldId="267"/>
            <ac:spMk id="3" creationId="{D4B5AFFB-D582-D42A-7132-1D7ABB60281C}"/>
          </ac:spMkLst>
        </pc:spChg>
        <pc:spChg chg="add">
          <ac:chgData name="Chestnut, Temple D" userId="8e081a02-258a-4ece-b13b-54445b3f68be" providerId="ADAL" clId="{C665D795-653A-E645-A199-1F967E42BCBD}" dt="2024-04-06T23:36:47.878" v="451" actId="26606"/>
          <ac:spMkLst>
            <pc:docMk/>
            <pc:sldMk cId="2722700830" sldId="267"/>
            <ac:spMk id="8" creationId="{089A69AF-D57B-49B4-886C-D4A5DC194421}"/>
          </ac:spMkLst>
        </pc:spChg>
        <pc:spChg chg="add">
          <ac:chgData name="Chestnut, Temple D" userId="8e081a02-258a-4ece-b13b-54445b3f68be" providerId="ADAL" clId="{C665D795-653A-E645-A199-1F967E42BCBD}" dt="2024-04-06T23:36:47.878" v="451" actId="26606"/>
          <ac:spMkLst>
            <pc:docMk/>
            <pc:sldMk cId="2722700830" sldId="267"/>
            <ac:spMk id="10" creationId="{68F2977E-E0AE-4EB4-A059-59E908EB862A}"/>
          </ac:spMkLst>
        </pc:spChg>
        <pc:spChg chg="del">
          <ac:chgData name="Chestnut, Temple D" userId="8e081a02-258a-4ece-b13b-54445b3f68be" providerId="ADAL" clId="{C665D795-653A-E645-A199-1F967E42BCBD}" dt="2024-04-06T23:35:28.685" v="427"/>
          <ac:spMkLst>
            <pc:docMk/>
            <pc:sldMk cId="2722700830" sldId="267"/>
            <ac:spMk id="15" creationId="{089A69AF-D57B-49B4-886C-D4A5DC194421}"/>
          </ac:spMkLst>
        </pc:spChg>
        <pc:spChg chg="del">
          <ac:chgData name="Chestnut, Temple D" userId="8e081a02-258a-4ece-b13b-54445b3f68be" providerId="ADAL" clId="{C665D795-653A-E645-A199-1F967E42BCBD}" dt="2024-04-06T23:35:28.685" v="427"/>
          <ac:spMkLst>
            <pc:docMk/>
            <pc:sldMk cId="2722700830" sldId="267"/>
            <ac:spMk id="17" creationId="{CABDC08D-6093-4397-92D4-54D00E2BB1C2}"/>
          </ac:spMkLst>
        </pc:spChg>
      </pc:sldChg>
      <pc:sldChg chg="addSp delSp modSp add mod ord modTransition setBg setClrOvrMap delDesignElem">
        <pc:chgData name="Chestnut, Temple D" userId="8e081a02-258a-4ece-b13b-54445b3f68be" providerId="ADAL" clId="{C665D795-653A-E645-A199-1F967E42BCBD}" dt="2024-04-17T18:36:23.475" v="693"/>
        <pc:sldMkLst>
          <pc:docMk/>
          <pc:sldMk cId="1887833564" sldId="268"/>
        </pc:sldMkLst>
        <pc:spChg chg="mod">
          <ac:chgData name="Chestnut, Temple D" userId="8e081a02-258a-4ece-b13b-54445b3f68be" providerId="ADAL" clId="{C665D795-653A-E645-A199-1F967E42BCBD}" dt="2024-04-11T17:03:15.483" v="590" actId="26606"/>
          <ac:spMkLst>
            <pc:docMk/>
            <pc:sldMk cId="1887833564" sldId="268"/>
            <ac:spMk id="2" creationId="{95669957-503B-C744-EB0C-233942427CEC}"/>
          </ac:spMkLst>
        </pc:spChg>
        <pc:spChg chg="mod">
          <ac:chgData name="Chestnut, Temple D" userId="8e081a02-258a-4ece-b13b-54445b3f68be" providerId="ADAL" clId="{C665D795-653A-E645-A199-1F967E42BCBD}" dt="2024-04-11T17:03:15.483" v="590" actId="26606"/>
          <ac:spMkLst>
            <pc:docMk/>
            <pc:sldMk cId="1887833564" sldId="268"/>
            <ac:spMk id="3" creationId="{49F9D09A-B5C9-E413-9616-3155A9C3A549}"/>
          </ac:spMkLst>
        </pc:spChg>
        <pc:spChg chg="add del">
          <ac:chgData name="Chestnut, Temple D" userId="8e081a02-258a-4ece-b13b-54445b3f68be" providerId="ADAL" clId="{C665D795-653A-E645-A199-1F967E42BCBD}" dt="2024-04-11T17:03:15.477" v="589" actId="26606"/>
          <ac:spMkLst>
            <pc:docMk/>
            <pc:sldMk cId="1887833564" sldId="268"/>
            <ac:spMk id="5" creationId="{35C44DBB-AD7C-4682-B258-6367305D207B}"/>
          </ac:spMkLst>
        </pc:spChg>
        <pc:spChg chg="del">
          <ac:chgData name="Chestnut, Temple D" userId="8e081a02-258a-4ece-b13b-54445b3f68be" providerId="ADAL" clId="{C665D795-653A-E645-A199-1F967E42BCBD}" dt="2024-04-11T17:02:02.281" v="470"/>
          <ac:spMkLst>
            <pc:docMk/>
            <pc:sldMk cId="1887833564" sldId="268"/>
            <ac:spMk id="8" creationId="{8775F366-526C-4C42-8931-696FFE8AA517}"/>
          </ac:spMkLst>
        </pc:spChg>
        <pc:spChg chg="add">
          <ac:chgData name="Chestnut, Temple D" userId="8e081a02-258a-4ece-b13b-54445b3f68be" providerId="ADAL" clId="{C665D795-653A-E645-A199-1F967E42BCBD}" dt="2024-04-11T17:03:15.483" v="590" actId="26606"/>
          <ac:spMkLst>
            <pc:docMk/>
            <pc:sldMk cId="1887833564" sldId="268"/>
            <ac:spMk id="9" creationId="{F1E0D4A3-ECB8-4689-ABDB-9CE848CE83B9}"/>
          </ac:spMkLst>
        </pc:spChg>
        <pc:spChg chg="del">
          <ac:chgData name="Chestnut, Temple D" userId="8e081a02-258a-4ece-b13b-54445b3f68be" providerId="ADAL" clId="{C665D795-653A-E645-A199-1F967E42BCBD}" dt="2024-04-11T17:02:02.281" v="470"/>
          <ac:spMkLst>
            <pc:docMk/>
            <pc:sldMk cId="1887833564" sldId="268"/>
            <ac:spMk id="10" creationId="{2FE8DED1-24FF-4A79-873B-ECE3ABE73035}"/>
          </ac:spMkLst>
        </pc:spChg>
        <pc:spChg chg="add">
          <ac:chgData name="Chestnut, Temple D" userId="8e081a02-258a-4ece-b13b-54445b3f68be" providerId="ADAL" clId="{C665D795-653A-E645-A199-1F967E42BCBD}" dt="2024-04-11T17:03:15.483" v="590" actId="26606"/>
          <ac:spMkLst>
            <pc:docMk/>
            <pc:sldMk cId="1887833564" sldId="268"/>
            <ac:spMk id="11" creationId="{8854772B-9C8F-4037-89E0-3A45208AB395}"/>
          </ac:spMkLst>
        </pc:spChg>
        <pc:spChg chg="del">
          <ac:chgData name="Chestnut, Temple D" userId="8e081a02-258a-4ece-b13b-54445b3f68be" providerId="ADAL" clId="{C665D795-653A-E645-A199-1F967E42BCBD}" dt="2024-04-11T17:02:02.281" v="470"/>
          <ac:spMkLst>
            <pc:docMk/>
            <pc:sldMk cId="1887833564" sldId="268"/>
            <ac:spMk id="12" creationId="{0AA6A048-501A-4387-906B-B8A8543E7B11}"/>
          </ac:spMkLst>
        </pc:spChg>
        <pc:cxnChg chg="add del">
          <ac:chgData name="Chestnut, Temple D" userId="8e081a02-258a-4ece-b13b-54445b3f68be" providerId="ADAL" clId="{C665D795-653A-E645-A199-1F967E42BCBD}" dt="2024-04-11T17:03:15.477" v="589" actId="26606"/>
          <ac:cxnSpMkLst>
            <pc:docMk/>
            <pc:sldMk cId="1887833564" sldId="268"/>
            <ac:cxnSpMk id="6" creationId="{A1CED323-FAF0-4E0B-8717-FC1F468A28FE}"/>
          </ac:cxnSpMkLst>
        </pc:cxnChg>
      </pc:sldChg>
      <pc:sldChg chg="addSp delSp modSp new mod modTransition setBg">
        <pc:chgData name="Chestnut, Temple D" userId="8e081a02-258a-4ece-b13b-54445b3f68be" providerId="ADAL" clId="{C665D795-653A-E645-A199-1F967E42BCBD}" dt="2024-04-17T18:36:23.475" v="693"/>
        <pc:sldMkLst>
          <pc:docMk/>
          <pc:sldMk cId="2853128309" sldId="269"/>
        </pc:sldMkLst>
        <pc:spChg chg="mod">
          <ac:chgData name="Chestnut, Temple D" userId="8e081a02-258a-4ece-b13b-54445b3f68be" providerId="ADAL" clId="{C665D795-653A-E645-A199-1F967E42BCBD}" dt="2024-04-11T17:04:29.332" v="614" actId="26606"/>
          <ac:spMkLst>
            <pc:docMk/>
            <pc:sldMk cId="2853128309" sldId="269"/>
            <ac:spMk id="2" creationId="{B531658F-0EEC-3F0E-6875-B1E689A7558D}"/>
          </ac:spMkLst>
        </pc:spChg>
        <pc:spChg chg="mod">
          <ac:chgData name="Chestnut, Temple D" userId="8e081a02-258a-4ece-b13b-54445b3f68be" providerId="ADAL" clId="{C665D795-653A-E645-A199-1F967E42BCBD}" dt="2024-04-11T17:04:29.332" v="614" actId="26606"/>
          <ac:spMkLst>
            <pc:docMk/>
            <pc:sldMk cId="2853128309" sldId="269"/>
            <ac:spMk id="3" creationId="{DD8A4B6A-8DF8-7B6B-0D4C-72AE3D396112}"/>
          </ac:spMkLst>
        </pc:spChg>
        <pc:spChg chg="add del">
          <ac:chgData name="Chestnut, Temple D" userId="8e081a02-258a-4ece-b13b-54445b3f68be" providerId="ADAL" clId="{C665D795-653A-E645-A199-1F967E42BCBD}" dt="2024-04-11T17:04:29.332" v="614" actId="26606"/>
          <ac:spMkLst>
            <pc:docMk/>
            <pc:sldMk cId="2853128309" sldId="269"/>
            <ac:spMk id="9" creationId="{3994EE40-F54F-48E5-826B-B45158209684}"/>
          </ac:spMkLst>
        </pc:spChg>
        <pc:spChg chg="add">
          <ac:chgData name="Chestnut, Temple D" userId="8e081a02-258a-4ece-b13b-54445b3f68be" providerId="ADAL" clId="{C665D795-653A-E645-A199-1F967E42BCBD}" dt="2024-04-11T17:04:29.332" v="614" actId="26606"/>
          <ac:spMkLst>
            <pc:docMk/>
            <pc:sldMk cId="2853128309" sldId="269"/>
            <ac:spMk id="14" creationId="{E2DA8D37-1E70-450D-9D70-95873ABDC833}"/>
          </ac:spMkLst>
        </pc:spChg>
        <pc:spChg chg="add">
          <ac:chgData name="Chestnut, Temple D" userId="8e081a02-258a-4ece-b13b-54445b3f68be" providerId="ADAL" clId="{C665D795-653A-E645-A199-1F967E42BCBD}" dt="2024-04-11T17:04:29.332" v="614" actId="26606"/>
          <ac:spMkLst>
            <pc:docMk/>
            <pc:sldMk cId="2853128309" sldId="269"/>
            <ac:spMk id="16" creationId="{D2E1CE80-9123-4F46-924D-C14DF534A985}"/>
          </ac:spMkLst>
        </pc:spChg>
        <pc:picChg chg="add mod">
          <ac:chgData name="Chestnut, Temple D" userId="8e081a02-258a-4ece-b13b-54445b3f68be" providerId="ADAL" clId="{C665D795-653A-E645-A199-1F967E42BCBD}" dt="2024-04-11T17:04:16.621" v="613" actId="571"/>
          <ac:picMkLst>
            <pc:docMk/>
            <pc:sldMk cId="2853128309" sldId="269"/>
            <ac:picMk id="4" creationId="{14EB6ECD-492C-7C69-60EF-34F096416F29}"/>
          </ac:picMkLst>
        </pc:picChg>
        <pc:picChg chg="add mod ord">
          <ac:chgData name="Chestnut, Temple D" userId="8e081a02-258a-4ece-b13b-54445b3f68be" providerId="ADAL" clId="{C665D795-653A-E645-A199-1F967E42BCBD}" dt="2024-04-11T17:04:29.332" v="614" actId="26606"/>
          <ac:picMkLst>
            <pc:docMk/>
            <pc:sldMk cId="2853128309" sldId="269"/>
            <ac:picMk id="5" creationId="{7469AD8C-BA4B-6940-E160-9767282D3575}"/>
          </ac:picMkLst>
        </pc:picChg>
      </pc:sldChg>
      <pc:sldChg chg="addSp delSp modSp new mod modTransition setBg setClrOvrMap">
        <pc:chgData name="Chestnut, Temple D" userId="8e081a02-258a-4ece-b13b-54445b3f68be" providerId="ADAL" clId="{C665D795-653A-E645-A199-1F967E42BCBD}" dt="2024-04-17T18:36:23.475" v="693"/>
        <pc:sldMkLst>
          <pc:docMk/>
          <pc:sldMk cId="1127714034" sldId="270"/>
        </pc:sldMkLst>
        <pc:spChg chg="mod">
          <ac:chgData name="Chestnut, Temple D" userId="8e081a02-258a-4ece-b13b-54445b3f68be" providerId="ADAL" clId="{C665D795-653A-E645-A199-1F967E42BCBD}" dt="2024-04-11T17:06:00.545" v="638" actId="26606"/>
          <ac:spMkLst>
            <pc:docMk/>
            <pc:sldMk cId="1127714034" sldId="270"/>
            <ac:spMk id="2" creationId="{3E476189-7033-EE1C-772B-BFD43D41C908}"/>
          </ac:spMkLst>
        </pc:spChg>
        <pc:spChg chg="mod">
          <ac:chgData name="Chestnut, Temple D" userId="8e081a02-258a-4ece-b13b-54445b3f68be" providerId="ADAL" clId="{C665D795-653A-E645-A199-1F967E42BCBD}" dt="2024-04-11T17:06:00.545" v="638" actId="26606"/>
          <ac:spMkLst>
            <pc:docMk/>
            <pc:sldMk cId="1127714034" sldId="270"/>
            <ac:spMk id="3" creationId="{68DE2767-1748-1CEA-609E-E767009FA204}"/>
          </ac:spMkLst>
        </pc:spChg>
        <pc:spChg chg="add del">
          <ac:chgData name="Chestnut, Temple D" userId="8e081a02-258a-4ece-b13b-54445b3f68be" providerId="ADAL" clId="{C665D795-653A-E645-A199-1F967E42BCBD}" dt="2024-04-11T17:06:00.545" v="638" actId="26606"/>
          <ac:spMkLst>
            <pc:docMk/>
            <pc:sldMk cId="1127714034" sldId="270"/>
            <ac:spMk id="9" creationId="{3994EE40-F54F-48E5-826B-B45158209684}"/>
          </ac:spMkLst>
        </pc:spChg>
        <pc:spChg chg="add del">
          <ac:chgData name="Chestnut, Temple D" userId="8e081a02-258a-4ece-b13b-54445b3f68be" providerId="ADAL" clId="{C665D795-653A-E645-A199-1F967E42BCBD}" dt="2024-04-11T17:05:42.751" v="633" actId="26606"/>
          <ac:spMkLst>
            <pc:docMk/>
            <pc:sldMk cId="1127714034" sldId="270"/>
            <ac:spMk id="10" creationId="{AC2290F0-E45D-41DB-B296-10FEC3519026}"/>
          </ac:spMkLst>
        </pc:spChg>
        <pc:spChg chg="add del">
          <ac:chgData name="Chestnut, Temple D" userId="8e081a02-258a-4ece-b13b-54445b3f68be" providerId="ADAL" clId="{C665D795-653A-E645-A199-1F967E42BCBD}" dt="2024-04-11T17:06:00.525" v="637" actId="26606"/>
          <ac:spMkLst>
            <pc:docMk/>
            <pc:sldMk cId="1127714034" sldId="270"/>
            <ac:spMk id="11" creationId="{E2DA8D37-1E70-450D-9D70-95873ABDC833}"/>
          </ac:spMkLst>
        </pc:spChg>
        <pc:spChg chg="add del">
          <ac:chgData name="Chestnut, Temple D" userId="8e081a02-258a-4ece-b13b-54445b3f68be" providerId="ADAL" clId="{C665D795-653A-E645-A199-1F967E42BCBD}" dt="2024-04-11T17:05:42.751" v="633" actId="26606"/>
          <ac:spMkLst>
            <pc:docMk/>
            <pc:sldMk cId="1127714034" sldId="270"/>
            <ac:spMk id="12" creationId="{42F5B9E6-0E39-45C4-A238-A7F0FA66F33C}"/>
          </ac:spMkLst>
        </pc:spChg>
        <pc:spChg chg="add del">
          <ac:chgData name="Chestnut, Temple D" userId="8e081a02-258a-4ece-b13b-54445b3f68be" providerId="ADAL" clId="{C665D795-653A-E645-A199-1F967E42BCBD}" dt="2024-04-11T17:05:42.751" v="633" actId="26606"/>
          <ac:spMkLst>
            <pc:docMk/>
            <pc:sldMk cId="1127714034" sldId="270"/>
            <ac:spMk id="14" creationId="{B97A76A2-B7F2-4D75-AB9E-71FB748825F4}"/>
          </ac:spMkLst>
        </pc:spChg>
        <pc:spChg chg="add del">
          <ac:chgData name="Chestnut, Temple D" userId="8e081a02-258a-4ece-b13b-54445b3f68be" providerId="ADAL" clId="{C665D795-653A-E645-A199-1F967E42BCBD}" dt="2024-04-11T17:06:00.525" v="637" actId="26606"/>
          <ac:spMkLst>
            <pc:docMk/>
            <pc:sldMk cId="1127714034" sldId="270"/>
            <ac:spMk id="16" creationId="{D2E1CE80-9123-4F46-924D-C14DF534A985}"/>
          </ac:spMkLst>
        </pc:spChg>
        <pc:spChg chg="add">
          <ac:chgData name="Chestnut, Temple D" userId="8e081a02-258a-4ece-b13b-54445b3f68be" providerId="ADAL" clId="{C665D795-653A-E645-A199-1F967E42BCBD}" dt="2024-04-11T17:06:00.545" v="638" actId="26606"/>
          <ac:spMkLst>
            <pc:docMk/>
            <pc:sldMk cId="1127714034" sldId="270"/>
            <ac:spMk id="18" creationId="{B97A76A2-B7F2-4D75-AB9E-71FB748825F4}"/>
          </ac:spMkLst>
        </pc:spChg>
        <pc:spChg chg="add">
          <ac:chgData name="Chestnut, Temple D" userId="8e081a02-258a-4ece-b13b-54445b3f68be" providerId="ADAL" clId="{C665D795-653A-E645-A199-1F967E42BCBD}" dt="2024-04-11T17:06:00.545" v="638" actId="26606"/>
          <ac:spMkLst>
            <pc:docMk/>
            <pc:sldMk cId="1127714034" sldId="270"/>
            <ac:spMk id="19" creationId="{AC2290F0-E45D-41DB-B296-10FEC3519026}"/>
          </ac:spMkLst>
        </pc:spChg>
        <pc:spChg chg="add">
          <ac:chgData name="Chestnut, Temple D" userId="8e081a02-258a-4ece-b13b-54445b3f68be" providerId="ADAL" clId="{C665D795-653A-E645-A199-1F967E42BCBD}" dt="2024-04-11T17:06:00.545" v="638" actId="26606"/>
          <ac:spMkLst>
            <pc:docMk/>
            <pc:sldMk cId="1127714034" sldId="270"/>
            <ac:spMk id="20" creationId="{42F5B9E6-0E39-45C4-A238-A7F0FA66F33C}"/>
          </ac:spMkLst>
        </pc:spChg>
        <pc:picChg chg="add mod ord">
          <ac:chgData name="Chestnut, Temple D" userId="8e081a02-258a-4ece-b13b-54445b3f68be" providerId="ADAL" clId="{C665D795-653A-E645-A199-1F967E42BCBD}" dt="2024-04-11T17:06:00.545" v="638" actId="26606"/>
          <ac:picMkLst>
            <pc:docMk/>
            <pc:sldMk cId="1127714034" sldId="270"/>
            <ac:picMk id="5" creationId="{4CBE8DDE-4532-869E-5305-FC4D9ED3451D}"/>
          </ac:picMkLst>
        </pc:picChg>
        <pc:picChg chg="add del">
          <ac:chgData name="Chestnut, Temple D" userId="8e081a02-258a-4ece-b13b-54445b3f68be" providerId="ADAL" clId="{C665D795-653A-E645-A199-1F967E42BCBD}" dt="2024-04-11T17:05:42.751" v="633" actId="26606"/>
          <ac:picMkLst>
            <pc:docMk/>
            <pc:sldMk cId="1127714034" sldId="270"/>
            <ac:picMk id="7" creationId="{D40D0F6F-82AC-C28B-E4F4-F9ECEEE4AFDC}"/>
          </ac:picMkLst>
        </pc:picChg>
      </pc:sldChg>
      <pc:sldChg chg="addSp delSp modSp add mod modTransition setBg setClrOvrMap delDesignElem">
        <pc:chgData name="Chestnut, Temple D" userId="8e081a02-258a-4ece-b13b-54445b3f68be" providerId="ADAL" clId="{C665D795-653A-E645-A199-1F967E42BCBD}" dt="2024-04-17T18:36:23.475" v="693"/>
        <pc:sldMkLst>
          <pc:docMk/>
          <pc:sldMk cId="422953036" sldId="271"/>
        </pc:sldMkLst>
        <pc:spChg chg="mod">
          <ac:chgData name="Chestnut, Temple D" userId="8e081a02-258a-4ece-b13b-54445b3f68be" providerId="ADAL" clId="{C665D795-653A-E645-A199-1F967E42BCBD}" dt="2024-04-11T17:07:43.587" v="673" actId="26606"/>
          <ac:spMkLst>
            <pc:docMk/>
            <pc:sldMk cId="422953036" sldId="271"/>
            <ac:spMk id="2" creationId="{3E476189-7033-EE1C-772B-BFD43D41C908}"/>
          </ac:spMkLst>
        </pc:spChg>
        <pc:spChg chg="mod">
          <ac:chgData name="Chestnut, Temple D" userId="8e081a02-258a-4ece-b13b-54445b3f68be" providerId="ADAL" clId="{C665D795-653A-E645-A199-1F967E42BCBD}" dt="2024-04-11T17:07:43.587" v="673" actId="26606"/>
          <ac:spMkLst>
            <pc:docMk/>
            <pc:sldMk cId="422953036" sldId="271"/>
            <ac:spMk id="3" creationId="{68DE2767-1748-1CEA-609E-E767009FA204}"/>
          </ac:spMkLst>
        </pc:spChg>
        <pc:spChg chg="add del">
          <ac:chgData name="Chestnut, Temple D" userId="8e081a02-258a-4ece-b13b-54445b3f68be" providerId="ADAL" clId="{C665D795-653A-E645-A199-1F967E42BCBD}" dt="2024-04-11T17:07:11.372" v="669" actId="26606"/>
          <ac:spMkLst>
            <pc:docMk/>
            <pc:sldMk cId="422953036" sldId="271"/>
            <ac:spMk id="9" creationId="{5940F547-7206-4401-94FB-F8421915D8B8}"/>
          </ac:spMkLst>
        </pc:spChg>
        <pc:spChg chg="add del">
          <ac:chgData name="Chestnut, Temple D" userId="8e081a02-258a-4ece-b13b-54445b3f68be" providerId="ADAL" clId="{C665D795-653A-E645-A199-1F967E42BCBD}" dt="2024-04-11T17:07:43.587" v="673" actId="26606"/>
          <ac:spMkLst>
            <pc:docMk/>
            <pc:sldMk cId="422953036" sldId="271"/>
            <ac:spMk id="14" creationId="{A416E3E5-5186-46A4-AFBD-337387D3163D}"/>
          </ac:spMkLst>
        </pc:spChg>
        <pc:spChg chg="add del">
          <ac:chgData name="Chestnut, Temple D" userId="8e081a02-258a-4ece-b13b-54445b3f68be" providerId="ADAL" clId="{C665D795-653A-E645-A199-1F967E42BCBD}" dt="2024-04-11T17:07:43.587" v="673" actId="26606"/>
          <ac:spMkLst>
            <pc:docMk/>
            <pc:sldMk cId="422953036" sldId="271"/>
            <ac:spMk id="16" creationId="{7B8FAACC-353E-4F84-BA62-A5514185D9A9}"/>
          </ac:spMkLst>
        </pc:spChg>
        <pc:spChg chg="del">
          <ac:chgData name="Chestnut, Temple D" userId="8e081a02-258a-4ece-b13b-54445b3f68be" providerId="ADAL" clId="{C665D795-653A-E645-A199-1F967E42BCBD}" dt="2024-04-11T17:06:07.115" v="640"/>
          <ac:spMkLst>
            <pc:docMk/>
            <pc:sldMk cId="422953036" sldId="271"/>
            <ac:spMk id="18" creationId="{B97A76A2-B7F2-4D75-AB9E-71FB748825F4}"/>
          </ac:spMkLst>
        </pc:spChg>
        <pc:spChg chg="del">
          <ac:chgData name="Chestnut, Temple D" userId="8e081a02-258a-4ece-b13b-54445b3f68be" providerId="ADAL" clId="{C665D795-653A-E645-A199-1F967E42BCBD}" dt="2024-04-11T17:06:07.115" v="640"/>
          <ac:spMkLst>
            <pc:docMk/>
            <pc:sldMk cId="422953036" sldId="271"/>
            <ac:spMk id="19" creationId="{AC2290F0-E45D-41DB-B296-10FEC3519026}"/>
          </ac:spMkLst>
        </pc:spChg>
        <pc:spChg chg="del">
          <ac:chgData name="Chestnut, Temple D" userId="8e081a02-258a-4ece-b13b-54445b3f68be" providerId="ADAL" clId="{C665D795-653A-E645-A199-1F967E42BCBD}" dt="2024-04-11T17:06:07.115" v="640"/>
          <ac:spMkLst>
            <pc:docMk/>
            <pc:sldMk cId="422953036" sldId="271"/>
            <ac:spMk id="20" creationId="{42F5B9E6-0E39-45C4-A238-A7F0FA66F33C}"/>
          </ac:spMkLst>
        </pc:spChg>
        <pc:picChg chg="del">
          <ac:chgData name="Chestnut, Temple D" userId="8e081a02-258a-4ece-b13b-54445b3f68be" providerId="ADAL" clId="{C665D795-653A-E645-A199-1F967E42BCBD}" dt="2024-04-11T17:06:39.053" v="667" actId="478"/>
          <ac:picMkLst>
            <pc:docMk/>
            <pc:sldMk cId="422953036" sldId="271"/>
            <ac:picMk id="5" creationId="{4CBE8DDE-4532-869E-5305-FC4D9ED3451D}"/>
          </ac:picMkLst>
        </pc:picChg>
        <pc:picChg chg="add mod ord modCrop">
          <ac:chgData name="Chestnut, Temple D" userId="8e081a02-258a-4ece-b13b-54445b3f68be" providerId="ADAL" clId="{C665D795-653A-E645-A199-1F967E42BCBD}" dt="2024-04-11T17:07:43.587" v="673" actId="26606"/>
          <ac:picMkLst>
            <pc:docMk/>
            <pc:sldMk cId="422953036" sldId="271"/>
            <ac:picMk id="6" creationId="{2429AD4D-BE3B-0E5A-AC34-51767259728F}"/>
          </ac:picMkLst>
        </pc:picChg>
      </pc:sldChg>
      <pc:sldChg chg="addSp delSp modSp add mod modTransition setBg delDesignElem">
        <pc:chgData name="Chestnut, Temple D" userId="8e081a02-258a-4ece-b13b-54445b3f68be" providerId="ADAL" clId="{C665D795-653A-E645-A199-1F967E42BCBD}" dt="2024-04-17T18:36:23.475" v="693"/>
        <pc:sldMkLst>
          <pc:docMk/>
          <pc:sldMk cId="617023985" sldId="272"/>
        </pc:sldMkLst>
        <pc:spChg chg="mod">
          <ac:chgData name="Chestnut, Temple D" userId="8e081a02-258a-4ece-b13b-54445b3f68be" providerId="ADAL" clId="{C665D795-653A-E645-A199-1F967E42BCBD}" dt="2024-04-11T17:09:20.244" v="692" actId="26606"/>
          <ac:spMkLst>
            <pc:docMk/>
            <pc:sldMk cId="617023985" sldId="272"/>
            <ac:spMk id="2" creationId="{3E476189-7033-EE1C-772B-BFD43D41C908}"/>
          </ac:spMkLst>
        </pc:spChg>
        <pc:spChg chg="mod">
          <ac:chgData name="Chestnut, Temple D" userId="8e081a02-258a-4ece-b13b-54445b3f68be" providerId="ADAL" clId="{C665D795-653A-E645-A199-1F967E42BCBD}" dt="2024-04-11T17:09:20.244" v="692" actId="26606"/>
          <ac:spMkLst>
            <pc:docMk/>
            <pc:sldMk cId="617023985" sldId="272"/>
            <ac:spMk id="3" creationId="{68DE2767-1748-1CEA-609E-E767009FA204}"/>
          </ac:spMkLst>
        </pc:spChg>
        <pc:spChg chg="add del">
          <ac:chgData name="Chestnut, Temple D" userId="8e081a02-258a-4ece-b13b-54445b3f68be" providerId="ADAL" clId="{C665D795-653A-E645-A199-1F967E42BCBD}" dt="2024-04-11T17:08:24.179" v="688" actId="26606"/>
          <ac:spMkLst>
            <pc:docMk/>
            <pc:sldMk cId="617023985" sldId="272"/>
            <ac:spMk id="9" creationId="{5940F547-7206-4401-94FB-F8421915D8B8}"/>
          </ac:spMkLst>
        </pc:spChg>
        <pc:spChg chg="add del">
          <ac:chgData name="Chestnut, Temple D" userId="8e081a02-258a-4ece-b13b-54445b3f68be" providerId="ADAL" clId="{C665D795-653A-E645-A199-1F967E42BCBD}" dt="2024-04-11T17:09:20.244" v="692" actId="26606"/>
          <ac:spMkLst>
            <pc:docMk/>
            <pc:sldMk cId="617023985" sldId="272"/>
            <ac:spMk id="14" creationId="{1C524A27-B6C0-41EA-ABCB-AA2E61FC0F8A}"/>
          </ac:spMkLst>
        </pc:spChg>
        <pc:spChg chg="add del">
          <ac:chgData name="Chestnut, Temple D" userId="8e081a02-258a-4ece-b13b-54445b3f68be" providerId="ADAL" clId="{C665D795-653A-E645-A199-1F967E42BCBD}" dt="2024-04-11T17:09:20.244" v="692" actId="26606"/>
          <ac:spMkLst>
            <pc:docMk/>
            <pc:sldMk cId="617023985" sldId="272"/>
            <ac:spMk id="16" creationId="{F3FCE8DC-E7A6-4A8F-BB57-A87EC4B846BB}"/>
          </ac:spMkLst>
        </pc:spChg>
        <pc:spChg chg="del">
          <ac:chgData name="Chestnut, Temple D" userId="8e081a02-258a-4ece-b13b-54445b3f68be" providerId="ADAL" clId="{C665D795-653A-E645-A199-1F967E42BCBD}" dt="2024-04-11T17:06:07.285" v="642"/>
          <ac:spMkLst>
            <pc:docMk/>
            <pc:sldMk cId="617023985" sldId="272"/>
            <ac:spMk id="18" creationId="{B97A76A2-B7F2-4D75-AB9E-71FB748825F4}"/>
          </ac:spMkLst>
        </pc:spChg>
        <pc:spChg chg="del">
          <ac:chgData name="Chestnut, Temple D" userId="8e081a02-258a-4ece-b13b-54445b3f68be" providerId="ADAL" clId="{C665D795-653A-E645-A199-1F967E42BCBD}" dt="2024-04-11T17:06:07.285" v="642"/>
          <ac:spMkLst>
            <pc:docMk/>
            <pc:sldMk cId="617023985" sldId="272"/>
            <ac:spMk id="19" creationId="{AC2290F0-E45D-41DB-B296-10FEC3519026}"/>
          </ac:spMkLst>
        </pc:spChg>
        <pc:spChg chg="del">
          <ac:chgData name="Chestnut, Temple D" userId="8e081a02-258a-4ece-b13b-54445b3f68be" providerId="ADAL" clId="{C665D795-653A-E645-A199-1F967E42BCBD}" dt="2024-04-11T17:06:07.285" v="642"/>
          <ac:spMkLst>
            <pc:docMk/>
            <pc:sldMk cId="617023985" sldId="272"/>
            <ac:spMk id="20" creationId="{42F5B9E6-0E39-45C4-A238-A7F0FA66F33C}"/>
          </ac:spMkLst>
        </pc:spChg>
        <pc:spChg chg="add">
          <ac:chgData name="Chestnut, Temple D" userId="8e081a02-258a-4ece-b13b-54445b3f68be" providerId="ADAL" clId="{C665D795-653A-E645-A199-1F967E42BCBD}" dt="2024-04-11T17:09:20.244" v="692" actId="26606"/>
          <ac:spMkLst>
            <pc:docMk/>
            <pc:sldMk cId="617023985" sldId="272"/>
            <ac:spMk id="21" creationId="{5940F547-7206-4401-94FB-F8421915D8B8}"/>
          </ac:spMkLst>
        </pc:spChg>
        <pc:picChg chg="del">
          <ac:chgData name="Chestnut, Temple D" userId="8e081a02-258a-4ece-b13b-54445b3f68be" providerId="ADAL" clId="{C665D795-653A-E645-A199-1F967E42BCBD}" dt="2024-04-11T17:08:07.639" v="686" actId="478"/>
          <ac:picMkLst>
            <pc:docMk/>
            <pc:sldMk cId="617023985" sldId="272"/>
            <ac:picMk id="5" creationId="{4CBE8DDE-4532-869E-5305-FC4D9ED3451D}"/>
          </ac:picMkLst>
        </pc:picChg>
        <pc:picChg chg="add mod ord">
          <ac:chgData name="Chestnut, Temple D" userId="8e081a02-258a-4ece-b13b-54445b3f68be" providerId="ADAL" clId="{C665D795-653A-E645-A199-1F967E42BCBD}" dt="2024-04-11T17:09:20.244" v="692" actId="26606"/>
          <ac:picMkLst>
            <pc:docMk/>
            <pc:sldMk cId="617023985" sldId="272"/>
            <ac:picMk id="6" creationId="{2DE54800-A763-0A2C-D711-B4ABCC0A5C19}"/>
          </ac:picMkLst>
        </pc:picChg>
      </pc:sldChg>
    </pc:docChg>
  </pc:docChgLst>
  <pc:docChgLst>
    <pc:chgData name="Chestnut, Temple D" userId="8e081a02-258a-4ece-b13b-54445b3f68be" providerId="ADAL" clId="{06D05B33-AE18-4E0A-A68F-E1335D5AF8CF}"/>
    <pc:docChg chg="undo redo custSel addSld delSld modSld sldOrd">
      <pc:chgData name="Chestnut, Temple D" userId="8e081a02-258a-4ece-b13b-54445b3f68be" providerId="ADAL" clId="{06D05B33-AE18-4E0A-A68F-E1335D5AF8CF}" dt="2024-04-25T21:33:18.223" v="6009" actId="20577"/>
      <pc:docMkLst>
        <pc:docMk/>
      </pc:docMkLst>
      <pc:sldChg chg="addSp delSp modSp del mod modAnim">
        <pc:chgData name="Chestnut, Temple D" userId="8e081a02-258a-4ece-b13b-54445b3f68be" providerId="ADAL" clId="{06D05B33-AE18-4E0A-A68F-E1335D5AF8CF}" dt="2024-04-20T22:38:56.496" v="5988" actId="47"/>
        <pc:sldMkLst>
          <pc:docMk/>
          <pc:sldMk cId="3716767455" sldId="256"/>
        </pc:sldMkLst>
        <pc:spChg chg="mod">
          <ac:chgData name="Chestnut, Temple D" userId="8e081a02-258a-4ece-b13b-54445b3f68be" providerId="ADAL" clId="{06D05B33-AE18-4E0A-A68F-E1335D5AF8CF}" dt="2024-04-20T17:46:10.652" v="4529" actId="113"/>
          <ac:spMkLst>
            <pc:docMk/>
            <pc:sldMk cId="3716767455" sldId="256"/>
            <ac:spMk id="3" creationId="{9468B62C-DA01-3A8A-38DA-398E7EB5E307}"/>
          </ac:spMkLst>
        </pc:spChg>
        <pc:spChg chg="add del mod">
          <ac:chgData name="Chestnut, Temple D" userId="8e081a02-258a-4ece-b13b-54445b3f68be" providerId="ADAL" clId="{06D05B33-AE18-4E0A-A68F-E1335D5AF8CF}" dt="2024-04-20T17:44:45.847" v="4494"/>
          <ac:spMkLst>
            <pc:docMk/>
            <pc:sldMk cId="3716767455" sldId="256"/>
            <ac:spMk id="4" creationId="{962FFB96-5328-4F10-2A33-3F1284A65DD5}"/>
          </ac:spMkLst>
        </pc:spChg>
        <pc:spChg chg="add mod">
          <ac:chgData name="Chestnut, Temple D" userId="8e081a02-258a-4ece-b13b-54445b3f68be" providerId="ADAL" clId="{06D05B33-AE18-4E0A-A68F-E1335D5AF8CF}" dt="2024-04-20T22:27:21.414" v="5764" actId="20577"/>
          <ac:spMkLst>
            <pc:docMk/>
            <pc:sldMk cId="3716767455" sldId="256"/>
            <ac:spMk id="5" creationId="{090AE86B-FABD-CA0B-1247-AE81F01FC885}"/>
          </ac:spMkLst>
        </pc:spChg>
      </pc:sldChg>
      <pc:sldChg chg="addSp delSp modSp del mod modNotesTx">
        <pc:chgData name="Chestnut, Temple D" userId="8e081a02-258a-4ece-b13b-54445b3f68be" providerId="ADAL" clId="{06D05B33-AE18-4E0A-A68F-E1335D5AF8CF}" dt="2024-04-20T22:38:56.682" v="5989" actId="47"/>
        <pc:sldMkLst>
          <pc:docMk/>
          <pc:sldMk cId="1749137142" sldId="257"/>
        </pc:sldMkLst>
        <pc:spChg chg="mod">
          <ac:chgData name="Chestnut, Temple D" userId="8e081a02-258a-4ece-b13b-54445b3f68be" providerId="ADAL" clId="{06D05B33-AE18-4E0A-A68F-E1335D5AF8CF}" dt="2024-04-20T17:44:06.874" v="4489" actId="20577"/>
          <ac:spMkLst>
            <pc:docMk/>
            <pc:sldMk cId="1749137142" sldId="257"/>
            <ac:spMk id="2" creationId="{B59E7F0D-51D3-3F20-A3FE-B9C7BC8E5F06}"/>
          </ac:spMkLst>
        </pc:spChg>
        <pc:spChg chg="mod">
          <ac:chgData name="Chestnut, Temple D" userId="8e081a02-258a-4ece-b13b-54445b3f68be" providerId="ADAL" clId="{06D05B33-AE18-4E0A-A68F-E1335D5AF8CF}" dt="2024-04-20T22:29:55.586" v="5787" actId="20577"/>
          <ac:spMkLst>
            <pc:docMk/>
            <pc:sldMk cId="1749137142" sldId="257"/>
            <ac:spMk id="4" creationId="{BFFA63A0-0298-70F0-F643-5B8F10E17C58}"/>
          </ac:spMkLst>
        </pc:spChg>
        <pc:spChg chg="add del">
          <ac:chgData name="Chestnut, Temple D" userId="8e081a02-258a-4ece-b13b-54445b3f68be" providerId="ADAL" clId="{06D05B33-AE18-4E0A-A68F-E1335D5AF8CF}" dt="2024-04-20T22:33:00.404" v="5789" actId="22"/>
          <ac:spMkLst>
            <pc:docMk/>
            <pc:sldMk cId="1749137142" sldId="257"/>
            <ac:spMk id="5" creationId="{A4E74601-1F49-29F6-A389-B1B1583D9333}"/>
          </ac:spMkLst>
        </pc:spChg>
      </pc:sldChg>
      <pc:sldChg chg="addSp delSp modSp del mod setBg delAnim setClrOvrMap modNotesTx">
        <pc:chgData name="Chestnut, Temple D" userId="8e081a02-258a-4ece-b13b-54445b3f68be" providerId="ADAL" clId="{06D05B33-AE18-4E0A-A68F-E1335D5AF8CF}" dt="2024-04-20T22:38:56.975" v="5990" actId="47"/>
        <pc:sldMkLst>
          <pc:docMk/>
          <pc:sldMk cId="2691844142" sldId="258"/>
        </pc:sldMkLst>
        <pc:spChg chg="mod">
          <ac:chgData name="Chestnut, Temple D" userId="8e081a02-258a-4ece-b13b-54445b3f68be" providerId="ADAL" clId="{06D05B33-AE18-4E0A-A68F-E1335D5AF8CF}" dt="2024-04-20T17:52:27.994" v="4560" actId="26606"/>
          <ac:spMkLst>
            <pc:docMk/>
            <pc:sldMk cId="2691844142" sldId="258"/>
            <ac:spMk id="2" creationId="{053360A9-AD0E-74E6-6062-0B356A7479CB}"/>
          </ac:spMkLst>
        </pc:spChg>
        <pc:spChg chg="del">
          <ac:chgData name="Chestnut, Temple D" userId="8e081a02-258a-4ece-b13b-54445b3f68be" providerId="ADAL" clId="{06D05B33-AE18-4E0A-A68F-E1335D5AF8CF}" dt="2024-04-20T17:52:27.994" v="4560" actId="26606"/>
          <ac:spMkLst>
            <pc:docMk/>
            <pc:sldMk cId="2691844142" sldId="258"/>
            <ac:spMk id="20" creationId="{3994EE40-F54F-48E5-826B-B45158209684}"/>
          </ac:spMkLst>
        </pc:spChg>
        <pc:spChg chg="mod ord">
          <ac:chgData name="Chestnut, Temple D" userId="8e081a02-258a-4ece-b13b-54445b3f68be" providerId="ADAL" clId="{06D05B33-AE18-4E0A-A68F-E1335D5AF8CF}" dt="2024-04-20T20:06:08.392" v="5207" actId="20577"/>
          <ac:spMkLst>
            <pc:docMk/>
            <pc:sldMk cId="2691844142" sldId="258"/>
            <ac:spMk id="21" creationId="{B1127FED-DC62-28B8-7A60-37AB7C3FA283}"/>
          </ac:spMkLst>
        </pc:spChg>
        <pc:spChg chg="add del">
          <ac:chgData name="Chestnut, Temple D" userId="8e081a02-258a-4ece-b13b-54445b3f68be" providerId="ADAL" clId="{06D05B33-AE18-4E0A-A68F-E1335D5AF8CF}" dt="2024-04-20T18:31:55.284" v="4793" actId="26606"/>
          <ac:spMkLst>
            <pc:docMk/>
            <pc:sldMk cId="2691844142" sldId="258"/>
            <ac:spMk id="26" creationId="{A416E3E5-5186-46A4-AFBD-337387D3163D}"/>
          </ac:spMkLst>
        </pc:spChg>
        <pc:spChg chg="add del">
          <ac:chgData name="Chestnut, Temple D" userId="8e081a02-258a-4ece-b13b-54445b3f68be" providerId="ADAL" clId="{06D05B33-AE18-4E0A-A68F-E1335D5AF8CF}" dt="2024-04-20T18:31:55.284" v="4793" actId="26606"/>
          <ac:spMkLst>
            <pc:docMk/>
            <pc:sldMk cId="2691844142" sldId="258"/>
            <ac:spMk id="28" creationId="{7B8FAACC-353E-4F84-BA62-A5514185D9A9}"/>
          </ac:spMkLst>
        </pc:spChg>
        <pc:spChg chg="add">
          <ac:chgData name="Chestnut, Temple D" userId="8e081a02-258a-4ece-b13b-54445b3f68be" providerId="ADAL" clId="{06D05B33-AE18-4E0A-A68F-E1335D5AF8CF}" dt="2024-04-20T18:31:55.284" v="4793" actId="26606"/>
          <ac:spMkLst>
            <pc:docMk/>
            <pc:sldMk cId="2691844142" sldId="258"/>
            <ac:spMk id="33" creationId="{A416E3E5-5186-46A4-AFBD-337387D3163D}"/>
          </ac:spMkLst>
        </pc:spChg>
        <pc:spChg chg="add">
          <ac:chgData name="Chestnut, Temple D" userId="8e081a02-258a-4ece-b13b-54445b3f68be" providerId="ADAL" clId="{06D05B33-AE18-4E0A-A68F-E1335D5AF8CF}" dt="2024-04-20T18:31:55.284" v="4793" actId="26606"/>
          <ac:spMkLst>
            <pc:docMk/>
            <pc:sldMk cId="2691844142" sldId="258"/>
            <ac:spMk id="35" creationId="{7B8FAACC-353E-4F84-BA62-A5514185D9A9}"/>
          </ac:spMkLst>
        </pc:spChg>
        <pc:picChg chg="del mod">
          <ac:chgData name="Chestnut, Temple D" userId="8e081a02-258a-4ece-b13b-54445b3f68be" providerId="ADAL" clId="{06D05B33-AE18-4E0A-A68F-E1335D5AF8CF}" dt="2024-04-20T18:31:33.863" v="4788" actId="21"/>
          <ac:picMkLst>
            <pc:docMk/>
            <pc:sldMk cId="2691844142" sldId="258"/>
            <ac:picMk id="4" creationId="{5BE5530D-01C4-22CB-D89C-698DB46B83D4}"/>
          </ac:picMkLst>
        </pc:picChg>
        <pc:picChg chg="add mod">
          <ac:chgData name="Chestnut, Temple D" userId="8e081a02-258a-4ece-b13b-54445b3f68be" providerId="ADAL" clId="{06D05B33-AE18-4E0A-A68F-E1335D5AF8CF}" dt="2024-04-20T18:31:55.284" v="4793" actId="26606"/>
          <ac:picMkLst>
            <pc:docMk/>
            <pc:sldMk cId="2691844142" sldId="258"/>
            <ac:picMk id="5" creationId="{94974E61-765E-30BA-0388-0176E616DC5B}"/>
          </ac:picMkLst>
        </pc:picChg>
      </pc:sldChg>
      <pc:sldChg chg="addSp delSp modSp del mod setBg modNotesTx">
        <pc:chgData name="Chestnut, Temple D" userId="8e081a02-258a-4ece-b13b-54445b3f68be" providerId="ADAL" clId="{06D05B33-AE18-4E0A-A68F-E1335D5AF8CF}" dt="2024-04-20T22:38:57.274" v="5991" actId="47"/>
        <pc:sldMkLst>
          <pc:docMk/>
          <pc:sldMk cId="682822831" sldId="259"/>
        </pc:sldMkLst>
        <pc:spChg chg="mod">
          <ac:chgData name="Chestnut, Temple D" userId="8e081a02-258a-4ece-b13b-54445b3f68be" providerId="ADAL" clId="{06D05B33-AE18-4E0A-A68F-E1335D5AF8CF}" dt="2024-04-20T17:58:44.163" v="4618" actId="26606"/>
          <ac:spMkLst>
            <pc:docMk/>
            <pc:sldMk cId="682822831" sldId="259"/>
            <ac:spMk id="2" creationId="{1901C307-18D9-FC4C-375C-0B870A6DB240}"/>
          </ac:spMkLst>
        </pc:spChg>
        <pc:spChg chg="mod ord">
          <ac:chgData name="Chestnut, Temple D" userId="8e081a02-258a-4ece-b13b-54445b3f68be" providerId="ADAL" clId="{06D05B33-AE18-4E0A-A68F-E1335D5AF8CF}" dt="2024-04-20T18:40:12.014" v="4795" actId="26606"/>
          <ac:spMkLst>
            <pc:docMk/>
            <pc:sldMk cId="682822831" sldId="259"/>
            <ac:spMk id="3" creationId="{ADD3F4E2-5299-F4A5-BA96-B59BE51E5FFD}"/>
          </ac:spMkLst>
        </pc:spChg>
        <pc:spChg chg="del">
          <ac:chgData name="Chestnut, Temple D" userId="8e081a02-258a-4ece-b13b-54445b3f68be" providerId="ADAL" clId="{06D05B33-AE18-4E0A-A68F-E1335D5AF8CF}" dt="2024-04-20T17:58:05.605" v="4613" actId="26606"/>
          <ac:spMkLst>
            <pc:docMk/>
            <pc:sldMk cId="682822831" sldId="259"/>
            <ac:spMk id="11" creationId="{5940F547-7206-4401-94FB-F8421915D8B8}"/>
          </ac:spMkLst>
        </pc:spChg>
        <pc:spChg chg="add del">
          <ac:chgData name="Chestnut, Temple D" userId="8e081a02-258a-4ece-b13b-54445b3f68be" providerId="ADAL" clId="{06D05B33-AE18-4E0A-A68F-E1335D5AF8CF}" dt="2024-04-20T17:58:44.163" v="4618" actId="26606"/>
          <ac:spMkLst>
            <pc:docMk/>
            <pc:sldMk cId="682822831" sldId="259"/>
            <ac:spMk id="17" creationId="{5940F547-7206-4401-94FB-F8421915D8B8}"/>
          </ac:spMkLst>
        </pc:spChg>
        <pc:picChg chg="del">
          <ac:chgData name="Chestnut, Temple D" userId="8e081a02-258a-4ece-b13b-54445b3f68be" providerId="ADAL" clId="{06D05B33-AE18-4E0A-A68F-E1335D5AF8CF}" dt="2024-04-20T17:57:48.083" v="4612" actId="478"/>
          <ac:picMkLst>
            <pc:docMk/>
            <pc:sldMk cId="682822831" sldId="259"/>
            <ac:picMk id="12" creationId="{58AE2D41-092A-54E9-6769-E987FCAB7119}"/>
          </ac:picMkLst>
        </pc:picChg>
        <pc:picChg chg="add mod ord">
          <ac:chgData name="Chestnut, Temple D" userId="8e081a02-258a-4ece-b13b-54445b3f68be" providerId="ADAL" clId="{06D05B33-AE18-4E0A-A68F-E1335D5AF8CF}" dt="2024-04-20T18:40:12.014" v="4795" actId="26606"/>
          <ac:picMkLst>
            <pc:docMk/>
            <pc:sldMk cId="682822831" sldId="259"/>
            <ac:picMk id="13" creationId="{058112A2-1269-1561-D735-5A16DEA1B461}"/>
          </ac:picMkLst>
        </pc:picChg>
      </pc:sldChg>
      <pc:sldChg chg="modSp del mod">
        <pc:chgData name="Chestnut, Temple D" userId="8e081a02-258a-4ece-b13b-54445b3f68be" providerId="ADAL" clId="{06D05B33-AE18-4E0A-A68F-E1335D5AF8CF}" dt="2024-04-20T20:20:14.792" v="5234" actId="47"/>
        <pc:sldMkLst>
          <pc:docMk/>
          <pc:sldMk cId="4264902701" sldId="260"/>
        </pc:sldMkLst>
        <pc:spChg chg="mod">
          <ac:chgData name="Chestnut, Temple D" userId="8e081a02-258a-4ece-b13b-54445b3f68be" providerId="ADAL" clId="{06D05B33-AE18-4E0A-A68F-E1335D5AF8CF}" dt="2024-04-17T21:58:48.931" v="20" actId="20577"/>
          <ac:spMkLst>
            <pc:docMk/>
            <pc:sldMk cId="4264902701" sldId="260"/>
            <ac:spMk id="9" creationId="{75B4B8AF-AA68-7FA9-5B60-FB25F10AB6CD}"/>
          </ac:spMkLst>
        </pc:spChg>
      </pc:sldChg>
      <pc:sldChg chg="modSp del mod">
        <pc:chgData name="Chestnut, Temple D" userId="8e081a02-258a-4ece-b13b-54445b3f68be" providerId="ADAL" clId="{06D05B33-AE18-4E0A-A68F-E1335D5AF8CF}" dt="2024-04-20T20:20:11.988" v="5232" actId="47"/>
        <pc:sldMkLst>
          <pc:docMk/>
          <pc:sldMk cId="1132059937" sldId="261"/>
        </pc:sldMkLst>
        <pc:spChg chg="mod">
          <ac:chgData name="Chestnut, Temple D" userId="8e081a02-258a-4ece-b13b-54445b3f68be" providerId="ADAL" clId="{06D05B33-AE18-4E0A-A68F-E1335D5AF8CF}" dt="2024-04-17T21:58:54.106" v="21" actId="20577"/>
          <ac:spMkLst>
            <pc:docMk/>
            <pc:sldMk cId="1132059937" sldId="261"/>
            <ac:spMk id="9" creationId="{75B4B8AF-AA68-7FA9-5B60-FB25F10AB6CD}"/>
          </ac:spMkLst>
        </pc:spChg>
      </pc:sldChg>
      <pc:sldChg chg="del">
        <pc:chgData name="Chestnut, Temple D" userId="8e081a02-258a-4ece-b13b-54445b3f68be" providerId="ADAL" clId="{06D05B33-AE18-4E0A-A68F-E1335D5AF8CF}" dt="2024-04-20T20:20:13.888" v="5233" actId="47"/>
        <pc:sldMkLst>
          <pc:docMk/>
          <pc:sldMk cId="2912946348" sldId="262"/>
        </pc:sldMkLst>
      </pc:sldChg>
      <pc:sldChg chg="del">
        <pc:chgData name="Chestnut, Temple D" userId="8e081a02-258a-4ece-b13b-54445b3f68be" providerId="ADAL" clId="{06D05B33-AE18-4E0A-A68F-E1335D5AF8CF}" dt="2024-04-20T20:20:08.689" v="5231" actId="47"/>
        <pc:sldMkLst>
          <pc:docMk/>
          <pc:sldMk cId="3023770004" sldId="263"/>
        </pc:sldMkLst>
      </pc:sldChg>
      <pc:sldChg chg="addSp delSp modSp del mod ord">
        <pc:chgData name="Chestnut, Temple D" userId="8e081a02-258a-4ece-b13b-54445b3f68be" providerId="ADAL" clId="{06D05B33-AE18-4E0A-A68F-E1335D5AF8CF}" dt="2024-04-20T22:38:57.888" v="5993" actId="47"/>
        <pc:sldMkLst>
          <pc:docMk/>
          <pc:sldMk cId="891678999" sldId="264"/>
        </pc:sldMkLst>
        <pc:spChg chg="del">
          <ac:chgData name="Chestnut, Temple D" userId="8e081a02-258a-4ece-b13b-54445b3f68be" providerId="ADAL" clId="{06D05B33-AE18-4E0A-A68F-E1335D5AF8CF}" dt="2024-04-20T20:20:29.825" v="5237" actId="478"/>
          <ac:spMkLst>
            <pc:docMk/>
            <pc:sldMk cId="891678999" sldId="264"/>
            <ac:spMk id="3" creationId="{49F9D09A-B5C9-E413-9616-3155A9C3A549}"/>
          </ac:spMkLst>
        </pc:spChg>
        <pc:spChg chg="add del mod">
          <ac:chgData name="Chestnut, Temple D" userId="8e081a02-258a-4ece-b13b-54445b3f68be" providerId="ADAL" clId="{06D05B33-AE18-4E0A-A68F-E1335D5AF8CF}" dt="2024-04-20T20:20:33.690" v="5238" actId="478"/>
          <ac:spMkLst>
            <pc:docMk/>
            <pc:sldMk cId="891678999" sldId="264"/>
            <ac:spMk id="5" creationId="{6F82E79A-544B-D700-5DDD-AF6CC1CA047F}"/>
          </ac:spMkLst>
        </pc:spChg>
      </pc:sldChg>
      <pc:sldChg chg="addSp delSp modSp del mod ord setBg setClrOvrMap modNotesTx">
        <pc:chgData name="Chestnut, Temple D" userId="8e081a02-258a-4ece-b13b-54445b3f68be" providerId="ADAL" clId="{06D05B33-AE18-4E0A-A68F-E1335D5AF8CF}" dt="2024-04-20T22:38:58.296" v="5994" actId="47"/>
        <pc:sldMkLst>
          <pc:docMk/>
          <pc:sldMk cId="2763339689" sldId="265"/>
        </pc:sldMkLst>
        <pc:spChg chg="mod">
          <ac:chgData name="Chestnut, Temple D" userId="8e081a02-258a-4ece-b13b-54445b3f68be" providerId="ADAL" clId="{06D05B33-AE18-4E0A-A68F-E1335D5AF8CF}" dt="2024-04-20T19:52:18.424" v="5197" actId="26606"/>
          <ac:spMkLst>
            <pc:docMk/>
            <pc:sldMk cId="2763339689" sldId="265"/>
            <ac:spMk id="2" creationId="{17ACDAE8-9E4A-52C4-18F2-2E646B036A38}"/>
          </ac:spMkLst>
        </pc:spChg>
        <pc:spChg chg="mod ord">
          <ac:chgData name="Chestnut, Temple D" userId="8e081a02-258a-4ece-b13b-54445b3f68be" providerId="ADAL" clId="{06D05B33-AE18-4E0A-A68F-E1335D5AF8CF}" dt="2024-04-20T20:11:34.656" v="5229" actId="20577"/>
          <ac:spMkLst>
            <pc:docMk/>
            <pc:sldMk cId="2763339689" sldId="265"/>
            <ac:spMk id="3" creationId="{D4B5AFFB-D582-D42A-7132-1D7ABB60281C}"/>
          </ac:spMkLst>
        </pc:spChg>
        <pc:spChg chg="add del">
          <ac:chgData name="Chestnut, Temple D" userId="8e081a02-258a-4ece-b13b-54445b3f68be" providerId="ADAL" clId="{06D05B33-AE18-4E0A-A68F-E1335D5AF8CF}" dt="2024-04-20T19:47:27.834" v="5108" actId="26606"/>
          <ac:spMkLst>
            <pc:docMk/>
            <pc:sldMk cId="2763339689" sldId="265"/>
            <ac:spMk id="8" creationId="{089A69AF-D57B-49B4-886C-D4A5DC194421}"/>
          </ac:spMkLst>
        </pc:spChg>
        <pc:spChg chg="add del">
          <ac:chgData name="Chestnut, Temple D" userId="8e081a02-258a-4ece-b13b-54445b3f68be" providerId="ADAL" clId="{06D05B33-AE18-4E0A-A68F-E1335D5AF8CF}" dt="2024-04-20T19:47:27.834" v="5108" actId="26606"/>
          <ac:spMkLst>
            <pc:docMk/>
            <pc:sldMk cId="2763339689" sldId="265"/>
            <ac:spMk id="10" creationId="{68F2977E-E0AE-4EB4-A059-59E908EB862A}"/>
          </ac:spMkLst>
        </pc:spChg>
        <pc:spChg chg="add del">
          <ac:chgData name="Chestnut, Temple D" userId="8e081a02-258a-4ece-b13b-54445b3f68be" providerId="ADAL" clId="{06D05B33-AE18-4E0A-A68F-E1335D5AF8CF}" dt="2024-04-20T19:47:26.107" v="5105" actId="26606"/>
          <ac:spMkLst>
            <pc:docMk/>
            <pc:sldMk cId="2763339689" sldId="265"/>
            <ac:spMk id="15" creationId="{A416E3E5-5186-46A4-AFBD-337387D3163D}"/>
          </ac:spMkLst>
        </pc:spChg>
        <pc:spChg chg="add del">
          <ac:chgData name="Chestnut, Temple D" userId="8e081a02-258a-4ece-b13b-54445b3f68be" providerId="ADAL" clId="{06D05B33-AE18-4E0A-A68F-E1335D5AF8CF}" dt="2024-04-20T19:47:26.107" v="5105" actId="26606"/>
          <ac:spMkLst>
            <pc:docMk/>
            <pc:sldMk cId="2763339689" sldId="265"/>
            <ac:spMk id="17" creationId="{7B8FAACC-353E-4F84-BA62-A5514185D9A9}"/>
          </ac:spMkLst>
        </pc:spChg>
        <pc:spChg chg="add del">
          <ac:chgData name="Chestnut, Temple D" userId="8e081a02-258a-4ece-b13b-54445b3f68be" providerId="ADAL" clId="{06D05B33-AE18-4E0A-A68F-E1335D5AF8CF}" dt="2024-04-20T19:47:27.829" v="5107" actId="26606"/>
          <ac:spMkLst>
            <pc:docMk/>
            <pc:sldMk cId="2763339689" sldId="265"/>
            <ac:spMk id="19" creationId="{1C524A27-B6C0-41EA-ABCB-AA2E61FC0F8A}"/>
          </ac:spMkLst>
        </pc:spChg>
        <pc:spChg chg="add del">
          <ac:chgData name="Chestnut, Temple D" userId="8e081a02-258a-4ece-b13b-54445b3f68be" providerId="ADAL" clId="{06D05B33-AE18-4E0A-A68F-E1335D5AF8CF}" dt="2024-04-20T19:47:27.829" v="5107" actId="26606"/>
          <ac:spMkLst>
            <pc:docMk/>
            <pc:sldMk cId="2763339689" sldId="265"/>
            <ac:spMk id="20" creationId="{F3FCE8DC-E7A6-4A8F-BB57-A87EC4B846BB}"/>
          </ac:spMkLst>
        </pc:spChg>
        <pc:spChg chg="add del">
          <ac:chgData name="Chestnut, Temple D" userId="8e081a02-258a-4ece-b13b-54445b3f68be" providerId="ADAL" clId="{06D05B33-AE18-4E0A-A68F-E1335D5AF8CF}" dt="2024-04-20T19:52:18.424" v="5197" actId="26606"/>
          <ac:spMkLst>
            <pc:docMk/>
            <pc:sldMk cId="2763339689" sldId="265"/>
            <ac:spMk id="22" creationId="{3F7D26C8-96ED-46E3-BD94-C1608C54C36B}"/>
          </ac:spMkLst>
        </pc:spChg>
        <pc:spChg chg="add del">
          <ac:chgData name="Chestnut, Temple D" userId="8e081a02-258a-4ece-b13b-54445b3f68be" providerId="ADAL" clId="{06D05B33-AE18-4E0A-A68F-E1335D5AF8CF}" dt="2024-04-20T19:52:18.424" v="5197" actId="26606"/>
          <ac:spMkLst>
            <pc:docMk/>
            <pc:sldMk cId="2763339689" sldId="265"/>
            <ac:spMk id="23" creationId="{13EEA0A9-F720-41ED-8EBA-2A10A664FDE1}"/>
          </ac:spMkLst>
        </pc:spChg>
        <pc:spChg chg="add del">
          <ac:chgData name="Chestnut, Temple D" userId="8e081a02-258a-4ece-b13b-54445b3f68be" providerId="ADAL" clId="{06D05B33-AE18-4E0A-A68F-E1335D5AF8CF}" dt="2024-04-20T19:52:18.424" v="5197" actId="26606"/>
          <ac:spMkLst>
            <pc:docMk/>
            <pc:sldMk cId="2763339689" sldId="265"/>
            <ac:spMk id="24" creationId="{03B27569-6089-4DC0-93E0-F3F6E1E93CC1}"/>
          </ac:spMkLst>
        </pc:spChg>
        <pc:spChg chg="add">
          <ac:chgData name="Chestnut, Temple D" userId="8e081a02-258a-4ece-b13b-54445b3f68be" providerId="ADAL" clId="{06D05B33-AE18-4E0A-A68F-E1335D5AF8CF}" dt="2024-04-20T19:52:18.424" v="5197" actId="26606"/>
          <ac:spMkLst>
            <pc:docMk/>
            <pc:sldMk cId="2763339689" sldId="265"/>
            <ac:spMk id="29" creationId="{1C524A27-B6C0-41EA-ABCB-AA2E61FC0F8A}"/>
          </ac:spMkLst>
        </pc:spChg>
        <pc:spChg chg="add">
          <ac:chgData name="Chestnut, Temple D" userId="8e081a02-258a-4ece-b13b-54445b3f68be" providerId="ADAL" clId="{06D05B33-AE18-4E0A-A68F-E1335D5AF8CF}" dt="2024-04-20T19:52:18.424" v="5197" actId="26606"/>
          <ac:spMkLst>
            <pc:docMk/>
            <pc:sldMk cId="2763339689" sldId="265"/>
            <ac:spMk id="31" creationId="{F3FCE8DC-E7A6-4A8F-BB57-A87EC4B846BB}"/>
          </ac:spMkLst>
        </pc:spChg>
        <pc:picChg chg="add mod">
          <ac:chgData name="Chestnut, Temple D" userId="8e081a02-258a-4ece-b13b-54445b3f68be" providerId="ADAL" clId="{06D05B33-AE18-4E0A-A68F-E1335D5AF8CF}" dt="2024-04-20T19:52:18.424" v="5197" actId="26606"/>
          <ac:picMkLst>
            <pc:docMk/>
            <pc:sldMk cId="2763339689" sldId="265"/>
            <ac:picMk id="5" creationId="{2749E64F-4956-B91E-BA8E-B8D9AD87AA8C}"/>
          </ac:picMkLst>
        </pc:picChg>
      </pc:sldChg>
      <pc:sldChg chg="del">
        <pc:chgData name="Chestnut, Temple D" userId="8e081a02-258a-4ece-b13b-54445b3f68be" providerId="ADAL" clId="{06D05B33-AE18-4E0A-A68F-E1335D5AF8CF}" dt="2024-04-20T20:22:34.569" v="5262" actId="47"/>
        <pc:sldMkLst>
          <pc:docMk/>
          <pc:sldMk cId="2667274780" sldId="266"/>
        </pc:sldMkLst>
      </pc:sldChg>
      <pc:sldChg chg="del">
        <pc:chgData name="Chestnut, Temple D" userId="8e081a02-258a-4ece-b13b-54445b3f68be" providerId="ADAL" clId="{06D05B33-AE18-4E0A-A68F-E1335D5AF8CF}" dt="2024-04-20T20:22:34.569" v="5262" actId="47"/>
        <pc:sldMkLst>
          <pc:docMk/>
          <pc:sldMk cId="2722700830" sldId="267"/>
        </pc:sldMkLst>
      </pc:sldChg>
      <pc:sldChg chg="del">
        <pc:chgData name="Chestnut, Temple D" userId="8e081a02-258a-4ece-b13b-54445b3f68be" providerId="ADAL" clId="{06D05B33-AE18-4E0A-A68F-E1335D5AF8CF}" dt="2024-04-20T20:22:34.569" v="5262" actId="47"/>
        <pc:sldMkLst>
          <pc:docMk/>
          <pc:sldMk cId="1887833564" sldId="268"/>
        </pc:sldMkLst>
      </pc:sldChg>
      <pc:sldChg chg="del">
        <pc:chgData name="Chestnut, Temple D" userId="8e081a02-258a-4ece-b13b-54445b3f68be" providerId="ADAL" clId="{06D05B33-AE18-4E0A-A68F-E1335D5AF8CF}" dt="2024-04-20T20:22:34.569" v="5262" actId="47"/>
        <pc:sldMkLst>
          <pc:docMk/>
          <pc:sldMk cId="2853128309" sldId="269"/>
        </pc:sldMkLst>
      </pc:sldChg>
      <pc:sldChg chg="del">
        <pc:chgData name="Chestnut, Temple D" userId="8e081a02-258a-4ece-b13b-54445b3f68be" providerId="ADAL" clId="{06D05B33-AE18-4E0A-A68F-E1335D5AF8CF}" dt="2024-04-20T20:22:34.569" v="5262" actId="47"/>
        <pc:sldMkLst>
          <pc:docMk/>
          <pc:sldMk cId="1127714034" sldId="270"/>
        </pc:sldMkLst>
      </pc:sldChg>
      <pc:sldChg chg="del">
        <pc:chgData name="Chestnut, Temple D" userId="8e081a02-258a-4ece-b13b-54445b3f68be" providerId="ADAL" clId="{06D05B33-AE18-4E0A-A68F-E1335D5AF8CF}" dt="2024-04-20T20:22:38.091" v="5263" actId="47"/>
        <pc:sldMkLst>
          <pc:docMk/>
          <pc:sldMk cId="422953036" sldId="271"/>
        </pc:sldMkLst>
      </pc:sldChg>
      <pc:sldChg chg="del">
        <pc:chgData name="Chestnut, Temple D" userId="8e081a02-258a-4ece-b13b-54445b3f68be" providerId="ADAL" clId="{06D05B33-AE18-4E0A-A68F-E1335D5AF8CF}" dt="2024-04-20T20:46:54.903" v="5458" actId="47"/>
        <pc:sldMkLst>
          <pc:docMk/>
          <pc:sldMk cId="617023985" sldId="272"/>
        </pc:sldMkLst>
      </pc:sldChg>
      <pc:sldChg chg="modSp new del mod">
        <pc:chgData name="Chestnut, Temple D" userId="8e081a02-258a-4ece-b13b-54445b3f68be" providerId="ADAL" clId="{06D05B33-AE18-4E0A-A68F-E1335D5AF8CF}" dt="2024-04-17T22:06:44.861" v="252" actId="47"/>
        <pc:sldMkLst>
          <pc:docMk/>
          <pc:sldMk cId="187010142" sldId="273"/>
        </pc:sldMkLst>
        <pc:spChg chg="mod">
          <ac:chgData name="Chestnut, Temple D" userId="8e081a02-258a-4ece-b13b-54445b3f68be" providerId="ADAL" clId="{06D05B33-AE18-4E0A-A68F-E1335D5AF8CF}" dt="2024-04-17T21:59:39.769" v="43" actId="20577"/>
          <ac:spMkLst>
            <pc:docMk/>
            <pc:sldMk cId="187010142" sldId="273"/>
            <ac:spMk id="2" creationId="{C5959BDC-9039-89AD-032F-880FC0EDD898}"/>
          </ac:spMkLst>
        </pc:spChg>
      </pc:sldChg>
      <pc:sldChg chg="addSp delSp modSp new del mod ord modNotesTx">
        <pc:chgData name="Chestnut, Temple D" userId="8e081a02-258a-4ece-b13b-54445b3f68be" providerId="ADAL" clId="{06D05B33-AE18-4E0A-A68F-E1335D5AF8CF}" dt="2024-04-20T20:22:27.231" v="5261" actId="47"/>
        <pc:sldMkLst>
          <pc:docMk/>
          <pc:sldMk cId="366656389" sldId="274"/>
        </pc:sldMkLst>
        <pc:spChg chg="mod">
          <ac:chgData name="Chestnut, Temple D" userId="8e081a02-258a-4ece-b13b-54445b3f68be" providerId="ADAL" clId="{06D05B33-AE18-4E0A-A68F-E1335D5AF8CF}" dt="2024-04-17T22:00:00.666" v="73" actId="20577"/>
          <ac:spMkLst>
            <pc:docMk/>
            <pc:sldMk cId="366656389" sldId="274"/>
            <ac:spMk id="2" creationId="{9EF9C808-47B2-61DD-3109-833882BEB3FE}"/>
          </ac:spMkLst>
        </pc:spChg>
        <pc:spChg chg="mod">
          <ac:chgData name="Chestnut, Temple D" userId="8e081a02-258a-4ece-b13b-54445b3f68be" providerId="ADAL" clId="{06D05B33-AE18-4E0A-A68F-E1335D5AF8CF}" dt="2024-04-17T22:00:12.869" v="109" actId="20577"/>
          <ac:spMkLst>
            <pc:docMk/>
            <pc:sldMk cId="366656389" sldId="274"/>
            <ac:spMk id="3" creationId="{0204310E-C669-9B71-D16A-4DBBF7B6F6BC}"/>
          </ac:spMkLst>
        </pc:spChg>
        <pc:spChg chg="del">
          <ac:chgData name="Chestnut, Temple D" userId="8e081a02-258a-4ece-b13b-54445b3f68be" providerId="ADAL" clId="{06D05B33-AE18-4E0A-A68F-E1335D5AF8CF}" dt="2024-04-17T22:04:51.414" v="148" actId="931"/>
          <ac:spMkLst>
            <pc:docMk/>
            <pc:sldMk cId="366656389" sldId="274"/>
            <ac:spMk id="4" creationId="{D96A04E0-7BDB-8837-7472-603197744B57}"/>
          </ac:spMkLst>
        </pc:spChg>
        <pc:spChg chg="mod">
          <ac:chgData name="Chestnut, Temple D" userId="8e081a02-258a-4ece-b13b-54445b3f68be" providerId="ADAL" clId="{06D05B33-AE18-4E0A-A68F-E1335D5AF8CF}" dt="2024-04-17T22:06:09.074" v="211" actId="20577"/>
          <ac:spMkLst>
            <pc:docMk/>
            <pc:sldMk cId="366656389" sldId="274"/>
            <ac:spMk id="5" creationId="{50C7A3AC-228A-4BC5-B854-D7D2F4FE57B0}"/>
          </ac:spMkLst>
        </pc:spChg>
        <pc:spChg chg="del">
          <ac:chgData name="Chestnut, Temple D" userId="8e081a02-258a-4ece-b13b-54445b3f68be" providerId="ADAL" clId="{06D05B33-AE18-4E0A-A68F-E1335D5AF8CF}" dt="2024-04-17T22:04:56.315" v="151" actId="931"/>
          <ac:spMkLst>
            <pc:docMk/>
            <pc:sldMk cId="366656389" sldId="274"/>
            <ac:spMk id="6" creationId="{E81C39F8-0BF7-E1C7-DBB3-73FD13A29D6B}"/>
          </ac:spMkLst>
        </pc:spChg>
        <pc:picChg chg="add mod">
          <ac:chgData name="Chestnut, Temple D" userId="8e081a02-258a-4ece-b13b-54445b3f68be" providerId="ADAL" clId="{06D05B33-AE18-4E0A-A68F-E1335D5AF8CF}" dt="2024-04-17T22:04:53.395" v="150" actId="962"/>
          <ac:picMkLst>
            <pc:docMk/>
            <pc:sldMk cId="366656389" sldId="274"/>
            <ac:picMk id="8" creationId="{D4647956-2766-2B27-E8C7-373311075001}"/>
          </ac:picMkLst>
        </pc:picChg>
        <pc:picChg chg="add mod">
          <ac:chgData name="Chestnut, Temple D" userId="8e081a02-258a-4ece-b13b-54445b3f68be" providerId="ADAL" clId="{06D05B33-AE18-4E0A-A68F-E1335D5AF8CF}" dt="2024-04-17T22:04:57.199" v="153" actId="962"/>
          <ac:picMkLst>
            <pc:docMk/>
            <pc:sldMk cId="366656389" sldId="274"/>
            <ac:picMk id="10" creationId="{EFCFF2F6-0C24-5557-B83D-C93D6ECB03E3}"/>
          </ac:picMkLst>
        </pc:picChg>
      </pc:sldChg>
      <pc:sldChg chg="addSp delSp modSp add del mod ord modNotesTx">
        <pc:chgData name="Chestnut, Temple D" userId="8e081a02-258a-4ece-b13b-54445b3f68be" providerId="ADAL" clId="{06D05B33-AE18-4E0A-A68F-E1335D5AF8CF}" dt="2024-04-20T20:22:34.569" v="5262" actId="47"/>
        <pc:sldMkLst>
          <pc:docMk/>
          <pc:sldMk cId="2034061169" sldId="275"/>
        </pc:sldMkLst>
        <pc:spChg chg="mod">
          <ac:chgData name="Chestnut, Temple D" userId="8e081a02-258a-4ece-b13b-54445b3f68be" providerId="ADAL" clId="{06D05B33-AE18-4E0A-A68F-E1335D5AF8CF}" dt="2024-04-17T22:08:39.570" v="265" actId="20577"/>
          <ac:spMkLst>
            <pc:docMk/>
            <pc:sldMk cId="2034061169" sldId="275"/>
            <ac:spMk id="2" creationId="{9EF9C808-47B2-61DD-3109-833882BEB3FE}"/>
          </ac:spMkLst>
        </pc:spChg>
        <pc:spChg chg="mod">
          <ac:chgData name="Chestnut, Temple D" userId="8e081a02-258a-4ece-b13b-54445b3f68be" providerId="ADAL" clId="{06D05B33-AE18-4E0A-A68F-E1335D5AF8CF}" dt="2024-04-17T22:11:59.164" v="307" actId="20577"/>
          <ac:spMkLst>
            <pc:docMk/>
            <pc:sldMk cId="2034061169" sldId="275"/>
            <ac:spMk id="3" creationId="{0204310E-C669-9B71-D16A-4DBBF7B6F6BC}"/>
          </ac:spMkLst>
        </pc:spChg>
        <pc:spChg chg="mod">
          <ac:chgData name="Chestnut, Temple D" userId="8e081a02-258a-4ece-b13b-54445b3f68be" providerId="ADAL" clId="{06D05B33-AE18-4E0A-A68F-E1335D5AF8CF}" dt="2024-04-17T22:17:21.244" v="343" actId="20577"/>
          <ac:spMkLst>
            <pc:docMk/>
            <pc:sldMk cId="2034061169" sldId="275"/>
            <ac:spMk id="5" creationId="{50C7A3AC-228A-4BC5-B854-D7D2F4FE57B0}"/>
          </ac:spMkLst>
        </pc:spChg>
        <pc:spChg chg="add del mod">
          <ac:chgData name="Chestnut, Temple D" userId="8e081a02-258a-4ece-b13b-54445b3f68be" providerId="ADAL" clId="{06D05B33-AE18-4E0A-A68F-E1335D5AF8CF}" dt="2024-04-17T22:17:46.271" v="348" actId="478"/>
          <ac:spMkLst>
            <pc:docMk/>
            <pc:sldMk cId="2034061169" sldId="275"/>
            <ac:spMk id="6" creationId="{0682D431-00E8-F7CF-21E0-91B2F2A04912}"/>
          </ac:spMkLst>
        </pc:spChg>
        <pc:picChg chg="mod">
          <ac:chgData name="Chestnut, Temple D" userId="8e081a02-258a-4ece-b13b-54445b3f68be" providerId="ADAL" clId="{06D05B33-AE18-4E0A-A68F-E1335D5AF8CF}" dt="2024-04-17T22:18:49.092" v="355" actId="1076"/>
          <ac:picMkLst>
            <pc:docMk/>
            <pc:sldMk cId="2034061169" sldId="275"/>
            <ac:picMk id="8" creationId="{D4647956-2766-2B27-E8C7-373311075001}"/>
          </ac:picMkLst>
        </pc:picChg>
        <pc:picChg chg="add del mod">
          <ac:chgData name="Chestnut, Temple D" userId="8e081a02-258a-4ece-b13b-54445b3f68be" providerId="ADAL" clId="{06D05B33-AE18-4E0A-A68F-E1335D5AF8CF}" dt="2024-04-17T22:18:44.854" v="354" actId="1076"/>
          <ac:picMkLst>
            <pc:docMk/>
            <pc:sldMk cId="2034061169" sldId="275"/>
            <ac:picMk id="10" creationId="{EFCFF2F6-0C24-5557-B83D-C93D6ECB03E3}"/>
          </ac:picMkLst>
        </pc:picChg>
      </pc:sldChg>
      <pc:sldChg chg="modSp add del mod ord modNotesTx">
        <pc:chgData name="Chestnut, Temple D" userId="8e081a02-258a-4ece-b13b-54445b3f68be" providerId="ADAL" clId="{06D05B33-AE18-4E0A-A68F-E1335D5AF8CF}" dt="2024-04-20T20:22:34.569" v="5262" actId="47"/>
        <pc:sldMkLst>
          <pc:docMk/>
          <pc:sldMk cId="3218154759" sldId="276"/>
        </pc:sldMkLst>
        <pc:spChg chg="mod">
          <ac:chgData name="Chestnut, Temple D" userId="8e081a02-258a-4ece-b13b-54445b3f68be" providerId="ADAL" clId="{06D05B33-AE18-4E0A-A68F-E1335D5AF8CF}" dt="2024-04-18T11:24:56.980" v="400" actId="20577"/>
          <ac:spMkLst>
            <pc:docMk/>
            <pc:sldMk cId="3218154759" sldId="276"/>
            <ac:spMk id="2" creationId="{9EF9C808-47B2-61DD-3109-833882BEB3FE}"/>
          </ac:spMkLst>
        </pc:spChg>
        <pc:spChg chg="mod">
          <ac:chgData name="Chestnut, Temple D" userId="8e081a02-258a-4ece-b13b-54445b3f68be" providerId="ADAL" clId="{06D05B33-AE18-4E0A-A68F-E1335D5AF8CF}" dt="2024-04-18T11:26:03.915" v="425" actId="20577"/>
          <ac:spMkLst>
            <pc:docMk/>
            <pc:sldMk cId="3218154759" sldId="276"/>
            <ac:spMk id="3" creationId="{0204310E-C669-9B71-D16A-4DBBF7B6F6BC}"/>
          </ac:spMkLst>
        </pc:spChg>
        <pc:spChg chg="mod">
          <ac:chgData name="Chestnut, Temple D" userId="8e081a02-258a-4ece-b13b-54445b3f68be" providerId="ADAL" clId="{06D05B33-AE18-4E0A-A68F-E1335D5AF8CF}" dt="2024-04-18T11:28:35.893" v="495" actId="20577"/>
          <ac:spMkLst>
            <pc:docMk/>
            <pc:sldMk cId="3218154759" sldId="276"/>
            <ac:spMk id="5" creationId="{50C7A3AC-228A-4BC5-B854-D7D2F4FE57B0}"/>
          </ac:spMkLst>
        </pc:spChg>
        <pc:picChg chg="mod">
          <ac:chgData name="Chestnut, Temple D" userId="8e081a02-258a-4ece-b13b-54445b3f68be" providerId="ADAL" clId="{06D05B33-AE18-4E0A-A68F-E1335D5AF8CF}" dt="2024-04-18T11:28:10.668" v="466" actId="1037"/>
          <ac:picMkLst>
            <pc:docMk/>
            <pc:sldMk cId="3218154759" sldId="276"/>
            <ac:picMk id="8" creationId="{D4647956-2766-2B27-E8C7-373311075001}"/>
          </ac:picMkLst>
        </pc:picChg>
        <pc:picChg chg="mod">
          <ac:chgData name="Chestnut, Temple D" userId="8e081a02-258a-4ece-b13b-54445b3f68be" providerId="ADAL" clId="{06D05B33-AE18-4E0A-A68F-E1335D5AF8CF}" dt="2024-04-18T11:28:11.444" v="469" actId="1037"/>
          <ac:picMkLst>
            <pc:docMk/>
            <pc:sldMk cId="3218154759" sldId="276"/>
            <ac:picMk id="10" creationId="{EFCFF2F6-0C24-5557-B83D-C93D6ECB03E3}"/>
          </ac:picMkLst>
        </pc:picChg>
      </pc:sldChg>
      <pc:sldChg chg="addSp modSp new del mod">
        <pc:chgData name="Chestnut, Temple D" userId="8e081a02-258a-4ece-b13b-54445b3f68be" providerId="ADAL" clId="{06D05B33-AE18-4E0A-A68F-E1335D5AF8CF}" dt="2024-04-19T20:28:05.773" v="856" actId="47"/>
        <pc:sldMkLst>
          <pc:docMk/>
          <pc:sldMk cId="349728172" sldId="277"/>
        </pc:sldMkLst>
        <pc:graphicFrameChg chg="add mod modGraphic">
          <ac:chgData name="Chestnut, Temple D" userId="8e081a02-258a-4ece-b13b-54445b3f68be" providerId="ADAL" clId="{06D05B33-AE18-4E0A-A68F-E1335D5AF8CF}" dt="2024-04-19T19:54:57.779" v="855" actId="20577"/>
          <ac:graphicFrameMkLst>
            <pc:docMk/>
            <pc:sldMk cId="349728172" sldId="277"/>
            <ac:graphicFrameMk id="2" creationId="{D18C58F4-D0E2-A807-A9CE-DEFDCBC98B25}"/>
          </ac:graphicFrameMkLst>
        </pc:graphicFrameChg>
      </pc:sldChg>
      <pc:sldChg chg="addSp modSp new del mod">
        <pc:chgData name="Chestnut, Temple D" userId="8e081a02-258a-4ece-b13b-54445b3f68be" providerId="ADAL" clId="{06D05B33-AE18-4E0A-A68F-E1335D5AF8CF}" dt="2024-04-19T20:51:57.617" v="1139" actId="47"/>
        <pc:sldMkLst>
          <pc:docMk/>
          <pc:sldMk cId="735511851" sldId="277"/>
        </pc:sldMkLst>
        <pc:graphicFrameChg chg="add mod modGraphic">
          <ac:chgData name="Chestnut, Temple D" userId="8e081a02-258a-4ece-b13b-54445b3f68be" providerId="ADAL" clId="{06D05B33-AE18-4E0A-A68F-E1335D5AF8CF}" dt="2024-04-19T20:34:59.072" v="913" actId="1035"/>
          <ac:graphicFrameMkLst>
            <pc:docMk/>
            <pc:sldMk cId="735511851" sldId="277"/>
            <ac:graphicFrameMk id="2" creationId="{C24AB9B8-D546-DDCC-5F8C-7542FF2FE4DA}"/>
          </ac:graphicFrameMkLst>
        </pc:graphicFrameChg>
      </pc:sldChg>
      <pc:sldChg chg="addSp delSp modSp new mod modTransition setBg delAnim modAnim modNotesTx">
        <pc:chgData name="Chestnut, Temple D" userId="8e081a02-258a-4ece-b13b-54445b3f68be" providerId="ADAL" clId="{06D05B33-AE18-4E0A-A68F-E1335D5AF8CF}" dt="2024-04-20T17:24:36.362" v="4393"/>
        <pc:sldMkLst>
          <pc:docMk/>
          <pc:sldMk cId="2831811310" sldId="277"/>
        </pc:sldMkLst>
        <pc:spChg chg="add mod">
          <ac:chgData name="Chestnut, Temple D" userId="8e081a02-258a-4ece-b13b-54445b3f68be" providerId="ADAL" clId="{06D05B33-AE18-4E0A-A68F-E1335D5AF8CF}" dt="2024-04-19T21:09:30.946" v="1303" actId="1037"/>
          <ac:spMkLst>
            <pc:docMk/>
            <pc:sldMk cId="2831811310" sldId="277"/>
            <ac:spMk id="2" creationId="{54452DFB-FCAC-5042-C955-6BD8B9D27F8B}"/>
          </ac:spMkLst>
        </pc:spChg>
        <pc:spChg chg="add mod">
          <ac:chgData name="Chestnut, Temple D" userId="8e081a02-258a-4ece-b13b-54445b3f68be" providerId="ADAL" clId="{06D05B33-AE18-4E0A-A68F-E1335D5AF8CF}" dt="2024-04-19T21:10:43.521" v="1332" actId="1038"/>
          <ac:spMkLst>
            <pc:docMk/>
            <pc:sldMk cId="2831811310" sldId="277"/>
            <ac:spMk id="3" creationId="{DC98C2CB-AB31-4224-7F1E-F0BD590C0D60}"/>
          </ac:spMkLst>
        </pc:spChg>
        <pc:spChg chg="add mod">
          <ac:chgData name="Chestnut, Temple D" userId="8e081a02-258a-4ece-b13b-54445b3f68be" providerId="ADAL" clId="{06D05B33-AE18-4E0A-A68F-E1335D5AF8CF}" dt="2024-04-19T21:09:45.465" v="1309" actId="1038"/>
          <ac:spMkLst>
            <pc:docMk/>
            <pc:sldMk cId="2831811310" sldId="277"/>
            <ac:spMk id="4" creationId="{77884AA5-1D85-A1CC-BCAE-F805782878AB}"/>
          </ac:spMkLst>
        </pc:spChg>
        <pc:spChg chg="add mod">
          <ac:chgData name="Chestnut, Temple D" userId="8e081a02-258a-4ece-b13b-54445b3f68be" providerId="ADAL" clId="{06D05B33-AE18-4E0A-A68F-E1335D5AF8CF}" dt="2024-04-19T21:11:05.099" v="1362" actId="1037"/>
          <ac:spMkLst>
            <pc:docMk/>
            <pc:sldMk cId="2831811310" sldId="277"/>
            <ac:spMk id="5" creationId="{8644E537-C9FE-E7C2-C446-B846115A97CE}"/>
          </ac:spMkLst>
        </pc:spChg>
        <pc:spChg chg="del mod">
          <ac:chgData name="Chestnut, Temple D" userId="8e081a02-258a-4ece-b13b-54445b3f68be" providerId="ADAL" clId="{06D05B33-AE18-4E0A-A68F-E1335D5AF8CF}" dt="2024-04-19T21:07:11.297" v="1258" actId="478"/>
          <ac:spMkLst>
            <pc:docMk/>
            <pc:sldMk cId="2831811310" sldId="277"/>
            <ac:spMk id="8" creationId="{3ACAC081-E436-25AD-DA31-24E78FD54174}"/>
          </ac:spMkLst>
        </pc:spChg>
        <pc:spChg chg="mod">
          <ac:chgData name="Chestnut, Temple D" userId="8e081a02-258a-4ece-b13b-54445b3f68be" providerId="ADAL" clId="{06D05B33-AE18-4E0A-A68F-E1335D5AF8CF}" dt="2024-04-19T21:06:56.665" v="1253" actId="1037"/>
          <ac:spMkLst>
            <pc:docMk/>
            <pc:sldMk cId="2831811310" sldId="277"/>
            <ac:spMk id="9" creationId="{DE710AAB-981F-F353-89AC-E79E83C74DF4}"/>
          </ac:spMkLst>
        </pc:spChg>
        <pc:spChg chg="mod">
          <ac:chgData name="Chestnut, Temple D" userId="8e081a02-258a-4ece-b13b-54445b3f68be" providerId="ADAL" clId="{06D05B33-AE18-4E0A-A68F-E1335D5AF8CF}" dt="2024-04-19T21:06:07.938" v="1249" actId="20577"/>
          <ac:spMkLst>
            <pc:docMk/>
            <pc:sldMk cId="2831811310" sldId="277"/>
            <ac:spMk id="10" creationId="{9ABF124F-AEA5-4D6B-431A-D2B2B150FE70}"/>
          </ac:spMkLst>
        </pc:spChg>
        <pc:spChg chg="del mod">
          <ac:chgData name="Chestnut, Temple D" userId="8e081a02-258a-4ece-b13b-54445b3f68be" providerId="ADAL" clId="{06D05B33-AE18-4E0A-A68F-E1335D5AF8CF}" dt="2024-04-19T21:05:59.065" v="1244" actId="478"/>
          <ac:spMkLst>
            <pc:docMk/>
            <pc:sldMk cId="2831811310" sldId="277"/>
            <ac:spMk id="11" creationId="{8F5FE1A7-BF49-6793-F5F7-06A7736B3B51}"/>
          </ac:spMkLst>
        </pc:spChg>
        <pc:spChg chg="del mod">
          <ac:chgData name="Chestnut, Temple D" userId="8e081a02-258a-4ece-b13b-54445b3f68be" providerId="ADAL" clId="{06D05B33-AE18-4E0A-A68F-E1335D5AF8CF}" dt="2024-04-19T21:08:32.338" v="1272" actId="478"/>
          <ac:spMkLst>
            <pc:docMk/>
            <pc:sldMk cId="2831811310" sldId="277"/>
            <ac:spMk id="13" creationId="{65F227DD-C5BE-60A1-3D39-7CD8761F4070}"/>
          </ac:spMkLst>
        </pc:spChg>
        <pc:spChg chg="mod">
          <ac:chgData name="Chestnut, Temple D" userId="8e081a02-258a-4ece-b13b-54445b3f68be" providerId="ADAL" clId="{06D05B33-AE18-4E0A-A68F-E1335D5AF8CF}" dt="2024-04-19T21:08:09.231" v="1268" actId="571"/>
          <ac:spMkLst>
            <pc:docMk/>
            <pc:sldMk cId="2831811310" sldId="277"/>
            <ac:spMk id="14" creationId="{3092D191-A089-DA32-D64F-38B785FF0194}"/>
          </ac:spMkLst>
        </pc:spChg>
        <pc:spChg chg="mod">
          <ac:chgData name="Chestnut, Temple D" userId="8e081a02-258a-4ece-b13b-54445b3f68be" providerId="ADAL" clId="{06D05B33-AE18-4E0A-A68F-E1335D5AF8CF}" dt="2024-04-19T21:08:09.231" v="1268" actId="571"/>
          <ac:spMkLst>
            <pc:docMk/>
            <pc:sldMk cId="2831811310" sldId="277"/>
            <ac:spMk id="15" creationId="{BDA1AAC3-CF39-1128-E796-9F92F646110E}"/>
          </ac:spMkLst>
        </pc:spChg>
        <pc:spChg chg="del mod">
          <ac:chgData name="Chestnut, Temple D" userId="8e081a02-258a-4ece-b13b-54445b3f68be" providerId="ADAL" clId="{06D05B33-AE18-4E0A-A68F-E1335D5AF8CF}" dt="2024-04-19T21:08:12.826" v="1269" actId="478"/>
          <ac:spMkLst>
            <pc:docMk/>
            <pc:sldMk cId="2831811310" sldId="277"/>
            <ac:spMk id="16" creationId="{05AAFD4A-84D2-C266-1C1F-FFD019BBECC7}"/>
          </ac:spMkLst>
        </pc:spChg>
        <pc:spChg chg="mod">
          <ac:chgData name="Chestnut, Temple D" userId="8e081a02-258a-4ece-b13b-54445b3f68be" providerId="ADAL" clId="{06D05B33-AE18-4E0A-A68F-E1335D5AF8CF}" dt="2024-04-19T21:12:05.115" v="1375" actId="1076"/>
          <ac:spMkLst>
            <pc:docMk/>
            <pc:sldMk cId="2831811310" sldId="277"/>
            <ac:spMk id="18" creationId="{135FA343-1B1F-1C7B-1230-E02079918471}"/>
          </ac:spMkLst>
        </pc:spChg>
        <pc:spChg chg="mod">
          <ac:chgData name="Chestnut, Temple D" userId="8e081a02-258a-4ece-b13b-54445b3f68be" providerId="ADAL" clId="{06D05B33-AE18-4E0A-A68F-E1335D5AF8CF}" dt="2024-04-19T21:21:39.308" v="1500" actId="1038"/>
          <ac:spMkLst>
            <pc:docMk/>
            <pc:sldMk cId="2831811310" sldId="277"/>
            <ac:spMk id="19" creationId="{A5290304-E9BA-5621-3E53-E7B5598FBB3E}"/>
          </ac:spMkLst>
        </pc:spChg>
        <pc:spChg chg="mod">
          <ac:chgData name="Chestnut, Temple D" userId="8e081a02-258a-4ece-b13b-54445b3f68be" providerId="ADAL" clId="{06D05B33-AE18-4E0A-A68F-E1335D5AF8CF}" dt="2024-04-19T21:21:42.298" v="1503" actId="1038"/>
          <ac:spMkLst>
            <pc:docMk/>
            <pc:sldMk cId="2831811310" sldId="277"/>
            <ac:spMk id="20" creationId="{4D1409C6-7406-B196-69C8-72964E76EDB6}"/>
          </ac:spMkLst>
        </pc:spChg>
        <pc:spChg chg="del mod">
          <ac:chgData name="Chestnut, Temple D" userId="8e081a02-258a-4ece-b13b-54445b3f68be" providerId="ADAL" clId="{06D05B33-AE18-4E0A-A68F-E1335D5AF8CF}" dt="2024-04-19T21:11:26.362" v="1364" actId="478"/>
          <ac:spMkLst>
            <pc:docMk/>
            <pc:sldMk cId="2831811310" sldId="277"/>
            <ac:spMk id="21" creationId="{88109249-79C6-27DD-C4BF-779983365697}"/>
          </ac:spMkLst>
        </pc:spChg>
        <pc:spChg chg="mod">
          <ac:chgData name="Chestnut, Temple D" userId="8e081a02-258a-4ece-b13b-54445b3f68be" providerId="ADAL" clId="{06D05B33-AE18-4E0A-A68F-E1335D5AF8CF}" dt="2024-04-19T21:13:37.592" v="1414" actId="571"/>
          <ac:spMkLst>
            <pc:docMk/>
            <pc:sldMk cId="2831811310" sldId="277"/>
            <ac:spMk id="23" creationId="{E3335A2B-E775-9F4A-4A9C-72377175B0BF}"/>
          </ac:spMkLst>
        </pc:spChg>
        <pc:spChg chg="mod">
          <ac:chgData name="Chestnut, Temple D" userId="8e081a02-258a-4ece-b13b-54445b3f68be" providerId="ADAL" clId="{06D05B33-AE18-4E0A-A68F-E1335D5AF8CF}" dt="2024-04-19T21:21:48.434" v="1506" actId="1037"/>
          <ac:spMkLst>
            <pc:docMk/>
            <pc:sldMk cId="2831811310" sldId="277"/>
            <ac:spMk id="24" creationId="{9510EE79-A0B4-72AA-2D2B-379B0F5099F0}"/>
          </ac:spMkLst>
        </pc:spChg>
        <pc:spChg chg="mod">
          <ac:chgData name="Chestnut, Temple D" userId="8e081a02-258a-4ece-b13b-54445b3f68be" providerId="ADAL" clId="{06D05B33-AE18-4E0A-A68F-E1335D5AF8CF}" dt="2024-04-19T21:13:55.458" v="1421" actId="20577"/>
          <ac:spMkLst>
            <pc:docMk/>
            <pc:sldMk cId="2831811310" sldId="277"/>
            <ac:spMk id="25" creationId="{3788534D-1E4B-115C-6232-B95FE93B5BAC}"/>
          </ac:spMkLst>
        </pc:spChg>
        <pc:spChg chg="mod">
          <ac:chgData name="Chestnut, Temple D" userId="8e081a02-258a-4ece-b13b-54445b3f68be" providerId="ADAL" clId="{06D05B33-AE18-4E0A-A68F-E1335D5AF8CF}" dt="2024-04-19T21:14:07.337" v="1422" actId="571"/>
          <ac:spMkLst>
            <pc:docMk/>
            <pc:sldMk cId="2831811310" sldId="277"/>
            <ac:spMk id="27" creationId="{2C2287C6-7694-6426-253B-E2AFC3268F7C}"/>
          </ac:spMkLst>
        </pc:spChg>
        <pc:spChg chg="mod">
          <ac:chgData name="Chestnut, Temple D" userId="8e081a02-258a-4ece-b13b-54445b3f68be" providerId="ADAL" clId="{06D05B33-AE18-4E0A-A68F-E1335D5AF8CF}" dt="2024-04-19T21:21:52.369" v="1507" actId="1038"/>
          <ac:spMkLst>
            <pc:docMk/>
            <pc:sldMk cId="2831811310" sldId="277"/>
            <ac:spMk id="28" creationId="{45229D44-DBB1-FC04-BAE7-1E1AEFC3F94C}"/>
          </ac:spMkLst>
        </pc:spChg>
        <pc:spChg chg="mod">
          <ac:chgData name="Chestnut, Temple D" userId="8e081a02-258a-4ece-b13b-54445b3f68be" providerId="ADAL" clId="{06D05B33-AE18-4E0A-A68F-E1335D5AF8CF}" dt="2024-04-19T21:15:02.659" v="1429" actId="20577"/>
          <ac:spMkLst>
            <pc:docMk/>
            <pc:sldMk cId="2831811310" sldId="277"/>
            <ac:spMk id="29" creationId="{D41F7D95-DFF2-5B68-D64B-E60D0810B4CF}"/>
          </ac:spMkLst>
        </pc:spChg>
        <pc:spChg chg="mod">
          <ac:chgData name="Chestnut, Temple D" userId="8e081a02-258a-4ece-b13b-54445b3f68be" providerId="ADAL" clId="{06D05B33-AE18-4E0A-A68F-E1335D5AF8CF}" dt="2024-04-19T21:15:10.828" v="1430" actId="571"/>
          <ac:spMkLst>
            <pc:docMk/>
            <pc:sldMk cId="2831811310" sldId="277"/>
            <ac:spMk id="31" creationId="{54EB7D8D-455E-BBA5-590B-65CC88796063}"/>
          </ac:spMkLst>
        </pc:spChg>
        <pc:spChg chg="mod">
          <ac:chgData name="Chestnut, Temple D" userId="8e081a02-258a-4ece-b13b-54445b3f68be" providerId="ADAL" clId="{06D05B33-AE18-4E0A-A68F-E1335D5AF8CF}" dt="2024-04-19T21:15:46.306" v="1456" actId="1038"/>
          <ac:spMkLst>
            <pc:docMk/>
            <pc:sldMk cId="2831811310" sldId="277"/>
            <ac:spMk id="32" creationId="{0343C64B-3717-E31A-19A5-CD689EFBBE6B}"/>
          </ac:spMkLst>
        </pc:spChg>
        <pc:spChg chg="mod">
          <ac:chgData name="Chestnut, Temple D" userId="8e081a02-258a-4ece-b13b-54445b3f68be" providerId="ADAL" clId="{06D05B33-AE18-4E0A-A68F-E1335D5AF8CF}" dt="2024-04-19T21:15:47.819" v="1457" actId="1038"/>
          <ac:spMkLst>
            <pc:docMk/>
            <pc:sldMk cId="2831811310" sldId="277"/>
            <ac:spMk id="33" creationId="{61DE9538-4582-E174-BAC9-8D0AEA3EA324}"/>
          </ac:spMkLst>
        </pc:spChg>
        <pc:spChg chg="mod">
          <ac:chgData name="Chestnut, Temple D" userId="8e081a02-258a-4ece-b13b-54445b3f68be" providerId="ADAL" clId="{06D05B33-AE18-4E0A-A68F-E1335D5AF8CF}" dt="2024-04-19T21:16:57.504" v="1464" actId="571"/>
          <ac:spMkLst>
            <pc:docMk/>
            <pc:sldMk cId="2831811310" sldId="277"/>
            <ac:spMk id="35" creationId="{F2A967BE-0C07-EA06-EBE6-B59DE6D698B1}"/>
          </ac:spMkLst>
        </pc:spChg>
        <pc:spChg chg="mod">
          <ac:chgData name="Chestnut, Temple D" userId="8e081a02-258a-4ece-b13b-54445b3f68be" providerId="ADAL" clId="{06D05B33-AE18-4E0A-A68F-E1335D5AF8CF}" dt="2024-04-19T21:17:10.814" v="1465" actId="207"/>
          <ac:spMkLst>
            <pc:docMk/>
            <pc:sldMk cId="2831811310" sldId="277"/>
            <ac:spMk id="36" creationId="{CC3B0001-2BD4-B346-8BB5-D6204698DEDA}"/>
          </ac:spMkLst>
        </pc:spChg>
        <pc:spChg chg="mod">
          <ac:chgData name="Chestnut, Temple D" userId="8e081a02-258a-4ece-b13b-54445b3f68be" providerId="ADAL" clId="{06D05B33-AE18-4E0A-A68F-E1335D5AF8CF}" dt="2024-04-19T21:17:20.482" v="1469" actId="20577"/>
          <ac:spMkLst>
            <pc:docMk/>
            <pc:sldMk cId="2831811310" sldId="277"/>
            <ac:spMk id="37" creationId="{B48DF018-11CA-C6DC-4015-3F312ABB87CC}"/>
          </ac:spMkLst>
        </pc:spChg>
        <pc:spChg chg="mod">
          <ac:chgData name="Chestnut, Temple D" userId="8e081a02-258a-4ece-b13b-54445b3f68be" providerId="ADAL" clId="{06D05B33-AE18-4E0A-A68F-E1335D5AF8CF}" dt="2024-04-19T21:17:38.046" v="1470" actId="571"/>
          <ac:spMkLst>
            <pc:docMk/>
            <pc:sldMk cId="2831811310" sldId="277"/>
            <ac:spMk id="39" creationId="{41BE5EBE-4420-7817-C620-2841ECEBB807}"/>
          </ac:spMkLst>
        </pc:spChg>
        <pc:spChg chg="mod">
          <ac:chgData name="Chestnut, Temple D" userId="8e081a02-258a-4ece-b13b-54445b3f68be" providerId="ADAL" clId="{06D05B33-AE18-4E0A-A68F-E1335D5AF8CF}" dt="2024-04-19T21:22:14.826" v="1508" actId="1038"/>
          <ac:spMkLst>
            <pc:docMk/>
            <pc:sldMk cId="2831811310" sldId="277"/>
            <ac:spMk id="40" creationId="{D0D9DCCE-840F-BE7D-74EE-63AC25516ED5}"/>
          </ac:spMkLst>
        </pc:spChg>
        <pc:spChg chg="mod">
          <ac:chgData name="Chestnut, Temple D" userId="8e081a02-258a-4ece-b13b-54445b3f68be" providerId="ADAL" clId="{06D05B33-AE18-4E0A-A68F-E1335D5AF8CF}" dt="2024-04-19T21:18:04.453" v="1475" actId="20577"/>
          <ac:spMkLst>
            <pc:docMk/>
            <pc:sldMk cId="2831811310" sldId="277"/>
            <ac:spMk id="41" creationId="{AA22F956-C453-97D9-F5FB-87396C43607F}"/>
          </ac:spMkLst>
        </pc:spChg>
        <pc:spChg chg="mod">
          <ac:chgData name="Chestnut, Temple D" userId="8e081a02-258a-4ece-b13b-54445b3f68be" providerId="ADAL" clId="{06D05B33-AE18-4E0A-A68F-E1335D5AF8CF}" dt="2024-04-19T21:18:24.346" v="1478" actId="571"/>
          <ac:spMkLst>
            <pc:docMk/>
            <pc:sldMk cId="2831811310" sldId="277"/>
            <ac:spMk id="43" creationId="{B21BB481-2C34-B16E-1B3D-ABACA54EF59B}"/>
          </ac:spMkLst>
        </pc:spChg>
        <pc:spChg chg="mod">
          <ac:chgData name="Chestnut, Temple D" userId="8e081a02-258a-4ece-b13b-54445b3f68be" providerId="ADAL" clId="{06D05B33-AE18-4E0A-A68F-E1335D5AF8CF}" dt="2024-04-19T21:18:34.202" v="1483" actId="207"/>
          <ac:spMkLst>
            <pc:docMk/>
            <pc:sldMk cId="2831811310" sldId="277"/>
            <ac:spMk id="44" creationId="{C9F0BCFB-3BD1-1A45-EB26-1B64AAE73500}"/>
          </ac:spMkLst>
        </pc:spChg>
        <pc:spChg chg="mod">
          <ac:chgData name="Chestnut, Temple D" userId="8e081a02-258a-4ece-b13b-54445b3f68be" providerId="ADAL" clId="{06D05B33-AE18-4E0A-A68F-E1335D5AF8CF}" dt="2024-04-19T21:18:27.131" v="1482" actId="20577"/>
          <ac:spMkLst>
            <pc:docMk/>
            <pc:sldMk cId="2831811310" sldId="277"/>
            <ac:spMk id="45" creationId="{15F66731-9085-88B9-D080-05679AD4EAE8}"/>
          </ac:spMkLst>
        </pc:spChg>
        <pc:spChg chg="add del mod">
          <ac:chgData name="Chestnut, Temple D" userId="8e081a02-258a-4ece-b13b-54445b3f68be" providerId="ADAL" clId="{06D05B33-AE18-4E0A-A68F-E1335D5AF8CF}" dt="2024-04-19T21:28:32.282" v="1546" actId="478"/>
          <ac:spMkLst>
            <pc:docMk/>
            <pc:sldMk cId="2831811310" sldId="277"/>
            <ac:spMk id="46" creationId="{C4168271-502B-59B5-4E9A-B4F69FDB91D7}"/>
          </ac:spMkLst>
        </pc:spChg>
        <pc:spChg chg="add mod ord topLvl">
          <ac:chgData name="Chestnut, Temple D" userId="8e081a02-258a-4ece-b13b-54445b3f68be" providerId="ADAL" clId="{06D05B33-AE18-4E0A-A68F-E1335D5AF8CF}" dt="2024-04-19T22:19:41.318" v="2018" actId="164"/>
          <ac:spMkLst>
            <pc:docMk/>
            <pc:sldMk cId="2831811310" sldId="277"/>
            <ac:spMk id="47" creationId="{A9F91520-602A-C998-ADE1-DCF77EFE9113}"/>
          </ac:spMkLst>
        </pc:spChg>
        <pc:spChg chg="add mod topLvl">
          <ac:chgData name="Chestnut, Temple D" userId="8e081a02-258a-4ece-b13b-54445b3f68be" providerId="ADAL" clId="{06D05B33-AE18-4E0A-A68F-E1335D5AF8CF}" dt="2024-04-19T22:19:41.318" v="2018" actId="164"/>
          <ac:spMkLst>
            <pc:docMk/>
            <pc:sldMk cId="2831811310" sldId="277"/>
            <ac:spMk id="58" creationId="{37A4C7CE-61E7-1362-2BFE-F4E885E96B9E}"/>
          </ac:spMkLst>
        </pc:spChg>
        <pc:spChg chg="add del mod">
          <ac:chgData name="Chestnut, Temple D" userId="8e081a02-258a-4ece-b13b-54445b3f68be" providerId="ADAL" clId="{06D05B33-AE18-4E0A-A68F-E1335D5AF8CF}" dt="2024-04-19T21:31:21.595" v="1582" actId="478"/>
          <ac:spMkLst>
            <pc:docMk/>
            <pc:sldMk cId="2831811310" sldId="277"/>
            <ac:spMk id="59" creationId="{4293533C-759B-0DF4-B682-9ECC0DFDA9AF}"/>
          </ac:spMkLst>
        </pc:spChg>
        <pc:spChg chg="add mod topLvl">
          <ac:chgData name="Chestnut, Temple D" userId="8e081a02-258a-4ece-b13b-54445b3f68be" providerId="ADAL" clId="{06D05B33-AE18-4E0A-A68F-E1335D5AF8CF}" dt="2024-04-19T22:19:41.318" v="2018" actId="164"/>
          <ac:spMkLst>
            <pc:docMk/>
            <pc:sldMk cId="2831811310" sldId="277"/>
            <ac:spMk id="61" creationId="{92222B71-BC1B-29DA-871D-927253A36007}"/>
          </ac:spMkLst>
        </pc:spChg>
        <pc:spChg chg="add mod topLvl">
          <ac:chgData name="Chestnut, Temple D" userId="8e081a02-258a-4ece-b13b-54445b3f68be" providerId="ADAL" clId="{06D05B33-AE18-4E0A-A68F-E1335D5AF8CF}" dt="2024-04-19T22:19:41.318" v="2018" actId="164"/>
          <ac:spMkLst>
            <pc:docMk/>
            <pc:sldMk cId="2831811310" sldId="277"/>
            <ac:spMk id="63" creationId="{92BFEED4-99AD-DAF0-1DCF-3B8081A052EF}"/>
          </ac:spMkLst>
        </pc:spChg>
        <pc:spChg chg="add mod topLvl">
          <ac:chgData name="Chestnut, Temple D" userId="8e081a02-258a-4ece-b13b-54445b3f68be" providerId="ADAL" clId="{06D05B33-AE18-4E0A-A68F-E1335D5AF8CF}" dt="2024-04-19T22:19:41.318" v="2018" actId="164"/>
          <ac:spMkLst>
            <pc:docMk/>
            <pc:sldMk cId="2831811310" sldId="277"/>
            <ac:spMk id="64" creationId="{9784DA80-57B9-6307-2F96-3BC95D1FC9D2}"/>
          </ac:spMkLst>
        </pc:spChg>
        <pc:spChg chg="mod topLvl">
          <ac:chgData name="Chestnut, Temple D" userId="8e081a02-258a-4ece-b13b-54445b3f68be" providerId="ADAL" clId="{06D05B33-AE18-4E0A-A68F-E1335D5AF8CF}" dt="2024-04-19T22:20:11.501" v="2023" actId="164"/>
          <ac:spMkLst>
            <pc:docMk/>
            <pc:sldMk cId="2831811310" sldId="277"/>
            <ac:spMk id="70" creationId="{22CD1185-A5B4-5878-1891-DA6E3D5CB748}"/>
          </ac:spMkLst>
        </pc:spChg>
        <pc:spChg chg="mod topLvl">
          <ac:chgData name="Chestnut, Temple D" userId="8e081a02-258a-4ece-b13b-54445b3f68be" providerId="ADAL" clId="{06D05B33-AE18-4E0A-A68F-E1335D5AF8CF}" dt="2024-04-19T22:20:11.501" v="2023" actId="164"/>
          <ac:spMkLst>
            <pc:docMk/>
            <pc:sldMk cId="2831811310" sldId="277"/>
            <ac:spMk id="71" creationId="{A2D92238-7A53-6BBE-3B45-2CEA06A81E71}"/>
          </ac:spMkLst>
        </pc:spChg>
        <pc:spChg chg="mod topLvl">
          <ac:chgData name="Chestnut, Temple D" userId="8e081a02-258a-4ece-b13b-54445b3f68be" providerId="ADAL" clId="{06D05B33-AE18-4E0A-A68F-E1335D5AF8CF}" dt="2024-04-19T22:20:11.501" v="2023" actId="164"/>
          <ac:spMkLst>
            <pc:docMk/>
            <pc:sldMk cId="2831811310" sldId="277"/>
            <ac:spMk id="72" creationId="{6EBD7E04-FEC8-446B-ECCF-A6F10CA26AE8}"/>
          </ac:spMkLst>
        </pc:spChg>
        <pc:spChg chg="mod topLvl">
          <ac:chgData name="Chestnut, Temple D" userId="8e081a02-258a-4ece-b13b-54445b3f68be" providerId="ADAL" clId="{06D05B33-AE18-4E0A-A68F-E1335D5AF8CF}" dt="2024-04-19T22:20:11.501" v="2023" actId="164"/>
          <ac:spMkLst>
            <pc:docMk/>
            <pc:sldMk cId="2831811310" sldId="277"/>
            <ac:spMk id="73" creationId="{E4E2C73E-4A5B-83B0-CE41-97680CAB5997}"/>
          </ac:spMkLst>
        </pc:spChg>
        <pc:spChg chg="mod topLvl">
          <ac:chgData name="Chestnut, Temple D" userId="8e081a02-258a-4ece-b13b-54445b3f68be" providerId="ADAL" clId="{06D05B33-AE18-4E0A-A68F-E1335D5AF8CF}" dt="2024-04-19T22:23:45.555" v="2046" actId="14100"/>
          <ac:spMkLst>
            <pc:docMk/>
            <pc:sldMk cId="2831811310" sldId="277"/>
            <ac:spMk id="74" creationId="{96E22125-105B-ECFC-E3E6-D4201FF6308B}"/>
          </ac:spMkLst>
        </pc:spChg>
        <pc:spChg chg="mod topLvl">
          <ac:chgData name="Chestnut, Temple D" userId="8e081a02-258a-4ece-b13b-54445b3f68be" providerId="ADAL" clId="{06D05B33-AE18-4E0A-A68F-E1335D5AF8CF}" dt="2024-04-19T22:20:21.766" v="2026" actId="164"/>
          <ac:spMkLst>
            <pc:docMk/>
            <pc:sldMk cId="2831811310" sldId="277"/>
            <ac:spMk id="77" creationId="{42C39399-14AA-9854-A323-3AA08F983DDE}"/>
          </ac:spMkLst>
        </pc:spChg>
        <pc:spChg chg="mod topLvl">
          <ac:chgData name="Chestnut, Temple D" userId="8e081a02-258a-4ece-b13b-54445b3f68be" providerId="ADAL" clId="{06D05B33-AE18-4E0A-A68F-E1335D5AF8CF}" dt="2024-04-19T22:20:21.766" v="2026" actId="164"/>
          <ac:spMkLst>
            <pc:docMk/>
            <pc:sldMk cId="2831811310" sldId="277"/>
            <ac:spMk id="79" creationId="{5375BE14-822F-7FEB-8CAB-F2DA33A8A0D8}"/>
          </ac:spMkLst>
        </pc:spChg>
        <pc:spChg chg="mod topLvl">
          <ac:chgData name="Chestnut, Temple D" userId="8e081a02-258a-4ece-b13b-54445b3f68be" providerId="ADAL" clId="{06D05B33-AE18-4E0A-A68F-E1335D5AF8CF}" dt="2024-04-19T22:20:21.766" v="2026" actId="164"/>
          <ac:spMkLst>
            <pc:docMk/>
            <pc:sldMk cId="2831811310" sldId="277"/>
            <ac:spMk id="80" creationId="{8C3932AE-70FC-4F25-0068-A000DC49E78D}"/>
          </ac:spMkLst>
        </pc:spChg>
        <pc:spChg chg="mod topLvl">
          <ac:chgData name="Chestnut, Temple D" userId="8e081a02-258a-4ece-b13b-54445b3f68be" providerId="ADAL" clId="{06D05B33-AE18-4E0A-A68F-E1335D5AF8CF}" dt="2024-04-19T22:20:21.766" v="2026" actId="164"/>
          <ac:spMkLst>
            <pc:docMk/>
            <pc:sldMk cId="2831811310" sldId="277"/>
            <ac:spMk id="81" creationId="{122300CA-D36B-21F4-E005-DF99A6B1EABE}"/>
          </ac:spMkLst>
        </pc:spChg>
        <pc:spChg chg="mod topLvl">
          <ac:chgData name="Chestnut, Temple D" userId="8e081a02-258a-4ece-b13b-54445b3f68be" providerId="ADAL" clId="{06D05B33-AE18-4E0A-A68F-E1335D5AF8CF}" dt="2024-04-19T22:20:21.766" v="2026" actId="164"/>
          <ac:spMkLst>
            <pc:docMk/>
            <pc:sldMk cId="2831811310" sldId="277"/>
            <ac:spMk id="82" creationId="{E4219A6B-214E-0721-0F19-ECE96AC8F47C}"/>
          </ac:spMkLst>
        </pc:spChg>
        <pc:spChg chg="add del mod ord">
          <ac:chgData name="Chestnut, Temple D" userId="8e081a02-258a-4ece-b13b-54445b3f68be" providerId="ADAL" clId="{06D05B33-AE18-4E0A-A68F-E1335D5AF8CF}" dt="2024-04-20T17:09:33.521" v="4176" actId="478"/>
          <ac:spMkLst>
            <pc:docMk/>
            <pc:sldMk cId="2831811310" sldId="277"/>
            <ac:spMk id="95" creationId="{1F979B46-BFCD-CB9C-8D20-E55A7EBDA782}"/>
          </ac:spMkLst>
        </pc:spChg>
        <pc:spChg chg="add mod ord">
          <ac:chgData name="Chestnut, Temple D" userId="8e081a02-258a-4ece-b13b-54445b3f68be" providerId="ADAL" clId="{06D05B33-AE18-4E0A-A68F-E1335D5AF8CF}" dt="2024-04-20T17:18:41.675" v="4232" actId="164"/>
          <ac:spMkLst>
            <pc:docMk/>
            <pc:sldMk cId="2831811310" sldId="277"/>
            <ac:spMk id="100" creationId="{F99F95AA-3456-B481-11CB-D16FB5B8CA8A}"/>
          </ac:spMkLst>
        </pc:spChg>
        <pc:spChg chg="add mod">
          <ac:chgData name="Chestnut, Temple D" userId="8e081a02-258a-4ece-b13b-54445b3f68be" providerId="ADAL" clId="{06D05B33-AE18-4E0A-A68F-E1335D5AF8CF}" dt="2024-04-20T17:19:36.280" v="4266" actId="1036"/>
          <ac:spMkLst>
            <pc:docMk/>
            <pc:sldMk cId="2831811310" sldId="277"/>
            <ac:spMk id="101" creationId="{9DE90C9A-C574-A734-7C12-4A1C29A3DFCA}"/>
          </ac:spMkLst>
        </pc:spChg>
        <pc:spChg chg="add mod">
          <ac:chgData name="Chestnut, Temple D" userId="8e081a02-258a-4ece-b13b-54445b3f68be" providerId="ADAL" clId="{06D05B33-AE18-4E0A-A68F-E1335D5AF8CF}" dt="2024-04-20T17:22:22.313" v="4356" actId="1035"/>
          <ac:spMkLst>
            <pc:docMk/>
            <pc:sldMk cId="2831811310" sldId="277"/>
            <ac:spMk id="103" creationId="{EB8CA781-AD5C-E667-3297-FD6B99B60463}"/>
          </ac:spMkLst>
        </pc:spChg>
        <pc:spChg chg="add mod">
          <ac:chgData name="Chestnut, Temple D" userId="8e081a02-258a-4ece-b13b-54445b3f68be" providerId="ADAL" clId="{06D05B33-AE18-4E0A-A68F-E1335D5AF8CF}" dt="2024-04-20T17:22:49.894" v="4374" actId="1076"/>
          <ac:spMkLst>
            <pc:docMk/>
            <pc:sldMk cId="2831811310" sldId="277"/>
            <ac:spMk id="104" creationId="{53E416BB-CA6F-5313-6F53-9F8EA5F09D6F}"/>
          </ac:spMkLst>
        </pc:spChg>
        <pc:grpChg chg="add del mod">
          <ac:chgData name="Chestnut, Temple D" userId="8e081a02-258a-4ece-b13b-54445b3f68be" providerId="ADAL" clId="{06D05B33-AE18-4E0A-A68F-E1335D5AF8CF}" dt="2024-04-19T21:19:34.208" v="1487" actId="1076"/>
          <ac:grpSpMkLst>
            <pc:docMk/>
            <pc:sldMk cId="2831811310" sldId="277"/>
            <ac:grpSpMk id="6" creationId="{D0E2C6AF-37D1-7D4D-DE7A-6A120F01C5F2}"/>
          </ac:grpSpMkLst>
        </pc:grpChg>
        <pc:grpChg chg="add del mod">
          <ac:chgData name="Chestnut, Temple D" userId="8e081a02-258a-4ece-b13b-54445b3f68be" providerId="ADAL" clId="{06D05B33-AE18-4E0A-A68F-E1335D5AF8CF}" dt="2024-04-19T21:07:20.721" v="1266" actId="478"/>
          <ac:grpSpMkLst>
            <pc:docMk/>
            <pc:sldMk cId="2831811310" sldId="277"/>
            <ac:grpSpMk id="7" creationId="{DDA68031-51DE-4D74-B23F-0D9E85EA7C32}"/>
          </ac:grpSpMkLst>
        </pc:grpChg>
        <pc:grpChg chg="add del mod">
          <ac:chgData name="Chestnut, Temple D" userId="8e081a02-258a-4ece-b13b-54445b3f68be" providerId="ADAL" clId="{06D05B33-AE18-4E0A-A68F-E1335D5AF8CF}" dt="2024-04-19T21:08:33.853" v="1273" actId="478"/>
          <ac:grpSpMkLst>
            <pc:docMk/>
            <pc:sldMk cId="2831811310" sldId="277"/>
            <ac:grpSpMk id="12" creationId="{A53D7D3F-AB99-3AD7-C8FE-EAB53B121B43}"/>
          </ac:grpSpMkLst>
        </pc:grpChg>
        <pc:grpChg chg="add mod">
          <ac:chgData name="Chestnut, Temple D" userId="8e081a02-258a-4ece-b13b-54445b3f68be" providerId="ADAL" clId="{06D05B33-AE18-4E0A-A68F-E1335D5AF8CF}" dt="2024-04-19T21:19:34.208" v="1487" actId="1076"/>
          <ac:grpSpMkLst>
            <pc:docMk/>
            <pc:sldMk cId="2831811310" sldId="277"/>
            <ac:grpSpMk id="17" creationId="{BB8FB7D7-C757-6D9B-5EAF-C4EA3E3D10A2}"/>
          </ac:grpSpMkLst>
        </pc:grpChg>
        <pc:grpChg chg="add mod">
          <ac:chgData name="Chestnut, Temple D" userId="8e081a02-258a-4ece-b13b-54445b3f68be" providerId="ADAL" clId="{06D05B33-AE18-4E0A-A68F-E1335D5AF8CF}" dt="2024-04-19T21:19:34.208" v="1487" actId="1076"/>
          <ac:grpSpMkLst>
            <pc:docMk/>
            <pc:sldMk cId="2831811310" sldId="277"/>
            <ac:grpSpMk id="22" creationId="{49C06AD5-703D-70BA-1425-DA5036E3D36F}"/>
          </ac:grpSpMkLst>
        </pc:grpChg>
        <pc:grpChg chg="add mod">
          <ac:chgData name="Chestnut, Temple D" userId="8e081a02-258a-4ece-b13b-54445b3f68be" providerId="ADAL" clId="{06D05B33-AE18-4E0A-A68F-E1335D5AF8CF}" dt="2024-04-19T21:19:34.208" v="1487" actId="1076"/>
          <ac:grpSpMkLst>
            <pc:docMk/>
            <pc:sldMk cId="2831811310" sldId="277"/>
            <ac:grpSpMk id="26" creationId="{57D2A8AF-56F9-A71B-3156-F6F207B0CA3F}"/>
          </ac:grpSpMkLst>
        </pc:grpChg>
        <pc:grpChg chg="add mod">
          <ac:chgData name="Chestnut, Temple D" userId="8e081a02-258a-4ece-b13b-54445b3f68be" providerId="ADAL" clId="{06D05B33-AE18-4E0A-A68F-E1335D5AF8CF}" dt="2024-04-19T21:19:34.208" v="1487" actId="1076"/>
          <ac:grpSpMkLst>
            <pc:docMk/>
            <pc:sldMk cId="2831811310" sldId="277"/>
            <ac:grpSpMk id="30" creationId="{2ADC6EB4-F907-A671-D481-AFF1A382FAD3}"/>
          </ac:grpSpMkLst>
        </pc:grpChg>
        <pc:grpChg chg="add mod">
          <ac:chgData name="Chestnut, Temple D" userId="8e081a02-258a-4ece-b13b-54445b3f68be" providerId="ADAL" clId="{06D05B33-AE18-4E0A-A68F-E1335D5AF8CF}" dt="2024-04-19T21:19:34.208" v="1487" actId="1076"/>
          <ac:grpSpMkLst>
            <pc:docMk/>
            <pc:sldMk cId="2831811310" sldId="277"/>
            <ac:grpSpMk id="34" creationId="{98364AFA-F5A0-AD2F-0D09-F348A5AEABA7}"/>
          </ac:grpSpMkLst>
        </pc:grpChg>
        <pc:grpChg chg="add mod">
          <ac:chgData name="Chestnut, Temple D" userId="8e081a02-258a-4ece-b13b-54445b3f68be" providerId="ADAL" clId="{06D05B33-AE18-4E0A-A68F-E1335D5AF8CF}" dt="2024-04-19T21:19:34.208" v="1487" actId="1076"/>
          <ac:grpSpMkLst>
            <pc:docMk/>
            <pc:sldMk cId="2831811310" sldId="277"/>
            <ac:grpSpMk id="38" creationId="{C1F06A0B-4FAC-8F72-91D4-E256D3EAE5A6}"/>
          </ac:grpSpMkLst>
        </pc:grpChg>
        <pc:grpChg chg="add mod">
          <ac:chgData name="Chestnut, Temple D" userId="8e081a02-258a-4ece-b13b-54445b3f68be" providerId="ADAL" clId="{06D05B33-AE18-4E0A-A68F-E1335D5AF8CF}" dt="2024-04-19T21:19:34.208" v="1487" actId="1076"/>
          <ac:grpSpMkLst>
            <pc:docMk/>
            <pc:sldMk cId="2831811310" sldId="277"/>
            <ac:grpSpMk id="42" creationId="{8304EB55-CCE3-16FF-BF2D-B500836B54E2}"/>
          </ac:grpSpMkLst>
        </pc:grpChg>
        <pc:grpChg chg="add del mod topLvl">
          <ac:chgData name="Chestnut, Temple D" userId="8e081a02-258a-4ece-b13b-54445b3f68be" providerId="ADAL" clId="{06D05B33-AE18-4E0A-A68F-E1335D5AF8CF}" dt="2024-04-19T21:46:23.588" v="1768" actId="165"/>
          <ac:grpSpMkLst>
            <pc:docMk/>
            <pc:sldMk cId="2831811310" sldId="277"/>
            <ac:grpSpMk id="67" creationId="{20A1029D-AD6F-1D00-6F1F-AB74E7AF9C2C}"/>
          </ac:grpSpMkLst>
        </pc:grpChg>
        <pc:grpChg chg="add del mod topLvl">
          <ac:chgData name="Chestnut, Temple D" userId="8e081a02-258a-4ece-b13b-54445b3f68be" providerId="ADAL" clId="{06D05B33-AE18-4E0A-A68F-E1335D5AF8CF}" dt="2024-04-19T21:46:27.911" v="1769" actId="165"/>
          <ac:grpSpMkLst>
            <pc:docMk/>
            <pc:sldMk cId="2831811310" sldId="277"/>
            <ac:grpSpMk id="68" creationId="{538D4285-610F-2FC5-F27F-5CF4586D5D8F}"/>
          </ac:grpSpMkLst>
        </pc:grpChg>
        <pc:grpChg chg="add del mod topLvl">
          <ac:chgData name="Chestnut, Temple D" userId="8e081a02-258a-4ece-b13b-54445b3f68be" providerId="ADAL" clId="{06D05B33-AE18-4E0A-A68F-E1335D5AF8CF}" dt="2024-04-19T21:46:34.093" v="1770" actId="165"/>
          <ac:grpSpMkLst>
            <pc:docMk/>
            <pc:sldMk cId="2831811310" sldId="277"/>
            <ac:grpSpMk id="76" creationId="{3FA1CD7C-1D7A-D2F6-2298-EB21A23ADFC9}"/>
          </ac:grpSpMkLst>
        </pc:grpChg>
        <pc:grpChg chg="add del mod">
          <ac:chgData name="Chestnut, Temple D" userId="8e081a02-258a-4ece-b13b-54445b3f68be" providerId="ADAL" clId="{06D05B33-AE18-4E0A-A68F-E1335D5AF8CF}" dt="2024-04-19T21:46:14.466" v="1767" actId="165"/>
          <ac:grpSpMkLst>
            <pc:docMk/>
            <pc:sldMk cId="2831811310" sldId="277"/>
            <ac:grpSpMk id="84" creationId="{EFA461B6-F53A-0AA3-B562-547AA37A2E9E}"/>
          </ac:grpSpMkLst>
        </pc:grpChg>
        <pc:grpChg chg="add del mod">
          <ac:chgData name="Chestnut, Temple D" userId="8e081a02-258a-4ece-b13b-54445b3f68be" providerId="ADAL" clId="{06D05B33-AE18-4E0A-A68F-E1335D5AF8CF}" dt="2024-04-19T23:17:11.393" v="2185" actId="21"/>
          <ac:grpSpMkLst>
            <pc:docMk/>
            <pc:sldMk cId="2831811310" sldId="277"/>
            <ac:grpSpMk id="85" creationId="{FAF677E5-DDC1-6732-6295-F7ECA043FEAA}"/>
          </ac:grpSpMkLst>
        </pc:grpChg>
        <pc:grpChg chg="add mod">
          <ac:chgData name="Chestnut, Temple D" userId="8e081a02-258a-4ece-b13b-54445b3f68be" providerId="ADAL" clId="{06D05B33-AE18-4E0A-A68F-E1335D5AF8CF}" dt="2024-04-19T22:24:59.162" v="2055" actId="164"/>
          <ac:grpSpMkLst>
            <pc:docMk/>
            <pc:sldMk cId="2831811310" sldId="277"/>
            <ac:grpSpMk id="86" creationId="{D082AF7C-85D1-0EA7-6FF8-2924A99D601D}"/>
          </ac:grpSpMkLst>
        </pc:grpChg>
        <pc:grpChg chg="add del mod">
          <ac:chgData name="Chestnut, Temple D" userId="8e081a02-258a-4ece-b13b-54445b3f68be" providerId="ADAL" clId="{06D05B33-AE18-4E0A-A68F-E1335D5AF8CF}" dt="2024-04-19T23:17:11.393" v="2185" actId="21"/>
          <ac:grpSpMkLst>
            <pc:docMk/>
            <pc:sldMk cId="2831811310" sldId="277"/>
            <ac:grpSpMk id="87" creationId="{208A6E21-775A-CBB7-1B42-0671214A396A}"/>
          </ac:grpSpMkLst>
        </pc:grpChg>
        <pc:grpChg chg="add del mod">
          <ac:chgData name="Chestnut, Temple D" userId="8e081a02-258a-4ece-b13b-54445b3f68be" providerId="ADAL" clId="{06D05B33-AE18-4E0A-A68F-E1335D5AF8CF}" dt="2024-04-19T23:17:11.393" v="2185" actId="21"/>
          <ac:grpSpMkLst>
            <pc:docMk/>
            <pc:sldMk cId="2831811310" sldId="277"/>
            <ac:grpSpMk id="92" creationId="{C10B6892-D288-1084-6CDE-FBF31CB6E9B7}"/>
          </ac:grpSpMkLst>
        </pc:grpChg>
        <pc:grpChg chg="add mod ord">
          <ac:chgData name="Chestnut, Temple D" userId="8e081a02-258a-4ece-b13b-54445b3f68be" providerId="ADAL" clId="{06D05B33-AE18-4E0A-A68F-E1335D5AF8CF}" dt="2024-04-20T17:20:03.248" v="4267" actId="1076"/>
          <ac:grpSpMkLst>
            <pc:docMk/>
            <pc:sldMk cId="2831811310" sldId="277"/>
            <ac:grpSpMk id="102" creationId="{9AA04846-F8B5-6FD0-95D5-119D1D9F6BEC}"/>
          </ac:grpSpMkLst>
        </pc:grpChg>
        <pc:picChg chg="add del mod">
          <ac:chgData name="Chestnut, Temple D" userId="8e081a02-258a-4ece-b13b-54445b3f68be" providerId="ADAL" clId="{06D05B33-AE18-4E0A-A68F-E1335D5AF8CF}" dt="2024-04-20T17:06:50.382" v="4150" actId="478"/>
          <ac:picMkLst>
            <pc:docMk/>
            <pc:sldMk cId="2831811310" sldId="277"/>
            <ac:picMk id="94" creationId="{BFE9E038-776F-8C63-60A4-15CC86AAAACA}"/>
          </ac:picMkLst>
        </pc:picChg>
        <pc:picChg chg="add del mod ord">
          <ac:chgData name="Chestnut, Temple D" userId="8e081a02-258a-4ece-b13b-54445b3f68be" providerId="ADAL" clId="{06D05B33-AE18-4E0A-A68F-E1335D5AF8CF}" dt="2024-04-20T17:09:29.834" v="4175" actId="478"/>
          <ac:picMkLst>
            <pc:docMk/>
            <pc:sldMk cId="2831811310" sldId="277"/>
            <ac:picMk id="97" creationId="{F0A71DBA-3B9D-D607-F412-54FA2C79E1C6}"/>
          </ac:picMkLst>
        </pc:picChg>
        <pc:picChg chg="add mod ord">
          <ac:chgData name="Chestnut, Temple D" userId="8e081a02-258a-4ece-b13b-54445b3f68be" providerId="ADAL" clId="{06D05B33-AE18-4E0A-A68F-E1335D5AF8CF}" dt="2024-04-20T17:17:03.968" v="4199" actId="1076"/>
          <ac:picMkLst>
            <pc:docMk/>
            <pc:sldMk cId="2831811310" sldId="277"/>
            <ac:picMk id="99" creationId="{E6CA1985-DDB3-EEEC-4CF3-7F575D48DCC3}"/>
          </ac:picMkLst>
        </pc:picChg>
        <pc:cxnChg chg="add mod ord topLvl">
          <ac:chgData name="Chestnut, Temple D" userId="8e081a02-258a-4ece-b13b-54445b3f68be" providerId="ADAL" clId="{06D05B33-AE18-4E0A-A68F-E1335D5AF8CF}" dt="2024-04-19T23:17:11.393" v="2185" actId="21"/>
          <ac:cxnSpMkLst>
            <pc:docMk/>
            <pc:sldMk cId="2831811310" sldId="277"/>
            <ac:cxnSpMk id="49" creationId="{C09EB160-A6E5-31A6-577D-C164C0CDD57B}"/>
          </ac:cxnSpMkLst>
        </pc:cxnChg>
        <pc:cxnChg chg="add del">
          <ac:chgData name="Chestnut, Temple D" userId="8e081a02-258a-4ece-b13b-54445b3f68be" providerId="ADAL" clId="{06D05B33-AE18-4E0A-A68F-E1335D5AF8CF}" dt="2024-04-19T21:29:23.706" v="1550" actId="478"/>
          <ac:cxnSpMkLst>
            <pc:docMk/>
            <pc:sldMk cId="2831811310" sldId="277"/>
            <ac:cxnSpMk id="51" creationId="{355FC76E-C25B-BDE6-DB90-8DE1766F7166}"/>
          </ac:cxnSpMkLst>
        </pc:cxnChg>
        <pc:cxnChg chg="add del mod">
          <ac:chgData name="Chestnut, Temple D" userId="8e081a02-258a-4ece-b13b-54445b3f68be" providerId="ADAL" clId="{06D05B33-AE18-4E0A-A68F-E1335D5AF8CF}" dt="2024-04-19T21:36:39.611" v="1602" actId="478"/>
          <ac:cxnSpMkLst>
            <pc:docMk/>
            <pc:sldMk cId="2831811310" sldId="277"/>
            <ac:cxnSpMk id="52" creationId="{E6E0EBE2-DF23-0A47-69BD-E80B87A17768}"/>
          </ac:cxnSpMkLst>
        </pc:cxnChg>
        <pc:cxnChg chg="add mod topLvl">
          <ac:chgData name="Chestnut, Temple D" userId="8e081a02-258a-4ece-b13b-54445b3f68be" providerId="ADAL" clId="{06D05B33-AE18-4E0A-A68F-E1335D5AF8CF}" dt="2024-04-19T22:19:41.318" v="2018" actId="164"/>
          <ac:cxnSpMkLst>
            <pc:docMk/>
            <pc:sldMk cId="2831811310" sldId="277"/>
            <ac:cxnSpMk id="65" creationId="{BA724E34-E404-67DC-ED26-30256ED4E05A}"/>
          </ac:cxnSpMkLst>
        </pc:cxnChg>
        <pc:cxnChg chg="mod ord topLvl">
          <ac:chgData name="Chestnut, Temple D" userId="8e081a02-258a-4ece-b13b-54445b3f68be" providerId="ADAL" clId="{06D05B33-AE18-4E0A-A68F-E1335D5AF8CF}" dt="2024-04-19T23:17:11.393" v="2185" actId="21"/>
          <ac:cxnSpMkLst>
            <pc:docMk/>
            <pc:sldMk cId="2831811310" sldId="277"/>
            <ac:cxnSpMk id="69" creationId="{D6025A8E-ACD5-C4A7-C079-1E2802D893A8}"/>
          </ac:cxnSpMkLst>
        </pc:cxnChg>
        <pc:cxnChg chg="del mod topLvl">
          <ac:chgData name="Chestnut, Temple D" userId="8e081a02-258a-4ece-b13b-54445b3f68be" providerId="ADAL" clId="{06D05B33-AE18-4E0A-A68F-E1335D5AF8CF}" dt="2024-04-19T22:24:24.381" v="2050" actId="478"/>
          <ac:cxnSpMkLst>
            <pc:docMk/>
            <pc:sldMk cId="2831811310" sldId="277"/>
            <ac:cxnSpMk id="75" creationId="{69798308-B357-9FDB-2A68-922623583FF0}"/>
          </ac:cxnSpMkLst>
        </pc:cxnChg>
        <pc:cxnChg chg="mod topLvl">
          <ac:chgData name="Chestnut, Temple D" userId="8e081a02-258a-4ece-b13b-54445b3f68be" providerId="ADAL" clId="{06D05B33-AE18-4E0A-A68F-E1335D5AF8CF}" dt="2024-04-19T23:17:11.393" v="2185" actId="21"/>
          <ac:cxnSpMkLst>
            <pc:docMk/>
            <pc:sldMk cId="2831811310" sldId="277"/>
            <ac:cxnSpMk id="78" creationId="{85AB9447-41A9-BB6E-49F2-F41CE1749A47}"/>
          </ac:cxnSpMkLst>
        </pc:cxnChg>
        <pc:cxnChg chg="mod topLvl">
          <ac:chgData name="Chestnut, Temple D" userId="8e081a02-258a-4ece-b13b-54445b3f68be" providerId="ADAL" clId="{06D05B33-AE18-4E0A-A68F-E1335D5AF8CF}" dt="2024-04-19T22:20:21.766" v="2026" actId="164"/>
          <ac:cxnSpMkLst>
            <pc:docMk/>
            <pc:sldMk cId="2831811310" sldId="277"/>
            <ac:cxnSpMk id="83" creationId="{010EB56E-5B02-FE0F-5052-AE65252C6744}"/>
          </ac:cxnSpMkLst>
        </pc:cxnChg>
        <pc:cxnChg chg="add mod">
          <ac:chgData name="Chestnut, Temple D" userId="8e081a02-258a-4ece-b13b-54445b3f68be" providerId="ADAL" clId="{06D05B33-AE18-4E0A-A68F-E1335D5AF8CF}" dt="2024-04-19T22:24:59.162" v="2055" actId="164"/>
          <ac:cxnSpMkLst>
            <pc:docMk/>
            <pc:sldMk cId="2831811310" sldId="277"/>
            <ac:cxnSpMk id="91" creationId="{9DED4C95-427A-CAFB-3803-AAF08DFBFD74}"/>
          </ac:cxnSpMkLst>
        </pc:cxnChg>
      </pc:sldChg>
      <pc:sldChg chg="addSp delSp modSp new del mod setBg">
        <pc:chgData name="Chestnut, Temple D" userId="8e081a02-258a-4ece-b13b-54445b3f68be" providerId="ADAL" clId="{06D05B33-AE18-4E0A-A68F-E1335D5AF8CF}" dt="2024-04-19T20:33:48.773" v="873" actId="47"/>
        <pc:sldMkLst>
          <pc:docMk/>
          <pc:sldMk cId="3850828120" sldId="277"/>
        </pc:sldMkLst>
        <pc:cxnChg chg="add del mod">
          <ac:chgData name="Chestnut, Temple D" userId="8e081a02-258a-4ece-b13b-54445b3f68be" providerId="ADAL" clId="{06D05B33-AE18-4E0A-A68F-E1335D5AF8CF}" dt="2024-04-19T20:33:47.450" v="872" actId="478"/>
          <ac:cxnSpMkLst>
            <pc:docMk/>
            <pc:sldMk cId="3850828120" sldId="277"/>
            <ac:cxnSpMk id="3" creationId="{B72BAE9D-0090-07BE-23DC-A11BBC38E7B4}"/>
          </ac:cxnSpMkLst>
        </pc:cxnChg>
      </pc:sldChg>
      <pc:sldChg chg="addSp delSp modSp add mod modTransition delAnim modAnim modNotesTx">
        <pc:chgData name="Chestnut, Temple D" userId="8e081a02-258a-4ece-b13b-54445b3f68be" providerId="ADAL" clId="{06D05B33-AE18-4E0A-A68F-E1335D5AF8CF}" dt="2024-04-20T21:15:53.091" v="5652" actId="20577"/>
        <pc:sldMkLst>
          <pc:docMk/>
          <pc:sldMk cId="1230464823" sldId="278"/>
        </pc:sldMkLst>
        <pc:spChg chg="add del mod">
          <ac:chgData name="Chestnut, Temple D" userId="8e081a02-258a-4ece-b13b-54445b3f68be" providerId="ADAL" clId="{06D05B33-AE18-4E0A-A68F-E1335D5AF8CF}" dt="2024-04-19T22:16:06.608" v="2000" actId="47"/>
          <ac:spMkLst>
            <pc:docMk/>
            <pc:sldMk cId="1230464823" sldId="278"/>
            <ac:spMk id="8" creationId="{7F1115BA-AB6F-E1C2-BAF3-052A3832C58A}"/>
          </ac:spMkLst>
        </pc:spChg>
        <pc:spChg chg="mod">
          <ac:chgData name="Chestnut, Temple D" userId="8e081a02-258a-4ece-b13b-54445b3f68be" providerId="ADAL" clId="{06D05B33-AE18-4E0A-A68F-E1335D5AF8CF}" dt="2024-04-19T23:17:14.076" v="2186"/>
          <ac:spMkLst>
            <pc:docMk/>
            <pc:sldMk cId="1230464823" sldId="278"/>
            <ac:spMk id="47" creationId="{A9F91520-602A-C998-ADE1-DCF77EFE9113}"/>
          </ac:spMkLst>
        </pc:spChg>
        <pc:spChg chg="mod">
          <ac:chgData name="Chestnut, Temple D" userId="8e081a02-258a-4ece-b13b-54445b3f68be" providerId="ADAL" clId="{06D05B33-AE18-4E0A-A68F-E1335D5AF8CF}" dt="2024-04-19T23:17:14.076" v="2186"/>
          <ac:spMkLst>
            <pc:docMk/>
            <pc:sldMk cId="1230464823" sldId="278"/>
            <ac:spMk id="58" creationId="{37A4C7CE-61E7-1362-2BFE-F4E885E96B9E}"/>
          </ac:spMkLst>
        </pc:spChg>
        <pc:spChg chg="mod">
          <ac:chgData name="Chestnut, Temple D" userId="8e081a02-258a-4ece-b13b-54445b3f68be" providerId="ADAL" clId="{06D05B33-AE18-4E0A-A68F-E1335D5AF8CF}" dt="2024-04-19T23:17:14.076" v="2186"/>
          <ac:spMkLst>
            <pc:docMk/>
            <pc:sldMk cId="1230464823" sldId="278"/>
            <ac:spMk id="61" creationId="{92222B71-BC1B-29DA-871D-927253A36007}"/>
          </ac:spMkLst>
        </pc:spChg>
        <pc:spChg chg="mod">
          <ac:chgData name="Chestnut, Temple D" userId="8e081a02-258a-4ece-b13b-54445b3f68be" providerId="ADAL" clId="{06D05B33-AE18-4E0A-A68F-E1335D5AF8CF}" dt="2024-04-19T23:17:14.076" v="2186"/>
          <ac:spMkLst>
            <pc:docMk/>
            <pc:sldMk cId="1230464823" sldId="278"/>
            <ac:spMk id="63" creationId="{92BFEED4-99AD-DAF0-1DCF-3B8081A052EF}"/>
          </ac:spMkLst>
        </pc:spChg>
        <pc:spChg chg="mod">
          <ac:chgData name="Chestnut, Temple D" userId="8e081a02-258a-4ece-b13b-54445b3f68be" providerId="ADAL" clId="{06D05B33-AE18-4E0A-A68F-E1335D5AF8CF}" dt="2024-04-19T23:17:14.076" v="2186"/>
          <ac:spMkLst>
            <pc:docMk/>
            <pc:sldMk cId="1230464823" sldId="278"/>
            <ac:spMk id="64" creationId="{9784DA80-57B9-6307-2F96-3BC95D1FC9D2}"/>
          </ac:spMkLst>
        </pc:spChg>
        <pc:spChg chg="mod">
          <ac:chgData name="Chestnut, Temple D" userId="8e081a02-258a-4ece-b13b-54445b3f68be" providerId="ADAL" clId="{06D05B33-AE18-4E0A-A68F-E1335D5AF8CF}" dt="2024-04-19T23:17:14.076" v="2186"/>
          <ac:spMkLst>
            <pc:docMk/>
            <pc:sldMk cId="1230464823" sldId="278"/>
            <ac:spMk id="70" creationId="{22CD1185-A5B4-5878-1891-DA6E3D5CB748}"/>
          </ac:spMkLst>
        </pc:spChg>
        <pc:spChg chg="mod">
          <ac:chgData name="Chestnut, Temple D" userId="8e081a02-258a-4ece-b13b-54445b3f68be" providerId="ADAL" clId="{06D05B33-AE18-4E0A-A68F-E1335D5AF8CF}" dt="2024-04-19T23:17:14.076" v="2186"/>
          <ac:spMkLst>
            <pc:docMk/>
            <pc:sldMk cId="1230464823" sldId="278"/>
            <ac:spMk id="71" creationId="{A2D92238-7A53-6BBE-3B45-2CEA06A81E71}"/>
          </ac:spMkLst>
        </pc:spChg>
        <pc:spChg chg="mod">
          <ac:chgData name="Chestnut, Temple D" userId="8e081a02-258a-4ece-b13b-54445b3f68be" providerId="ADAL" clId="{06D05B33-AE18-4E0A-A68F-E1335D5AF8CF}" dt="2024-04-19T23:17:14.076" v="2186"/>
          <ac:spMkLst>
            <pc:docMk/>
            <pc:sldMk cId="1230464823" sldId="278"/>
            <ac:spMk id="72" creationId="{6EBD7E04-FEC8-446B-ECCF-A6F10CA26AE8}"/>
          </ac:spMkLst>
        </pc:spChg>
        <pc:spChg chg="mod">
          <ac:chgData name="Chestnut, Temple D" userId="8e081a02-258a-4ece-b13b-54445b3f68be" providerId="ADAL" clId="{06D05B33-AE18-4E0A-A68F-E1335D5AF8CF}" dt="2024-04-19T23:17:14.076" v="2186"/>
          <ac:spMkLst>
            <pc:docMk/>
            <pc:sldMk cId="1230464823" sldId="278"/>
            <ac:spMk id="73" creationId="{E4E2C73E-4A5B-83B0-CE41-97680CAB5997}"/>
          </ac:spMkLst>
        </pc:spChg>
        <pc:spChg chg="mod">
          <ac:chgData name="Chestnut, Temple D" userId="8e081a02-258a-4ece-b13b-54445b3f68be" providerId="ADAL" clId="{06D05B33-AE18-4E0A-A68F-E1335D5AF8CF}" dt="2024-04-19T23:21:34.663" v="2223" actId="20577"/>
          <ac:spMkLst>
            <pc:docMk/>
            <pc:sldMk cId="1230464823" sldId="278"/>
            <ac:spMk id="74" creationId="{96E22125-105B-ECFC-E3E6-D4201FF6308B}"/>
          </ac:spMkLst>
        </pc:spChg>
        <pc:spChg chg="mod">
          <ac:chgData name="Chestnut, Temple D" userId="8e081a02-258a-4ece-b13b-54445b3f68be" providerId="ADAL" clId="{06D05B33-AE18-4E0A-A68F-E1335D5AF8CF}" dt="2024-04-19T23:17:14.076" v="2186"/>
          <ac:spMkLst>
            <pc:docMk/>
            <pc:sldMk cId="1230464823" sldId="278"/>
            <ac:spMk id="77" creationId="{42C39399-14AA-9854-A323-3AA08F983DDE}"/>
          </ac:spMkLst>
        </pc:spChg>
        <pc:spChg chg="mod">
          <ac:chgData name="Chestnut, Temple D" userId="8e081a02-258a-4ece-b13b-54445b3f68be" providerId="ADAL" clId="{06D05B33-AE18-4E0A-A68F-E1335D5AF8CF}" dt="2024-04-19T23:17:14.076" v="2186"/>
          <ac:spMkLst>
            <pc:docMk/>
            <pc:sldMk cId="1230464823" sldId="278"/>
            <ac:spMk id="79" creationId="{5375BE14-822F-7FEB-8CAB-F2DA33A8A0D8}"/>
          </ac:spMkLst>
        </pc:spChg>
        <pc:spChg chg="mod">
          <ac:chgData name="Chestnut, Temple D" userId="8e081a02-258a-4ece-b13b-54445b3f68be" providerId="ADAL" clId="{06D05B33-AE18-4E0A-A68F-E1335D5AF8CF}" dt="2024-04-19T23:17:14.076" v="2186"/>
          <ac:spMkLst>
            <pc:docMk/>
            <pc:sldMk cId="1230464823" sldId="278"/>
            <ac:spMk id="80" creationId="{8C3932AE-70FC-4F25-0068-A000DC49E78D}"/>
          </ac:spMkLst>
        </pc:spChg>
        <pc:spChg chg="mod">
          <ac:chgData name="Chestnut, Temple D" userId="8e081a02-258a-4ece-b13b-54445b3f68be" providerId="ADAL" clId="{06D05B33-AE18-4E0A-A68F-E1335D5AF8CF}" dt="2024-04-19T23:17:14.076" v="2186"/>
          <ac:spMkLst>
            <pc:docMk/>
            <pc:sldMk cId="1230464823" sldId="278"/>
            <ac:spMk id="81" creationId="{122300CA-D36B-21F4-E005-DF99A6B1EABE}"/>
          </ac:spMkLst>
        </pc:spChg>
        <pc:spChg chg="mod">
          <ac:chgData name="Chestnut, Temple D" userId="8e081a02-258a-4ece-b13b-54445b3f68be" providerId="ADAL" clId="{06D05B33-AE18-4E0A-A68F-E1335D5AF8CF}" dt="2024-04-19T23:17:14.076" v="2186"/>
          <ac:spMkLst>
            <pc:docMk/>
            <pc:sldMk cId="1230464823" sldId="278"/>
            <ac:spMk id="82" creationId="{E4219A6B-214E-0721-0F19-ECE96AC8F47C}"/>
          </ac:spMkLst>
        </pc:spChg>
        <pc:grpChg chg="mod">
          <ac:chgData name="Chestnut, Temple D" userId="8e081a02-258a-4ece-b13b-54445b3f68be" providerId="ADAL" clId="{06D05B33-AE18-4E0A-A68F-E1335D5AF8CF}" dt="2024-04-19T23:18:09.884" v="2191" actId="1076"/>
          <ac:grpSpMkLst>
            <pc:docMk/>
            <pc:sldMk cId="1230464823" sldId="278"/>
            <ac:grpSpMk id="6" creationId="{D0E2C6AF-37D1-7D4D-DE7A-6A120F01C5F2}"/>
          </ac:grpSpMkLst>
        </pc:grpChg>
        <pc:grpChg chg="add mod">
          <ac:chgData name="Chestnut, Temple D" userId="8e081a02-258a-4ece-b13b-54445b3f68be" providerId="ADAL" clId="{06D05B33-AE18-4E0A-A68F-E1335D5AF8CF}" dt="2024-04-19T23:18:07.873" v="2190" actId="1076"/>
          <ac:grpSpMkLst>
            <pc:docMk/>
            <pc:sldMk cId="1230464823" sldId="278"/>
            <ac:grpSpMk id="85" creationId="{FAF677E5-DDC1-6732-6295-F7ECA043FEAA}"/>
          </ac:grpSpMkLst>
        </pc:grpChg>
        <pc:grpChg chg="mod">
          <ac:chgData name="Chestnut, Temple D" userId="8e081a02-258a-4ece-b13b-54445b3f68be" providerId="ADAL" clId="{06D05B33-AE18-4E0A-A68F-E1335D5AF8CF}" dt="2024-04-19T23:17:14.076" v="2186"/>
          <ac:grpSpMkLst>
            <pc:docMk/>
            <pc:sldMk cId="1230464823" sldId="278"/>
            <ac:grpSpMk id="86" creationId="{D082AF7C-85D1-0EA7-6FF8-2924A99D601D}"/>
          </ac:grpSpMkLst>
        </pc:grpChg>
        <pc:grpChg chg="add mod">
          <ac:chgData name="Chestnut, Temple D" userId="8e081a02-258a-4ece-b13b-54445b3f68be" providerId="ADAL" clId="{06D05B33-AE18-4E0A-A68F-E1335D5AF8CF}" dt="2024-04-19T23:18:25.879" v="2218" actId="1035"/>
          <ac:grpSpMkLst>
            <pc:docMk/>
            <pc:sldMk cId="1230464823" sldId="278"/>
            <ac:grpSpMk id="87" creationId="{208A6E21-775A-CBB7-1B42-0671214A396A}"/>
          </ac:grpSpMkLst>
        </pc:grpChg>
        <pc:grpChg chg="add mod">
          <ac:chgData name="Chestnut, Temple D" userId="8e081a02-258a-4ece-b13b-54445b3f68be" providerId="ADAL" clId="{06D05B33-AE18-4E0A-A68F-E1335D5AF8CF}" dt="2024-04-19T23:18:07.873" v="2190" actId="1076"/>
          <ac:grpSpMkLst>
            <pc:docMk/>
            <pc:sldMk cId="1230464823" sldId="278"/>
            <ac:grpSpMk id="92" creationId="{C10B6892-D288-1084-6CDE-FBF31CB6E9B7}"/>
          </ac:grpSpMkLst>
        </pc:grpChg>
        <pc:graphicFrameChg chg="add del mod modGraphic">
          <ac:chgData name="Chestnut, Temple D" userId="8e081a02-258a-4ece-b13b-54445b3f68be" providerId="ADAL" clId="{06D05B33-AE18-4E0A-A68F-E1335D5AF8CF}" dt="2024-04-19T23:16:55.071" v="2184" actId="478"/>
          <ac:graphicFrameMkLst>
            <pc:docMk/>
            <pc:sldMk cId="1230464823" sldId="278"/>
            <ac:graphicFrameMk id="7" creationId="{6E514CF4-86CB-7F28-2F18-EE8BE7339DF7}"/>
          </ac:graphicFrameMkLst>
        </pc:graphicFrameChg>
        <pc:cxnChg chg="mod">
          <ac:chgData name="Chestnut, Temple D" userId="8e081a02-258a-4ece-b13b-54445b3f68be" providerId="ADAL" clId="{06D05B33-AE18-4E0A-A68F-E1335D5AF8CF}" dt="2024-04-19T23:17:14.076" v="2186"/>
          <ac:cxnSpMkLst>
            <pc:docMk/>
            <pc:sldMk cId="1230464823" sldId="278"/>
            <ac:cxnSpMk id="49" creationId="{C09EB160-A6E5-31A6-577D-C164C0CDD57B}"/>
          </ac:cxnSpMkLst>
        </pc:cxnChg>
        <pc:cxnChg chg="mod">
          <ac:chgData name="Chestnut, Temple D" userId="8e081a02-258a-4ece-b13b-54445b3f68be" providerId="ADAL" clId="{06D05B33-AE18-4E0A-A68F-E1335D5AF8CF}" dt="2024-04-19T23:17:14.076" v="2186"/>
          <ac:cxnSpMkLst>
            <pc:docMk/>
            <pc:sldMk cId="1230464823" sldId="278"/>
            <ac:cxnSpMk id="65" creationId="{BA724E34-E404-67DC-ED26-30256ED4E05A}"/>
          </ac:cxnSpMkLst>
        </pc:cxnChg>
        <pc:cxnChg chg="mod">
          <ac:chgData name="Chestnut, Temple D" userId="8e081a02-258a-4ece-b13b-54445b3f68be" providerId="ADAL" clId="{06D05B33-AE18-4E0A-A68F-E1335D5AF8CF}" dt="2024-04-19T23:17:14.076" v="2186"/>
          <ac:cxnSpMkLst>
            <pc:docMk/>
            <pc:sldMk cId="1230464823" sldId="278"/>
            <ac:cxnSpMk id="69" creationId="{D6025A8E-ACD5-C4A7-C079-1E2802D893A8}"/>
          </ac:cxnSpMkLst>
        </pc:cxnChg>
        <pc:cxnChg chg="mod">
          <ac:chgData name="Chestnut, Temple D" userId="8e081a02-258a-4ece-b13b-54445b3f68be" providerId="ADAL" clId="{06D05B33-AE18-4E0A-A68F-E1335D5AF8CF}" dt="2024-04-19T23:17:14.076" v="2186"/>
          <ac:cxnSpMkLst>
            <pc:docMk/>
            <pc:sldMk cId="1230464823" sldId="278"/>
            <ac:cxnSpMk id="78" creationId="{85AB9447-41A9-BB6E-49F2-F41CE1749A47}"/>
          </ac:cxnSpMkLst>
        </pc:cxnChg>
        <pc:cxnChg chg="mod">
          <ac:chgData name="Chestnut, Temple D" userId="8e081a02-258a-4ece-b13b-54445b3f68be" providerId="ADAL" clId="{06D05B33-AE18-4E0A-A68F-E1335D5AF8CF}" dt="2024-04-19T23:17:14.076" v="2186"/>
          <ac:cxnSpMkLst>
            <pc:docMk/>
            <pc:sldMk cId="1230464823" sldId="278"/>
            <ac:cxnSpMk id="83" creationId="{010EB56E-5B02-FE0F-5052-AE65252C6744}"/>
          </ac:cxnSpMkLst>
        </pc:cxnChg>
        <pc:cxnChg chg="mod">
          <ac:chgData name="Chestnut, Temple D" userId="8e081a02-258a-4ece-b13b-54445b3f68be" providerId="ADAL" clId="{06D05B33-AE18-4E0A-A68F-E1335D5AF8CF}" dt="2024-04-19T23:17:14.076" v="2186"/>
          <ac:cxnSpMkLst>
            <pc:docMk/>
            <pc:sldMk cId="1230464823" sldId="278"/>
            <ac:cxnSpMk id="91" creationId="{9DED4C95-427A-CAFB-3803-AAF08DFBFD74}"/>
          </ac:cxnSpMkLst>
        </pc:cxnChg>
      </pc:sldChg>
      <pc:sldChg chg="addSp modSp new del mod modAnim modNotesTx">
        <pc:chgData name="Chestnut, Temple D" userId="8e081a02-258a-4ece-b13b-54445b3f68be" providerId="ADAL" clId="{06D05B33-AE18-4E0A-A68F-E1335D5AF8CF}" dt="2024-04-19T20:51:58.594" v="1140" actId="47"/>
        <pc:sldMkLst>
          <pc:docMk/>
          <pc:sldMk cId="1903649395" sldId="278"/>
        </pc:sldMkLst>
        <pc:graphicFrameChg chg="add mod modGraphic">
          <ac:chgData name="Chestnut, Temple D" userId="8e081a02-258a-4ece-b13b-54445b3f68be" providerId="ADAL" clId="{06D05B33-AE18-4E0A-A68F-E1335D5AF8CF}" dt="2024-04-19T20:41:25.621" v="1136" actId="20577"/>
          <ac:graphicFrameMkLst>
            <pc:docMk/>
            <pc:sldMk cId="1903649395" sldId="278"/>
            <ac:graphicFrameMk id="2" creationId="{111EC47C-50AE-823D-78BE-4E896868CB0E}"/>
          </ac:graphicFrameMkLst>
        </pc:graphicFrameChg>
      </pc:sldChg>
      <pc:sldChg chg="modSp add del mod">
        <pc:chgData name="Chestnut, Temple D" userId="8e081a02-258a-4ece-b13b-54445b3f68be" providerId="ADAL" clId="{06D05B33-AE18-4E0A-A68F-E1335D5AF8CF}" dt="2024-04-19T21:22:22.702" v="1510" actId="47"/>
        <pc:sldMkLst>
          <pc:docMk/>
          <pc:sldMk cId="2282986130" sldId="278"/>
        </pc:sldMkLst>
        <pc:spChg chg="mod">
          <ac:chgData name="Chestnut, Temple D" userId="8e081a02-258a-4ece-b13b-54445b3f68be" providerId="ADAL" clId="{06D05B33-AE18-4E0A-A68F-E1335D5AF8CF}" dt="2024-04-19T21:20:42.243" v="1495" actId="14100"/>
          <ac:spMkLst>
            <pc:docMk/>
            <pc:sldMk cId="2282986130" sldId="278"/>
            <ac:spMk id="2" creationId="{54452DFB-FCAC-5042-C955-6BD8B9D27F8B}"/>
          </ac:spMkLst>
        </pc:spChg>
        <pc:grpChg chg="mod">
          <ac:chgData name="Chestnut, Temple D" userId="8e081a02-258a-4ece-b13b-54445b3f68be" providerId="ADAL" clId="{06D05B33-AE18-4E0A-A68F-E1335D5AF8CF}" dt="2024-04-19T21:20:51.058" v="1497" actId="1076"/>
          <ac:grpSpMkLst>
            <pc:docMk/>
            <pc:sldMk cId="2282986130" sldId="278"/>
            <ac:grpSpMk id="6" creationId="{D0E2C6AF-37D1-7D4D-DE7A-6A120F01C5F2}"/>
          </ac:grpSpMkLst>
        </pc:grpChg>
        <pc:grpChg chg="mod">
          <ac:chgData name="Chestnut, Temple D" userId="8e081a02-258a-4ece-b13b-54445b3f68be" providerId="ADAL" clId="{06D05B33-AE18-4E0A-A68F-E1335D5AF8CF}" dt="2024-04-19T21:20:13.013" v="1490" actId="1076"/>
          <ac:grpSpMkLst>
            <pc:docMk/>
            <pc:sldMk cId="2282986130" sldId="278"/>
            <ac:grpSpMk id="42" creationId="{8304EB55-CCE3-16FF-BF2D-B500836B54E2}"/>
          </ac:grpSpMkLst>
        </pc:grpChg>
      </pc:sldChg>
      <pc:sldChg chg="addSp modSp new del mod">
        <pc:chgData name="Chestnut, Temple D" userId="8e081a02-258a-4ece-b13b-54445b3f68be" providerId="ADAL" clId="{06D05B33-AE18-4E0A-A68F-E1335D5AF8CF}" dt="2024-04-19T20:28:07.600" v="857" actId="47"/>
        <pc:sldMkLst>
          <pc:docMk/>
          <pc:sldMk cId="2868537026" sldId="278"/>
        </pc:sldMkLst>
        <pc:graphicFrameChg chg="add mod modGraphic">
          <ac:chgData name="Chestnut, Temple D" userId="8e081a02-258a-4ece-b13b-54445b3f68be" providerId="ADAL" clId="{06D05B33-AE18-4E0A-A68F-E1335D5AF8CF}" dt="2024-04-19T19:53:52.484" v="738" actId="20577"/>
          <ac:graphicFrameMkLst>
            <pc:docMk/>
            <pc:sldMk cId="2868537026" sldId="278"/>
            <ac:graphicFrameMk id="2" creationId="{C3956A13-D236-A4F9-E070-72522832810B}"/>
          </ac:graphicFrameMkLst>
        </pc:graphicFrameChg>
      </pc:sldChg>
      <pc:sldChg chg="addSp delSp modSp add mod modTransition modAnim modNotesTx">
        <pc:chgData name="Chestnut, Temple D" userId="8e081a02-258a-4ece-b13b-54445b3f68be" providerId="ADAL" clId="{06D05B33-AE18-4E0A-A68F-E1335D5AF8CF}" dt="2024-04-20T21:17:49.067" v="5658" actId="20577"/>
        <pc:sldMkLst>
          <pc:docMk/>
          <pc:sldMk cId="1907636169" sldId="279"/>
        </pc:sldMkLst>
        <pc:spChg chg="add del">
          <ac:chgData name="Chestnut, Temple D" userId="8e081a02-258a-4ece-b13b-54445b3f68be" providerId="ADAL" clId="{06D05B33-AE18-4E0A-A68F-E1335D5AF8CF}" dt="2024-04-19T22:46:46.904" v="2177" actId="22"/>
          <ac:spMkLst>
            <pc:docMk/>
            <pc:sldMk cId="1907636169" sldId="279"/>
            <ac:spMk id="8" creationId="{D98D9CB9-4577-193F-D7DB-BB05BB8D5AF8}"/>
          </ac:spMkLst>
        </pc:spChg>
        <pc:grpChg chg="mod">
          <ac:chgData name="Chestnut, Temple D" userId="8e081a02-258a-4ece-b13b-54445b3f68be" providerId="ADAL" clId="{06D05B33-AE18-4E0A-A68F-E1335D5AF8CF}" dt="2024-04-19T23:16:00.841" v="2179" actId="1076"/>
          <ac:grpSpMkLst>
            <pc:docMk/>
            <pc:sldMk cId="1907636169" sldId="279"/>
            <ac:grpSpMk id="17" creationId="{BB8FB7D7-C757-6D9B-5EAF-C4EA3E3D10A2}"/>
          </ac:grpSpMkLst>
        </pc:grpChg>
        <pc:graphicFrameChg chg="add mod">
          <ac:chgData name="Chestnut, Temple D" userId="8e081a02-258a-4ece-b13b-54445b3f68be" providerId="ADAL" clId="{06D05B33-AE18-4E0A-A68F-E1335D5AF8CF}" dt="2024-04-19T23:16:48.373" v="2183" actId="1076"/>
          <ac:graphicFrameMkLst>
            <pc:docMk/>
            <pc:sldMk cId="1907636169" sldId="279"/>
            <ac:graphicFrameMk id="9" creationId="{44560A81-2B07-7F9C-1AE9-0E2DC923442F}"/>
          </ac:graphicFrameMkLst>
        </pc:graphicFrameChg>
      </pc:sldChg>
      <pc:sldChg chg="modSp add del mod">
        <pc:chgData name="Chestnut, Temple D" userId="8e081a02-258a-4ece-b13b-54445b3f68be" providerId="ADAL" clId="{06D05B33-AE18-4E0A-A68F-E1335D5AF8CF}" dt="2024-04-19T21:22:21.251" v="1509" actId="47"/>
        <pc:sldMkLst>
          <pc:docMk/>
          <pc:sldMk cId="3644299063" sldId="279"/>
        </pc:sldMkLst>
        <pc:grpChg chg="mod">
          <ac:chgData name="Chestnut, Temple D" userId="8e081a02-258a-4ece-b13b-54445b3f68be" providerId="ADAL" clId="{06D05B33-AE18-4E0A-A68F-E1335D5AF8CF}" dt="2024-04-19T21:21:08.928" v="1499" actId="1076"/>
          <ac:grpSpMkLst>
            <pc:docMk/>
            <pc:sldMk cId="3644299063" sldId="279"/>
            <ac:grpSpMk id="17" creationId="{BB8FB7D7-C757-6D9B-5EAF-C4EA3E3D10A2}"/>
          </ac:grpSpMkLst>
        </pc:grpChg>
      </pc:sldChg>
      <pc:sldChg chg="addSp delSp modSp add mod modTransition modAnim modNotesTx">
        <pc:chgData name="Chestnut, Temple D" userId="8e081a02-258a-4ece-b13b-54445b3f68be" providerId="ADAL" clId="{06D05B33-AE18-4E0A-A68F-E1335D5AF8CF}" dt="2024-04-20T21:18:11.770" v="5665" actId="20577"/>
        <pc:sldMkLst>
          <pc:docMk/>
          <pc:sldMk cId="165641208" sldId="280"/>
        </pc:sldMkLst>
        <pc:spChg chg="add mod">
          <ac:chgData name="Chestnut, Temple D" userId="8e081a02-258a-4ece-b13b-54445b3f68be" providerId="ADAL" clId="{06D05B33-AE18-4E0A-A68F-E1335D5AF8CF}" dt="2024-04-19T23:31:42.907" v="2394" actId="1076"/>
          <ac:spMkLst>
            <pc:docMk/>
            <pc:sldMk cId="165641208" sldId="280"/>
            <ac:spMk id="9" creationId="{9702B12C-6CE6-9741-F8D1-20ACB353A053}"/>
          </ac:spMkLst>
        </pc:spChg>
        <pc:spChg chg="add mod">
          <ac:chgData name="Chestnut, Temple D" userId="8e081a02-258a-4ece-b13b-54445b3f68be" providerId="ADAL" clId="{06D05B33-AE18-4E0A-A68F-E1335D5AF8CF}" dt="2024-04-19T23:31:33.210" v="2392" actId="1036"/>
          <ac:spMkLst>
            <pc:docMk/>
            <pc:sldMk cId="165641208" sldId="280"/>
            <ac:spMk id="10" creationId="{22617A55-2F67-7369-FD87-63261218EA69}"/>
          </ac:spMkLst>
        </pc:spChg>
        <pc:spChg chg="add mod">
          <ac:chgData name="Chestnut, Temple D" userId="8e081a02-258a-4ece-b13b-54445b3f68be" providerId="ADAL" clId="{06D05B33-AE18-4E0A-A68F-E1335D5AF8CF}" dt="2024-04-19T23:31:39.375" v="2393" actId="1076"/>
          <ac:spMkLst>
            <pc:docMk/>
            <pc:sldMk cId="165641208" sldId="280"/>
            <ac:spMk id="11" creationId="{5E4EEAE4-AD71-461D-98AD-AF84B385AB2E}"/>
          </ac:spMkLst>
        </pc:spChg>
        <pc:grpChg chg="mod">
          <ac:chgData name="Chestnut, Temple D" userId="8e081a02-258a-4ece-b13b-54445b3f68be" providerId="ADAL" clId="{06D05B33-AE18-4E0A-A68F-E1335D5AF8CF}" dt="2024-04-19T23:31:46.130" v="2395" actId="1076"/>
          <ac:grpSpMkLst>
            <pc:docMk/>
            <pc:sldMk cId="165641208" sldId="280"/>
            <ac:grpSpMk id="22" creationId="{49C06AD5-703D-70BA-1425-DA5036E3D36F}"/>
          </ac:grpSpMkLst>
        </pc:grpChg>
        <pc:graphicFrameChg chg="add del mod modGraphic">
          <ac:chgData name="Chestnut, Temple D" userId="8e081a02-258a-4ece-b13b-54445b3f68be" providerId="ADAL" clId="{06D05B33-AE18-4E0A-A68F-E1335D5AF8CF}" dt="2024-04-19T23:24:37.407" v="2226" actId="478"/>
          <ac:graphicFrameMkLst>
            <pc:docMk/>
            <pc:sldMk cId="165641208" sldId="280"/>
            <ac:graphicFrameMk id="7" creationId="{2D58FE7D-2B2B-9062-6A7F-07DD4852FF1E}"/>
          </ac:graphicFrameMkLst>
        </pc:graphicFrameChg>
        <pc:graphicFrameChg chg="add mod modGraphic">
          <ac:chgData name="Chestnut, Temple D" userId="8e081a02-258a-4ece-b13b-54445b3f68be" providerId="ADAL" clId="{06D05B33-AE18-4E0A-A68F-E1335D5AF8CF}" dt="2024-04-19T23:31:48.682" v="2398" actId="1037"/>
          <ac:graphicFrameMkLst>
            <pc:docMk/>
            <pc:sldMk cId="165641208" sldId="280"/>
            <ac:graphicFrameMk id="8" creationId="{910CDBA5-5571-5B31-13D0-0A41EC042170}"/>
          </ac:graphicFrameMkLst>
        </pc:graphicFrameChg>
      </pc:sldChg>
      <pc:sldChg chg="addSp delSp modSp add mod modTransition delAnim modAnim modNotesTx">
        <pc:chgData name="Chestnut, Temple D" userId="8e081a02-258a-4ece-b13b-54445b3f68be" providerId="ADAL" clId="{06D05B33-AE18-4E0A-A68F-E1335D5AF8CF}" dt="2024-04-20T21:27:10.818" v="5675" actId="20577"/>
        <pc:sldMkLst>
          <pc:docMk/>
          <pc:sldMk cId="694857951" sldId="281"/>
        </pc:sldMkLst>
        <pc:spChg chg="add mod">
          <ac:chgData name="Chestnut, Temple D" userId="8e081a02-258a-4ece-b13b-54445b3f68be" providerId="ADAL" clId="{06D05B33-AE18-4E0A-A68F-E1335D5AF8CF}" dt="2024-04-20T13:40:23.821" v="2805" actId="1076"/>
          <ac:spMkLst>
            <pc:docMk/>
            <pc:sldMk cId="694857951" sldId="281"/>
            <ac:spMk id="8" creationId="{F5BEFC47-39ED-24A6-CF95-024F77F72811}"/>
          </ac:spMkLst>
        </pc:spChg>
        <pc:spChg chg="add del">
          <ac:chgData name="Chestnut, Temple D" userId="8e081a02-258a-4ece-b13b-54445b3f68be" providerId="ADAL" clId="{06D05B33-AE18-4E0A-A68F-E1335D5AF8CF}" dt="2024-04-20T13:13:12.376" v="2452" actId="478"/>
          <ac:spMkLst>
            <pc:docMk/>
            <pc:sldMk cId="694857951" sldId="281"/>
            <ac:spMk id="47" creationId="{D106AC46-D515-519E-FC2F-37D76E0313EC}"/>
          </ac:spMkLst>
        </pc:spChg>
        <pc:spChg chg="add del mod">
          <ac:chgData name="Chestnut, Temple D" userId="8e081a02-258a-4ece-b13b-54445b3f68be" providerId="ADAL" clId="{06D05B33-AE18-4E0A-A68F-E1335D5AF8CF}" dt="2024-04-20T13:17:48.012" v="2553" actId="478"/>
          <ac:spMkLst>
            <pc:docMk/>
            <pc:sldMk cId="694857951" sldId="281"/>
            <ac:spMk id="48" creationId="{2AA6D494-C253-ACB8-9DC5-0E41B98C42AD}"/>
          </ac:spMkLst>
        </pc:spChg>
        <pc:spChg chg="add mod">
          <ac:chgData name="Chestnut, Temple D" userId="8e081a02-258a-4ece-b13b-54445b3f68be" providerId="ADAL" clId="{06D05B33-AE18-4E0A-A68F-E1335D5AF8CF}" dt="2024-04-20T13:14:45.952" v="2484" actId="20577"/>
          <ac:spMkLst>
            <pc:docMk/>
            <pc:sldMk cId="694857951" sldId="281"/>
            <ac:spMk id="49" creationId="{F3E67775-7F3E-B907-8AF1-00027B8F2469}"/>
          </ac:spMkLst>
        </pc:spChg>
        <pc:spChg chg="add del mod">
          <ac:chgData name="Chestnut, Temple D" userId="8e081a02-258a-4ece-b13b-54445b3f68be" providerId="ADAL" clId="{06D05B33-AE18-4E0A-A68F-E1335D5AF8CF}" dt="2024-04-20T13:17:46.756" v="2552" actId="478"/>
          <ac:spMkLst>
            <pc:docMk/>
            <pc:sldMk cId="694857951" sldId="281"/>
            <ac:spMk id="50" creationId="{9AFA1CBE-668F-E248-7FB2-B589516AE689}"/>
          </ac:spMkLst>
        </pc:spChg>
        <pc:spChg chg="add mod">
          <ac:chgData name="Chestnut, Temple D" userId="8e081a02-258a-4ece-b13b-54445b3f68be" providerId="ADAL" clId="{06D05B33-AE18-4E0A-A68F-E1335D5AF8CF}" dt="2024-04-20T13:40:47.518" v="2808" actId="207"/>
          <ac:spMkLst>
            <pc:docMk/>
            <pc:sldMk cId="694857951" sldId="281"/>
            <ac:spMk id="51" creationId="{BC7F70C6-F077-2142-65E9-B2008518374F}"/>
          </ac:spMkLst>
        </pc:spChg>
        <pc:spChg chg="add del mod">
          <ac:chgData name="Chestnut, Temple D" userId="8e081a02-258a-4ece-b13b-54445b3f68be" providerId="ADAL" clId="{06D05B33-AE18-4E0A-A68F-E1335D5AF8CF}" dt="2024-04-20T13:33:31.121" v="2669"/>
          <ac:spMkLst>
            <pc:docMk/>
            <pc:sldMk cId="694857951" sldId="281"/>
            <ac:spMk id="61" creationId="{C0FDFCE7-091D-C781-D7AD-84D9D14CCC4A}"/>
          </ac:spMkLst>
        </pc:spChg>
        <pc:spChg chg="add mod">
          <ac:chgData name="Chestnut, Temple D" userId="8e081a02-258a-4ece-b13b-54445b3f68be" providerId="ADAL" clId="{06D05B33-AE18-4E0A-A68F-E1335D5AF8CF}" dt="2024-04-20T13:40:36.324" v="2806" actId="1076"/>
          <ac:spMkLst>
            <pc:docMk/>
            <pc:sldMk cId="694857951" sldId="281"/>
            <ac:spMk id="62" creationId="{20F8A07D-0092-370E-7BD3-01DA42CD0502}"/>
          </ac:spMkLst>
        </pc:spChg>
        <pc:spChg chg="add mod">
          <ac:chgData name="Chestnut, Temple D" userId="8e081a02-258a-4ece-b13b-54445b3f68be" providerId="ADAL" clId="{06D05B33-AE18-4E0A-A68F-E1335D5AF8CF}" dt="2024-04-20T13:52:43.216" v="3013" actId="1076"/>
          <ac:spMkLst>
            <pc:docMk/>
            <pc:sldMk cId="694857951" sldId="281"/>
            <ac:spMk id="66" creationId="{24C7A83E-032E-FCE2-CEB1-6965A80CF654}"/>
          </ac:spMkLst>
        </pc:spChg>
        <pc:spChg chg="add mod">
          <ac:chgData name="Chestnut, Temple D" userId="8e081a02-258a-4ece-b13b-54445b3f68be" providerId="ADAL" clId="{06D05B33-AE18-4E0A-A68F-E1335D5AF8CF}" dt="2024-04-20T13:52:48.394" v="3014" actId="1076"/>
          <ac:spMkLst>
            <pc:docMk/>
            <pc:sldMk cId="694857951" sldId="281"/>
            <ac:spMk id="67" creationId="{E1687835-EEEA-7742-F2E0-21DE1314BE89}"/>
          </ac:spMkLst>
        </pc:spChg>
        <pc:spChg chg="add mod">
          <ac:chgData name="Chestnut, Temple D" userId="8e081a02-258a-4ece-b13b-54445b3f68be" providerId="ADAL" clId="{06D05B33-AE18-4E0A-A68F-E1335D5AF8CF}" dt="2024-04-20T13:42:05.529" v="2823" actId="1076"/>
          <ac:spMkLst>
            <pc:docMk/>
            <pc:sldMk cId="694857951" sldId="281"/>
            <ac:spMk id="69" creationId="{50EDC400-782D-7B0F-32D2-AC4AAF1D72BE}"/>
          </ac:spMkLst>
        </pc:spChg>
        <pc:spChg chg="add mod">
          <ac:chgData name="Chestnut, Temple D" userId="8e081a02-258a-4ece-b13b-54445b3f68be" providerId="ADAL" clId="{06D05B33-AE18-4E0A-A68F-E1335D5AF8CF}" dt="2024-04-20T13:58:00.465" v="3031" actId="1076"/>
          <ac:spMkLst>
            <pc:docMk/>
            <pc:sldMk cId="694857951" sldId="281"/>
            <ac:spMk id="71" creationId="{C32929A8-1847-CE79-4F9C-DE91274E0F71}"/>
          </ac:spMkLst>
        </pc:spChg>
        <pc:spChg chg="add mod">
          <ac:chgData name="Chestnut, Temple D" userId="8e081a02-258a-4ece-b13b-54445b3f68be" providerId="ADAL" clId="{06D05B33-AE18-4E0A-A68F-E1335D5AF8CF}" dt="2024-04-20T13:58:17.138" v="3034" actId="1076"/>
          <ac:spMkLst>
            <pc:docMk/>
            <pc:sldMk cId="694857951" sldId="281"/>
            <ac:spMk id="75" creationId="{E11C8062-741A-8DA1-1951-1B22397244B7}"/>
          </ac:spMkLst>
        </pc:spChg>
        <pc:spChg chg="add mod">
          <ac:chgData name="Chestnut, Temple D" userId="8e081a02-258a-4ece-b13b-54445b3f68be" providerId="ADAL" clId="{06D05B33-AE18-4E0A-A68F-E1335D5AF8CF}" dt="2024-04-20T13:58:08.871" v="3032" actId="1076"/>
          <ac:spMkLst>
            <pc:docMk/>
            <pc:sldMk cId="694857951" sldId="281"/>
            <ac:spMk id="77" creationId="{6288FD55-CBDB-73F6-08BF-D8793823D9D2}"/>
          </ac:spMkLst>
        </pc:spChg>
        <pc:spChg chg="add del mod">
          <ac:chgData name="Chestnut, Temple D" userId="8e081a02-258a-4ece-b13b-54445b3f68be" providerId="ADAL" clId="{06D05B33-AE18-4E0A-A68F-E1335D5AF8CF}" dt="2024-04-20T13:37:48.481" v="2745"/>
          <ac:spMkLst>
            <pc:docMk/>
            <pc:sldMk cId="694857951" sldId="281"/>
            <ac:spMk id="78" creationId="{BDAE68B6-29DE-6AB7-6554-EC4E208C00D6}"/>
          </ac:spMkLst>
        </pc:spChg>
        <pc:spChg chg="add mod">
          <ac:chgData name="Chestnut, Temple D" userId="8e081a02-258a-4ece-b13b-54445b3f68be" providerId="ADAL" clId="{06D05B33-AE18-4E0A-A68F-E1335D5AF8CF}" dt="2024-04-20T13:45:08.073" v="2927" actId="1076"/>
          <ac:spMkLst>
            <pc:docMk/>
            <pc:sldMk cId="694857951" sldId="281"/>
            <ac:spMk id="109" creationId="{56B9DABC-FD80-2D5B-172E-ADAB1EA03ABA}"/>
          </ac:spMkLst>
        </pc:spChg>
        <pc:spChg chg="add mod">
          <ac:chgData name="Chestnut, Temple D" userId="8e081a02-258a-4ece-b13b-54445b3f68be" providerId="ADAL" clId="{06D05B33-AE18-4E0A-A68F-E1335D5AF8CF}" dt="2024-04-20T13:45:20.094" v="2929" actId="1076"/>
          <ac:spMkLst>
            <pc:docMk/>
            <pc:sldMk cId="694857951" sldId="281"/>
            <ac:spMk id="110" creationId="{986E912E-D903-EE10-9681-B241A41E5ED0}"/>
          </ac:spMkLst>
        </pc:spChg>
        <pc:spChg chg="add mod">
          <ac:chgData name="Chestnut, Temple D" userId="8e081a02-258a-4ece-b13b-54445b3f68be" providerId="ADAL" clId="{06D05B33-AE18-4E0A-A68F-E1335D5AF8CF}" dt="2024-04-20T13:58:22.765" v="3035" actId="1076"/>
          <ac:spMkLst>
            <pc:docMk/>
            <pc:sldMk cId="694857951" sldId="281"/>
            <ac:spMk id="111" creationId="{CF8D4CA1-1018-BA4D-27BF-EC33C6ED280F}"/>
          </ac:spMkLst>
        </pc:spChg>
        <pc:spChg chg="mod">
          <ac:chgData name="Chestnut, Temple D" userId="8e081a02-258a-4ece-b13b-54445b3f68be" providerId="ADAL" clId="{06D05B33-AE18-4E0A-A68F-E1335D5AF8CF}" dt="2024-04-20T13:52:09.808" v="3004" actId="1076"/>
          <ac:spMkLst>
            <pc:docMk/>
            <pc:sldMk cId="694857951" sldId="281"/>
            <ac:spMk id="115" creationId="{DB3987B6-0C6B-56A8-C333-C685FD9F795A}"/>
          </ac:spMkLst>
        </pc:spChg>
        <pc:spChg chg="mod">
          <ac:chgData name="Chestnut, Temple D" userId="8e081a02-258a-4ece-b13b-54445b3f68be" providerId="ADAL" clId="{06D05B33-AE18-4E0A-A68F-E1335D5AF8CF}" dt="2024-04-20T13:51:51.132" v="2998"/>
          <ac:spMkLst>
            <pc:docMk/>
            <pc:sldMk cId="694857951" sldId="281"/>
            <ac:spMk id="116" creationId="{26C40B49-3506-4F8A-F808-972E8E1945B1}"/>
          </ac:spMkLst>
        </pc:spChg>
        <pc:spChg chg="mod">
          <ac:chgData name="Chestnut, Temple D" userId="8e081a02-258a-4ece-b13b-54445b3f68be" providerId="ADAL" clId="{06D05B33-AE18-4E0A-A68F-E1335D5AF8CF}" dt="2024-04-20T13:51:51.132" v="2998"/>
          <ac:spMkLst>
            <pc:docMk/>
            <pc:sldMk cId="694857951" sldId="281"/>
            <ac:spMk id="117" creationId="{D2005054-CDEB-3A61-874E-7186204D28E1}"/>
          </ac:spMkLst>
        </pc:spChg>
        <pc:grpChg chg="mod">
          <ac:chgData name="Chestnut, Temple D" userId="8e081a02-258a-4ece-b13b-54445b3f68be" providerId="ADAL" clId="{06D05B33-AE18-4E0A-A68F-E1335D5AF8CF}" dt="2024-04-20T13:45:03.266" v="2926" actId="1076"/>
          <ac:grpSpMkLst>
            <pc:docMk/>
            <pc:sldMk cId="694857951" sldId="281"/>
            <ac:grpSpMk id="22" creationId="{49C06AD5-703D-70BA-1425-DA5036E3D36F}"/>
          </ac:grpSpMkLst>
        </pc:grpChg>
        <pc:grpChg chg="mod ord">
          <ac:chgData name="Chestnut, Temple D" userId="8e081a02-258a-4ece-b13b-54445b3f68be" providerId="ADAL" clId="{06D05B33-AE18-4E0A-A68F-E1335D5AF8CF}" dt="2024-04-20T13:55:13.451" v="3019" actId="1038"/>
          <ac:grpSpMkLst>
            <pc:docMk/>
            <pc:sldMk cId="694857951" sldId="281"/>
            <ac:grpSpMk id="26" creationId="{57D2A8AF-56F9-A71B-3156-F6F207B0CA3F}"/>
          </ac:grpSpMkLst>
        </pc:grpChg>
        <pc:grpChg chg="add del mod ord">
          <ac:chgData name="Chestnut, Temple D" userId="8e081a02-258a-4ece-b13b-54445b3f68be" providerId="ADAL" clId="{06D05B33-AE18-4E0A-A68F-E1335D5AF8CF}" dt="2024-04-20T13:53:35.715" v="3016" actId="478"/>
          <ac:grpSpMkLst>
            <pc:docMk/>
            <pc:sldMk cId="694857951" sldId="281"/>
            <ac:grpSpMk id="114" creationId="{BC396F7C-D879-814E-D0F1-9512F3F5F195}"/>
          </ac:grpSpMkLst>
        </pc:grpChg>
        <pc:graphicFrameChg chg="add del mod modGraphic">
          <ac:chgData name="Chestnut, Temple D" userId="8e081a02-258a-4ece-b13b-54445b3f68be" providerId="ADAL" clId="{06D05B33-AE18-4E0A-A68F-E1335D5AF8CF}" dt="2024-04-20T13:06:56.238" v="2424" actId="478"/>
          <ac:graphicFrameMkLst>
            <pc:docMk/>
            <pc:sldMk cId="694857951" sldId="281"/>
            <ac:graphicFrameMk id="7" creationId="{C2CDA5C4-DFD7-10D7-F795-CA375CF4C56A}"/>
          </ac:graphicFrameMkLst>
        </pc:graphicFrameChg>
        <pc:cxnChg chg="add del mod ord">
          <ac:chgData name="Chestnut, Temple D" userId="8e081a02-258a-4ece-b13b-54445b3f68be" providerId="ADAL" clId="{06D05B33-AE18-4E0A-A68F-E1335D5AF8CF}" dt="2024-04-20T13:17:48.667" v="2554" actId="478"/>
          <ac:cxnSpMkLst>
            <pc:docMk/>
            <pc:sldMk cId="694857951" sldId="281"/>
            <ac:cxnSpMk id="10" creationId="{4C5C36E7-5766-804C-9941-292F162DC070}"/>
          </ac:cxnSpMkLst>
        </pc:cxnChg>
        <pc:cxnChg chg="add del">
          <ac:chgData name="Chestnut, Temple D" userId="8e081a02-258a-4ece-b13b-54445b3f68be" providerId="ADAL" clId="{06D05B33-AE18-4E0A-A68F-E1335D5AF8CF}" dt="2024-04-20T13:11:58.615" v="2438" actId="478"/>
          <ac:cxnSpMkLst>
            <pc:docMk/>
            <pc:sldMk cId="694857951" sldId="281"/>
            <ac:cxnSpMk id="14" creationId="{F1A2E8FB-506E-ED99-83C6-E5AED871887A}"/>
          </ac:cxnSpMkLst>
        </pc:cxnChg>
        <pc:cxnChg chg="add del mod ord">
          <ac:chgData name="Chestnut, Temple D" userId="8e081a02-258a-4ece-b13b-54445b3f68be" providerId="ADAL" clId="{06D05B33-AE18-4E0A-A68F-E1335D5AF8CF}" dt="2024-04-20T13:17:50.139" v="2555" actId="478"/>
          <ac:cxnSpMkLst>
            <pc:docMk/>
            <pc:sldMk cId="694857951" sldId="281"/>
            <ac:cxnSpMk id="15" creationId="{FC8FA052-C3B2-2118-A17A-D0E0E845EF39}"/>
          </ac:cxnSpMkLst>
        </pc:cxnChg>
        <pc:cxnChg chg="add del mod">
          <ac:chgData name="Chestnut, Temple D" userId="8e081a02-258a-4ece-b13b-54445b3f68be" providerId="ADAL" clId="{06D05B33-AE18-4E0A-A68F-E1335D5AF8CF}" dt="2024-04-20T13:20:40.424" v="2595" actId="478"/>
          <ac:cxnSpMkLst>
            <pc:docMk/>
            <pc:sldMk cId="694857951" sldId="281"/>
            <ac:cxnSpMk id="53" creationId="{F6E3BE38-9451-2640-95DA-BED782C00C85}"/>
          </ac:cxnSpMkLst>
        </pc:cxnChg>
        <pc:cxnChg chg="add del mod">
          <ac:chgData name="Chestnut, Temple D" userId="8e081a02-258a-4ece-b13b-54445b3f68be" providerId="ADAL" clId="{06D05B33-AE18-4E0A-A68F-E1335D5AF8CF}" dt="2024-04-20T13:21:45.911" v="2612" actId="478"/>
          <ac:cxnSpMkLst>
            <pc:docMk/>
            <pc:sldMk cId="694857951" sldId="281"/>
            <ac:cxnSpMk id="55" creationId="{EE589523-2A27-C493-DD38-D6E29E48279F}"/>
          </ac:cxnSpMkLst>
        </pc:cxnChg>
        <pc:cxnChg chg="add mod ord">
          <ac:chgData name="Chestnut, Temple D" userId="8e081a02-258a-4ece-b13b-54445b3f68be" providerId="ADAL" clId="{06D05B33-AE18-4E0A-A68F-E1335D5AF8CF}" dt="2024-04-20T13:40:36.324" v="2806" actId="1076"/>
          <ac:cxnSpMkLst>
            <pc:docMk/>
            <pc:sldMk cId="694857951" sldId="281"/>
            <ac:cxnSpMk id="60" creationId="{63D1A165-3914-E838-F908-84F55BBFFD76}"/>
          </ac:cxnSpMkLst>
        </pc:cxnChg>
        <pc:cxnChg chg="add del mod ord">
          <ac:chgData name="Chestnut, Temple D" userId="8e081a02-258a-4ece-b13b-54445b3f68be" providerId="ADAL" clId="{06D05B33-AE18-4E0A-A68F-E1335D5AF8CF}" dt="2024-04-20T17:29:00.629" v="4411" actId="478"/>
          <ac:cxnSpMkLst>
            <pc:docMk/>
            <pc:sldMk cId="694857951" sldId="281"/>
            <ac:cxnSpMk id="63" creationId="{B3096850-D886-9D56-946B-4366C129C88D}"/>
          </ac:cxnSpMkLst>
        </pc:cxnChg>
        <pc:cxnChg chg="add mod ord">
          <ac:chgData name="Chestnut, Temple D" userId="8e081a02-258a-4ece-b13b-54445b3f68be" providerId="ADAL" clId="{06D05B33-AE18-4E0A-A68F-E1335D5AF8CF}" dt="2024-04-20T13:56:09.465" v="3021" actId="171"/>
          <ac:cxnSpMkLst>
            <pc:docMk/>
            <pc:sldMk cId="694857951" sldId="281"/>
            <ac:cxnSpMk id="68" creationId="{3810684B-20C6-5DAE-00D0-F448ADB1C2DC}"/>
          </ac:cxnSpMkLst>
        </pc:cxnChg>
        <pc:cxnChg chg="add del mod ord">
          <ac:chgData name="Chestnut, Temple D" userId="8e081a02-258a-4ece-b13b-54445b3f68be" providerId="ADAL" clId="{06D05B33-AE18-4E0A-A68F-E1335D5AF8CF}" dt="2024-04-20T17:29:02.118" v="4412" actId="478"/>
          <ac:cxnSpMkLst>
            <pc:docMk/>
            <pc:sldMk cId="694857951" sldId="281"/>
            <ac:cxnSpMk id="70" creationId="{3F60399D-AC7D-FBA9-BCBA-34D34851FE6B}"/>
          </ac:cxnSpMkLst>
        </pc:cxnChg>
        <pc:cxnChg chg="add mod ord">
          <ac:chgData name="Chestnut, Temple D" userId="8e081a02-258a-4ece-b13b-54445b3f68be" providerId="ADAL" clId="{06D05B33-AE18-4E0A-A68F-E1335D5AF8CF}" dt="2024-04-20T13:58:13.819" v="3033" actId="14100"/>
          <ac:cxnSpMkLst>
            <pc:docMk/>
            <pc:sldMk cId="694857951" sldId="281"/>
            <ac:cxnSpMk id="76" creationId="{20E5BFC4-BAAC-10DC-F478-9907F8CFCBCC}"/>
          </ac:cxnSpMkLst>
        </pc:cxnChg>
      </pc:sldChg>
      <pc:sldChg chg="addSp delSp modSp add mod modTransition modAnim modNotesTx">
        <pc:chgData name="Chestnut, Temple D" userId="8e081a02-258a-4ece-b13b-54445b3f68be" providerId="ADAL" clId="{06D05B33-AE18-4E0A-A68F-E1335D5AF8CF}" dt="2024-04-20T21:28:48.123" v="5679" actId="20577"/>
        <pc:sldMkLst>
          <pc:docMk/>
          <pc:sldMk cId="994596528" sldId="282"/>
        </pc:sldMkLst>
        <pc:spChg chg="add del">
          <ac:chgData name="Chestnut, Temple D" userId="8e081a02-258a-4ece-b13b-54445b3f68be" providerId="ADAL" clId="{06D05B33-AE18-4E0A-A68F-E1335D5AF8CF}" dt="2024-04-20T14:09:28.561" v="3037" actId="478"/>
          <ac:spMkLst>
            <pc:docMk/>
            <pc:sldMk cId="994596528" sldId="282"/>
            <ac:spMk id="7" creationId="{A833DACF-208D-FB26-E1CD-941719E8F8A8}"/>
          </ac:spMkLst>
        </pc:spChg>
        <pc:spChg chg="add del mod">
          <ac:chgData name="Chestnut, Temple D" userId="8e081a02-258a-4ece-b13b-54445b3f68be" providerId="ADAL" clId="{06D05B33-AE18-4E0A-A68F-E1335D5AF8CF}" dt="2024-04-20T14:12:39.966" v="3091"/>
          <ac:spMkLst>
            <pc:docMk/>
            <pc:sldMk cId="994596528" sldId="282"/>
            <ac:spMk id="8" creationId="{6256F575-B6E0-1C21-05B6-4F0E817643FD}"/>
          </ac:spMkLst>
        </pc:spChg>
        <pc:spChg chg="add del mod">
          <ac:chgData name="Chestnut, Temple D" userId="8e081a02-258a-4ece-b13b-54445b3f68be" providerId="ADAL" clId="{06D05B33-AE18-4E0A-A68F-E1335D5AF8CF}" dt="2024-04-20T14:12:39.966" v="3091"/>
          <ac:spMkLst>
            <pc:docMk/>
            <pc:sldMk cId="994596528" sldId="282"/>
            <ac:spMk id="9" creationId="{CC376675-814D-2101-77EB-298DDA61CAED}"/>
          </ac:spMkLst>
        </pc:spChg>
        <pc:spChg chg="add del mod">
          <ac:chgData name="Chestnut, Temple D" userId="8e081a02-258a-4ece-b13b-54445b3f68be" providerId="ADAL" clId="{06D05B33-AE18-4E0A-A68F-E1335D5AF8CF}" dt="2024-04-20T14:20:25.290" v="3161" actId="478"/>
          <ac:spMkLst>
            <pc:docMk/>
            <pc:sldMk cId="994596528" sldId="282"/>
            <ac:spMk id="10" creationId="{BF61EF98-5F00-582D-98C5-F437FBAAC756}"/>
          </ac:spMkLst>
        </pc:spChg>
        <pc:spChg chg="add del mod">
          <ac:chgData name="Chestnut, Temple D" userId="8e081a02-258a-4ece-b13b-54445b3f68be" providerId="ADAL" clId="{06D05B33-AE18-4E0A-A68F-E1335D5AF8CF}" dt="2024-04-20T14:20:24.634" v="3160" actId="478"/>
          <ac:spMkLst>
            <pc:docMk/>
            <pc:sldMk cId="994596528" sldId="282"/>
            <ac:spMk id="11" creationId="{44C22DC1-B15F-B340-F958-1D7156EBFA2B}"/>
          </ac:spMkLst>
        </pc:spChg>
        <pc:spChg chg="mod topLvl">
          <ac:chgData name="Chestnut, Temple D" userId="8e081a02-258a-4ece-b13b-54445b3f68be" providerId="ADAL" clId="{06D05B33-AE18-4E0A-A68F-E1335D5AF8CF}" dt="2024-04-20T14:33:12.264" v="3347" actId="1038"/>
          <ac:spMkLst>
            <pc:docMk/>
            <pc:sldMk cId="994596528" sldId="282"/>
            <ac:spMk id="12" creationId="{5A5B1D5B-31F9-BEE7-55AC-C20BD3E6588C}"/>
          </ac:spMkLst>
        </pc:spChg>
        <pc:spChg chg="add mod ord topLvl">
          <ac:chgData name="Chestnut, Temple D" userId="8e081a02-258a-4ece-b13b-54445b3f68be" providerId="ADAL" clId="{06D05B33-AE18-4E0A-A68F-E1335D5AF8CF}" dt="2024-04-20T14:20:58.014" v="3162" actId="164"/>
          <ac:spMkLst>
            <pc:docMk/>
            <pc:sldMk cId="994596528" sldId="282"/>
            <ac:spMk id="13" creationId="{A5810B3E-DD52-EF71-1CB6-06FA04B96BC2}"/>
          </ac:spMkLst>
        </pc:spChg>
        <pc:spChg chg="add mod topLvl">
          <ac:chgData name="Chestnut, Temple D" userId="8e081a02-258a-4ece-b13b-54445b3f68be" providerId="ADAL" clId="{06D05B33-AE18-4E0A-A68F-E1335D5AF8CF}" dt="2024-04-20T14:20:58.014" v="3162" actId="164"/>
          <ac:spMkLst>
            <pc:docMk/>
            <pc:sldMk cId="994596528" sldId="282"/>
            <ac:spMk id="14" creationId="{BE25E102-977A-2D9C-44BE-D4CA642D8EFD}"/>
          </ac:spMkLst>
        </pc:spChg>
        <pc:spChg chg="add mod">
          <ac:chgData name="Chestnut, Temple D" userId="8e081a02-258a-4ece-b13b-54445b3f68be" providerId="ADAL" clId="{06D05B33-AE18-4E0A-A68F-E1335D5AF8CF}" dt="2024-04-20T14:33:12.264" v="3347" actId="1038"/>
          <ac:spMkLst>
            <pc:docMk/>
            <pc:sldMk cId="994596528" sldId="282"/>
            <ac:spMk id="21" creationId="{264D073B-6FCE-B74A-3D76-73EFF21F5E8C}"/>
          </ac:spMkLst>
        </pc:spChg>
        <pc:spChg chg="mod">
          <ac:chgData name="Chestnut, Temple D" userId="8e081a02-258a-4ece-b13b-54445b3f68be" providerId="ADAL" clId="{06D05B33-AE18-4E0A-A68F-E1335D5AF8CF}" dt="2024-04-20T14:18:31.737" v="3147" actId="1076"/>
          <ac:spMkLst>
            <pc:docMk/>
            <pc:sldMk cId="994596528" sldId="282"/>
            <ac:spMk id="31" creationId="{54EB7D8D-455E-BBA5-590B-65CC88796063}"/>
          </ac:spMkLst>
        </pc:spChg>
        <pc:spChg chg="mod topLvl">
          <ac:chgData name="Chestnut, Temple D" userId="8e081a02-258a-4ece-b13b-54445b3f68be" providerId="ADAL" clId="{06D05B33-AE18-4E0A-A68F-E1335D5AF8CF}" dt="2024-04-20T14:31:25.542" v="3311" actId="164"/>
          <ac:spMkLst>
            <pc:docMk/>
            <pc:sldMk cId="994596528" sldId="282"/>
            <ac:spMk id="47" creationId="{A34CAB20-658B-23D6-65E7-637931E4F2C9}"/>
          </ac:spMkLst>
        </pc:spChg>
        <pc:spChg chg="mod topLvl">
          <ac:chgData name="Chestnut, Temple D" userId="8e081a02-258a-4ece-b13b-54445b3f68be" providerId="ADAL" clId="{06D05B33-AE18-4E0A-A68F-E1335D5AF8CF}" dt="2024-04-20T14:31:25.542" v="3311" actId="164"/>
          <ac:spMkLst>
            <pc:docMk/>
            <pc:sldMk cId="994596528" sldId="282"/>
            <ac:spMk id="48" creationId="{E15BB3C2-07A9-EE85-60BE-399CABE53219}"/>
          </ac:spMkLst>
        </pc:spChg>
        <pc:spChg chg="add mod topLvl">
          <ac:chgData name="Chestnut, Temple D" userId="8e081a02-258a-4ece-b13b-54445b3f68be" providerId="ADAL" clId="{06D05B33-AE18-4E0A-A68F-E1335D5AF8CF}" dt="2024-04-20T14:33:12.264" v="3347" actId="1038"/>
          <ac:spMkLst>
            <pc:docMk/>
            <pc:sldMk cId="994596528" sldId="282"/>
            <ac:spMk id="49" creationId="{527B2495-1EB7-C6F2-2295-B9E46C5B0807}"/>
          </ac:spMkLst>
        </pc:spChg>
        <pc:spChg chg="add mod topLvl">
          <ac:chgData name="Chestnut, Temple D" userId="8e081a02-258a-4ece-b13b-54445b3f68be" providerId="ADAL" clId="{06D05B33-AE18-4E0A-A68F-E1335D5AF8CF}" dt="2024-04-20T14:33:12.264" v="3347" actId="1038"/>
          <ac:spMkLst>
            <pc:docMk/>
            <pc:sldMk cId="994596528" sldId="282"/>
            <ac:spMk id="50" creationId="{F512B73A-9192-7D19-785C-B72123E1FF77}"/>
          </ac:spMkLst>
        </pc:spChg>
        <pc:spChg chg="mod">
          <ac:chgData name="Chestnut, Temple D" userId="8e081a02-258a-4ece-b13b-54445b3f68be" providerId="ADAL" clId="{06D05B33-AE18-4E0A-A68F-E1335D5AF8CF}" dt="2024-04-20T14:26:25.647" v="3266" actId="207"/>
          <ac:spMkLst>
            <pc:docMk/>
            <pc:sldMk cId="994596528" sldId="282"/>
            <ac:spMk id="53" creationId="{3A640481-BCEB-734F-0BD7-2A3DB3A1EB59}"/>
          </ac:spMkLst>
        </pc:spChg>
        <pc:spChg chg="mod">
          <ac:chgData name="Chestnut, Temple D" userId="8e081a02-258a-4ece-b13b-54445b3f68be" providerId="ADAL" clId="{06D05B33-AE18-4E0A-A68F-E1335D5AF8CF}" dt="2024-04-20T14:26:46.522" v="3287" actId="20577"/>
          <ac:spMkLst>
            <pc:docMk/>
            <pc:sldMk cId="994596528" sldId="282"/>
            <ac:spMk id="54" creationId="{A1FBF469-6F4F-A8C4-708F-6F4AF20FA8E0}"/>
          </ac:spMkLst>
        </pc:spChg>
        <pc:spChg chg="add mod">
          <ac:chgData name="Chestnut, Temple D" userId="8e081a02-258a-4ece-b13b-54445b3f68be" providerId="ADAL" clId="{06D05B33-AE18-4E0A-A68F-E1335D5AF8CF}" dt="2024-04-20T14:33:12.264" v="3347" actId="1038"/>
          <ac:spMkLst>
            <pc:docMk/>
            <pc:sldMk cId="994596528" sldId="282"/>
            <ac:spMk id="55" creationId="{3AA7CCAF-7447-2AF8-2CEF-6BB10107CD5F}"/>
          </ac:spMkLst>
        </pc:spChg>
        <pc:spChg chg="add mod">
          <ac:chgData name="Chestnut, Temple D" userId="8e081a02-258a-4ece-b13b-54445b3f68be" providerId="ADAL" clId="{06D05B33-AE18-4E0A-A68F-E1335D5AF8CF}" dt="2024-04-20T14:33:12.264" v="3347" actId="1038"/>
          <ac:spMkLst>
            <pc:docMk/>
            <pc:sldMk cId="994596528" sldId="282"/>
            <ac:spMk id="56" creationId="{460BE1E7-6C85-4B00-AA6D-830386724DE9}"/>
          </ac:spMkLst>
        </pc:spChg>
        <pc:grpChg chg="add del mod">
          <ac:chgData name="Chestnut, Temple D" userId="8e081a02-258a-4ece-b13b-54445b3f68be" providerId="ADAL" clId="{06D05B33-AE18-4E0A-A68F-E1335D5AF8CF}" dt="2024-04-20T14:19:39.400" v="3156" actId="165"/>
          <ac:grpSpMkLst>
            <pc:docMk/>
            <pc:sldMk cId="994596528" sldId="282"/>
            <ac:grpSpMk id="15" creationId="{BE4D8413-825E-FF99-AD58-6A173476B30E}"/>
          </ac:grpSpMkLst>
        </pc:grpChg>
        <pc:grpChg chg="add mod ord">
          <ac:chgData name="Chestnut, Temple D" userId="8e081a02-258a-4ece-b13b-54445b3f68be" providerId="ADAL" clId="{06D05B33-AE18-4E0A-A68F-E1335D5AF8CF}" dt="2024-04-20T14:33:12.264" v="3347" actId="1038"/>
          <ac:grpSpMkLst>
            <pc:docMk/>
            <pc:sldMk cId="994596528" sldId="282"/>
            <ac:grpSpMk id="16" creationId="{336CB2DA-4CA0-F614-E3E9-544D531890DA}"/>
          </ac:grpSpMkLst>
        </pc:grpChg>
        <pc:grpChg chg="mod">
          <ac:chgData name="Chestnut, Temple D" userId="8e081a02-258a-4ece-b13b-54445b3f68be" providerId="ADAL" clId="{06D05B33-AE18-4E0A-A68F-E1335D5AF8CF}" dt="2024-04-20T14:19:26.891" v="3154" actId="1076"/>
          <ac:grpSpMkLst>
            <pc:docMk/>
            <pc:sldMk cId="994596528" sldId="282"/>
            <ac:grpSpMk id="30" creationId="{2ADC6EB4-F907-A671-D481-AFF1A382FAD3}"/>
          </ac:grpSpMkLst>
        </pc:grpChg>
        <pc:grpChg chg="add del mod topLvl">
          <ac:chgData name="Chestnut, Temple D" userId="8e081a02-258a-4ece-b13b-54445b3f68be" providerId="ADAL" clId="{06D05B33-AE18-4E0A-A68F-E1335D5AF8CF}" dt="2024-04-20T14:24:50.442" v="3254" actId="165"/>
          <ac:grpSpMkLst>
            <pc:docMk/>
            <pc:sldMk cId="994596528" sldId="282"/>
            <ac:grpSpMk id="46" creationId="{FF4C7CE8-476A-FC82-8BCD-84BE84FA0740}"/>
          </ac:grpSpMkLst>
        </pc:grpChg>
        <pc:grpChg chg="add del mod">
          <ac:chgData name="Chestnut, Temple D" userId="8e081a02-258a-4ece-b13b-54445b3f68be" providerId="ADAL" clId="{06D05B33-AE18-4E0A-A68F-E1335D5AF8CF}" dt="2024-04-20T14:23:13.243" v="3193" actId="165"/>
          <ac:grpSpMkLst>
            <pc:docMk/>
            <pc:sldMk cId="994596528" sldId="282"/>
            <ac:grpSpMk id="51" creationId="{66E4A06F-78A2-7849-D497-9202E26F59B8}"/>
          </ac:grpSpMkLst>
        </pc:grpChg>
        <pc:grpChg chg="add mod">
          <ac:chgData name="Chestnut, Temple D" userId="8e081a02-258a-4ece-b13b-54445b3f68be" providerId="ADAL" clId="{06D05B33-AE18-4E0A-A68F-E1335D5AF8CF}" dt="2024-04-20T14:33:12.264" v="3347" actId="1038"/>
          <ac:grpSpMkLst>
            <pc:docMk/>
            <pc:sldMk cId="994596528" sldId="282"/>
            <ac:grpSpMk id="52" creationId="{5ACACB9D-C5FB-2485-7095-2D0FF3BD1EF6}"/>
          </ac:grpSpMkLst>
        </pc:grpChg>
        <pc:grpChg chg="add mod">
          <ac:chgData name="Chestnut, Temple D" userId="8e081a02-258a-4ece-b13b-54445b3f68be" providerId="ADAL" clId="{06D05B33-AE18-4E0A-A68F-E1335D5AF8CF}" dt="2024-04-20T14:33:12.264" v="3347" actId="1038"/>
          <ac:grpSpMkLst>
            <pc:docMk/>
            <pc:sldMk cId="994596528" sldId="282"/>
            <ac:grpSpMk id="57" creationId="{0F4F07A2-0D78-D312-A358-3816C9ABA020}"/>
          </ac:grpSpMkLst>
        </pc:grpChg>
      </pc:sldChg>
      <pc:sldChg chg="addSp delSp modSp add mod modTransition modAnim modNotesTx">
        <pc:chgData name="Chestnut, Temple D" userId="8e081a02-258a-4ece-b13b-54445b3f68be" providerId="ADAL" clId="{06D05B33-AE18-4E0A-A68F-E1335D5AF8CF}" dt="2024-04-20T21:29:39.922" v="5683" actId="20577"/>
        <pc:sldMkLst>
          <pc:docMk/>
          <pc:sldMk cId="2972581010" sldId="283"/>
        </pc:sldMkLst>
        <pc:spChg chg="mod">
          <ac:chgData name="Chestnut, Temple D" userId="8e081a02-258a-4ece-b13b-54445b3f68be" providerId="ADAL" clId="{06D05B33-AE18-4E0A-A68F-E1335D5AF8CF}" dt="2024-04-20T16:06:33.007" v="3549" actId="18245"/>
          <ac:spMkLst>
            <pc:docMk/>
            <pc:sldMk cId="2972581010" sldId="283"/>
            <ac:spMk id="12" creationId="{5A1D02BC-BE95-2A39-E921-C2993EB928CB}"/>
          </ac:spMkLst>
        </pc:spChg>
        <pc:spChg chg="mod">
          <ac:chgData name="Chestnut, Temple D" userId="8e081a02-258a-4ece-b13b-54445b3f68be" providerId="ADAL" clId="{06D05B33-AE18-4E0A-A68F-E1335D5AF8CF}" dt="2024-04-20T16:06:33.007" v="3549" actId="18245"/>
          <ac:spMkLst>
            <pc:docMk/>
            <pc:sldMk cId="2972581010" sldId="283"/>
            <ac:spMk id="13" creationId="{47E42746-4843-29FD-3C5F-D8985073091E}"/>
          </ac:spMkLst>
        </pc:spChg>
        <pc:spChg chg="mod">
          <ac:chgData name="Chestnut, Temple D" userId="8e081a02-258a-4ece-b13b-54445b3f68be" providerId="ADAL" clId="{06D05B33-AE18-4E0A-A68F-E1335D5AF8CF}" dt="2024-04-20T16:06:33.007" v="3549" actId="18245"/>
          <ac:spMkLst>
            <pc:docMk/>
            <pc:sldMk cId="2972581010" sldId="283"/>
            <ac:spMk id="14" creationId="{6A1A7037-9460-4DFF-8556-B3A13356E8CE}"/>
          </ac:spMkLst>
        </pc:spChg>
        <pc:spChg chg="mod">
          <ac:chgData name="Chestnut, Temple D" userId="8e081a02-258a-4ece-b13b-54445b3f68be" providerId="ADAL" clId="{06D05B33-AE18-4E0A-A68F-E1335D5AF8CF}" dt="2024-04-20T16:06:33.007" v="3549" actId="18245"/>
          <ac:spMkLst>
            <pc:docMk/>
            <pc:sldMk cId="2972581010" sldId="283"/>
            <ac:spMk id="15" creationId="{7C76BDB7-DBB2-D2E5-39B7-785CDF4E081B}"/>
          </ac:spMkLst>
        </pc:spChg>
        <pc:spChg chg="mod">
          <ac:chgData name="Chestnut, Temple D" userId="8e081a02-258a-4ece-b13b-54445b3f68be" providerId="ADAL" clId="{06D05B33-AE18-4E0A-A68F-E1335D5AF8CF}" dt="2024-04-20T16:05:45.619" v="3540" actId="18245"/>
          <ac:spMkLst>
            <pc:docMk/>
            <pc:sldMk cId="2972581010" sldId="283"/>
            <ac:spMk id="16" creationId="{E1A9726A-09E2-C01C-57A4-60CD610EB65A}"/>
          </ac:spMkLst>
        </pc:spChg>
        <pc:spChg chg="mod topLvl">
          <ac:chgData name="Chestnut, Temple D" userId="8e081a02-258a-4ece-b13b-54445b3f68be" providerId="ADAL" clId="{06D05B33-AE18-4E0A-A68F-E1335D5AF8CF}" dt="2024-04-20T16:06:32.472" v="3548" actId="165"/>
          <ac:spMkLst>
            <pc:docMk/>
            <pc:sldMk cId="2972581010" sldId="283"/>
            <ac:spMk id="35" creationId="{F2A967BE-0C07-EA06-EBE6-B59DE6D698B1}"/>
          </ac:spMkLst>
        </pc:spChg>
        <pc:spChg chg="mod topLvl">
          <ac:chgData name="Chestnut, Temple D" userId="8e081a02-258a-4ece-b13b-54445b3f68be" providerId="ADAL" clId="{06D05B33-AE18-4E0A-A68F-E1335D5AF8CF}" dt="2024-04-20T16:06:32.472" v="3548" actId="165"/>
          <ac:spMkLst>
            <pc:docMk/>
            <pc:sldMk cId="2972581010" sldId="283"/>
            <ac:spMk id="36" creationId="{CC3B0001-2BD4-B346-8BB5-D6204698DEDA}"/>
          </ac:spMkLst>
        </pc:spChg>
        <pc:spChg chg="mod topLvl">
          <ac:chgData name="Chestnut, Temple D" userId="8e081a02-258a-4ece-b13b-54445b3f68be" providerId="ADAL" clId="{06D05B33-AE18-4E0A-A68F-E1335D5AF8CF}" dt="2024-04-20T16:06:32.472" v="3548" actId="165"/>
          <ac:spMkLst>
            <pc:docMk/>
            <pc:sldMk cId="2972581010" sldId="283"/>
            <ac:spMk id="37" creationId="{B48DF018-11CA-C6DC-4015-3F312ABB87CC}"/>
          </ac:spMkLst>
        </pc:spChg>
        <pc:grpChg chg="mod">
          <ac:chgData name="Chestnut, Temple D" userId="8e081a02-258a-4ece-b13b-54445b3f68be" providerId="ADAL" clId="{06D05B33-AE18-4E0A-A68F-E1335D5AF8CF}" dt="2024-04-20T16:06:33.007" v="3549" actId="18245"/>
          <ac:grpSpMkLst>
            <pc:docMk/>
            <pc:sldMk cId="2972581010" sldId="283"/>
            <ac:grpSpMk id="11" creationId="{F4192D41-F12A-8073-69FB-75E21D35565B}"/>
          </ac:grpSpMkLst>
        </pc:grpChg>
        <pc:grpChg chg="add del mod">
          <ac:chgData name="Chestnut, Temple D" userId="8e081a02-258a-4ece-b13b-54445b3f68be" providerId="ADAL" clId="{06D05B33-AE18-4E0A-A68F-E1335D5AF8CF}" dt="2024-04-20T16:06:32.472" v="3548" actId="165"/>
          <ac:grpSpMkLst>
            <pc:docMk/>
            <pc:sldMk cId="2972581010" sldId="283"/>
            <ac:grpSpMk id="34" creationId="{98364AFA-F5A0-AD2F-0D09-F348A5AEABA7}"/>
          </ac:grpSpMkLst>
        </pc:grpChg>
        <pc:grpChg chg="mod">
          <ac:chgData name="Chestnut, Temple D" userId="8e081a02-258a-4ece-b13b-54445b3f68be" providerId="ADAL" clId="{06D05B33-AE18-4E0A-A68F-E1335D5AF8CF}" dt="2024-04-20T16:07:38.317" v="3555" actId="1076"/>
          <ac:grpSpMkLst>
            <pc:docMk/>
            <pc:sldMk cId="2972581010" sldId="283"/>
            <ac:grpSpMk id="42" creationId="{8304EB55-CCE3-16FF-BF2D-B500836B54E2}"/>
          </ac:grpSpMkLst>
        </pc:grpChg>
        <pc:graphicFrameChg chg="add del modGraphic">
          <ac:chgData name="Chestnut, Temple D" userId="8e081a02-258a-4ece-b13b-54445b3f68be" providerId="ADAL" clId="{06D05B33-AE18-4E0A-A68F-E1335D5AF8CF}" dt="2024-04-20T14:50:19.732" v="3349" actId="478"/>
          <ac:graphicFrameMkLst>
            <pc:docMk/>
            <pc:sldMk cId="2972581010" sldId="283"/>
            <ac:graphicFrameMk id="7" creationId="{846E2526-AB5D-9C26-1524-DDA87654E598}"/>
          </ac:graphicFrameMkLst>
        </pc:graphicFrameChg>
        <pc:graphicFrameChg chg="add del mod modGraphic">
          <ac:chgData name="Chestnut, Temple D" userId="8e081a02-258a-4ece-b13b-54445b3f68be" providerId="ADAL" clId="{06D05B33-AE18-4E0A-A68F-E1335D5AF8CF}" dt="2024-04-20T14:53:35.122" v="3373" actId="478"/>
          <ac:graphicFrameMkLst>
            <pc:docMk/>
            <pc:sldMk cId="2972581010" sldId="283"/>
            <ac:graphicFrameMk id="8" creationId="{FFE18732-478B-2816-E68E-3847A20390F3}"/>
          </ac:graphicFrameMkLst>
        </pc:graphicFrameChg>
        <pc:graphicFrameChg chg="add del mod modGraphic">
          <ac:chgData name="Chestnut, Temple D" userId="8e081a02-258a-4ece-b13b-54445b3f68be" providerId="ADAL" clId="{06D05B33-AE18-4E0A-A68F-E1335D5AF8CF}" dt="2024-04-20T14:54:36.709" v="3378" actId="478"/>
          <ac:graphicFrameMkLst>
            <pc:docMk/>
            <pc:sldMk cId="2972581010" sldId="283"/>
            <ac:graphicFrameMk id="9" creationId="{C5AB2BEB-2662-2307-E5D8-8B0C864BEAA2}"/>
          </ac:graphicFrameMkLst>
        </pc:graphicFrameChg>
        <pc:graphicFrameChg chg="add del mod modGraphic">
          <ac:chgData name="Chestnut, Temple D" userId="8e081a02-258a-4ece-b13b-54445b3f68be" providerId="ADAL" clId="{06D05B33-AE18-4E0A-A68F-E1335D5AF8CF}" dt="2024-04-20T16:07:57.396" v="3557" actId="1076"/>
          <ac:graphicFrameMkLst>
            <pc:docMk/>
            <pc:sldMk cId="2972581010" sldId="283"/>
            <ac:graphicFrameMk id="10" creationId="{4237A944-7487-C8DF-3529-7142CAFE9CE4}"/>
          </ac:graphicFrameMkLst>
        </pc:graphicFrameChg>
      </pc:sldChg>
      <pc:sldChg chg="addSp delSp modSp add mod modTransition modAnim modNotesTx">
        <pc:chgData name="Chestnut, Temple D" userId="8e081a02-258a-4ece-b13b-54445b3f68be" providerId="ADAL" clId="{06D05B33-AE18-4E0A-A68F-E1335D5AF8CF}" dt="2024-04-20T21:30:18.067" v="5687" actId="20577"/>
        <pc:sldMkLst>
          <pc:docMk/>
          <pc:sldMk cId="389785900" sldId="284"/>
        </pc:sldMkLst>
        <pc:spChg chg="add mod">
          <ac:chgData name="Chestnut, Temple D" userId="8e081a02-258a-4ece-b13b-54445b3f68be" providerId="ADAL" clId="{06D05B33-AE18-4E0A-A68F-E1335D5AF8CF}" dt="2024-04-20T16:11:53.153" v="3573" actId="14100"/>
          <ac:spMkLst>
            <pc:docMk/>
            <pc:sldMk cId="389785900" sldId="284"/>
            <ac:spMk id="7" creationId="{6CE4D14B-563A-4A54-EFDD-9B83E743A09D}"/>
          </ac:spMkLst>
        </pc:spChg>
        <pc:spChg chg="add mod">
          <ac:chgData name="Chestnut, Temple D" userId="8e081a02-258a-4ece-b13b-54445b3f68be" providerId="ADAL" clId="{06D05B33-AE18-4E0A-A68F-E1335D5AF8CF}" dt="2024-04-20T16:13:36.487" v="3585" actId="1076"/>
          <ac:spMkLst>
            <pc:docMk/>
            <pc:sldMk cId="389785900" sldId="284"/>
            <ac:spMk id="8" creationId="{5CBF42D2-1778-E62A-47B9-2A929C23B1FF}"/>
          </ac:spMkLst>
        </pc:spChg>
        <pc:spChg chg="add mod">
          <ac:chgData name="Chestnut, Temple D" userId="8e081a02-258a-4ece-b13b-54445b3f68be" providerId="ADAL" clId="{06D05B33-AE18-4E0A-A68F-E1335D5AF8CF}" dt="2024-04-20T16:14:21.458" v="3591" actId="17032"/>
          <ac:spMkLst>
            <pc:docMk/>
            <pc:sldMk cId="389785900" sldId="284"/>
            <ac:spMk id="9" creationId="{9CA45D7E-62A6-7683-1613-8EE2E91D0687}"/>
          </ac:spMkLst>
        </pc:spChg>
        <pc:spChg chg="add mod">
          <ac:chgData name="Chestnut, Temple D" userId="8e081a02-258a-4ece-b13b-54445b3f68be" providerId="ADAL" clId="{06D05B33-AE18-4E0A-A68F-E1335D5AF8CF}" dt="2024-04-20T16:25:43.757" v="3730" actId="1076"/>
          <ac:spMkLst>
            <pc:docMk/>
            <pc:sldMk cId="389785900" sldId="284"/>
            <ac:spMk id="10" creationId="{77A28FCA-7D1E-436F-ECEB-CA7E0248C1C7}"/>
          </ac:spMkLst>
        </pc:spChg>
        <pc:spChg chg="add mod">
          <ac:chgData name="Chestnut, Temple D" userId="8e081a02-258a-4ece-b13b-54445b3f68be" providerId="ADAL" clId="{06D05B33-AE18-4E0A-A68F-E1335D5AF8CF}" dt="2024-04-20T16:36:15.344" v="3778" actId="113"/>
          <ac:spMkLst>
            <pc:docMk/>
            <pc:sldMk cId="389785900" sldId="284"/>
            <ac:spMk id="11" creationId="{10A0AEB6-CF9A-310B-9EE5-752477692131}"/>
          </ac:spMkLst>
        </pc:spChg>
        <pc:spChg chg="add mod">
          <ac:chgData name="Chestnut, Temple D" userId="8e081a02-258a-4ece-b13b-54445b3f68be" providerId="ADAL" clId="{06D05B33-AE18-4E0A-A68F-E1335D5AF8CF}" dt="2024-04-20T16:22:13.552" v="3714" actId="17032"/>
          <ac:spMkLst>
            <pc:docMk/>
            <pc:sldMk cId="389785900" sldId="284"/>
            <ac:spMk id="12" creationId="{7A630DE7-42F9-3477-8B04-EEB9F8778B8A}"/>
          </ac:spMkLst>
        </pc:spChg>
        <pc:spChg chg="add mod">
          <ac:chgData name="Chestnut, Temple D" userId="8e081a02-258a-4ece-b13b-54445b3f68be" providerId="ADAL" clId="{06D05B33-AE18-4E0A-A68F-E1335D5AF8CF}" dt="2024-04-20T16:20:33.403" v="3650" actId="1076"/>
          <ac:spMkLst>
            <pc:docMk/>
            <pc:sldMk cId="389785900" sldId="284"/>
            <ac:spMk id="13" creationId="{04C6F6D2-4CAC-CBCF-B7C2-44A5482C83E7}"/>
          </ac:spMkLst>
        </pc:spChg>
        <pc:spChg chg="add mod">
          <ac:chgData name="Chestnut, Temple D" userId="8e081a02-258a-4ece-b13b-54445b3f68be" providerId="ADAL" clId="{06D05B33-AE18-4E0A-A68F-E1335D5AF8CF}" dt="2024-04-20T16:22:17.728" v="3715" actId="17032"/>
          <ac:spMkLst>
            <pc:docMk/>
            <pc:sldMk cId="389785900" sldId="284"/>
            <ac:spMk id="14" creationId="{B3C180E2-9A31-937D-0496-B40EC0D91E7C}"/>
          </ac:spMkLst>
        </pc:spChg>
        <pc:spChg chg="add mod">
          <ac:chgData name="Chestnut, Temple D" userId="8e081a02-258a-4ece-b13b-54445b3f68be" providerId="ADAL" clId="{06D05B33-AE18-4E0A-A68F-E1335D5AF8CF}" dt="2024-04-20T16:20:33.403" v="3650" actId="1076"/>
          <ac:spMkLst>
            <pc:docMk/>
            <pc:sldMk cId="389785900" sldId="284"/>
            <ac:spMk id="15" creationId="{9DD6421B-F0A5-CA2F-7689-CA9A1AA22626}"/>
          </ac:spMkLst>
        </pc:spChg>
        <pc:spChg chg="add mod">
          <ac:chgData name="Chestnut, Temple D" userId="8e081a02-258a-4ece-b13b-54445b3f68be" providerId="ADAL" clId="{06D05B33-AE18-4E0A-A68F-E1335D5AF8CF}" dt="2024-04-20T16:22:29.306" v="3716" actId="17032"/>
          <ac:spMkLst>
            <pc:docMk/>
            <pc:sldMk cId="389785900" sldId="284"/>
            <ac:spMk id="16" creationId="{E20853AA-6227-5CED-AD6D-28B3E2A45C06}"/>
          </ac:spMkLst>
        </pc:spChg>
        <pc:spChg chg="add mod">
          <ac:chgData name="Chestnut, Temple D" userId="8e081a02-258a-4ece-b13b-54445b3f68be" providerId="ADAL" clId="{06D05B33-AE18-4E0A-A68F-E1335D5AF8CF}" dt="2024-04-20T16:20:39.422" v="3652" actId="1076"/>
          <ac:spMkLst>
            <pc:docMk/>
            <pc:sldMk cId="389785900" sldId="284"/>
            <ac:spMk id="21" creationId="{36802A4A-26C3-26C5-75E0-BA96007A7B5D}"/>
          </ac:spMkLst>
        </pc:spChg>
        <pc:spChg chg="add mod">
          <ac:chgData name="Chestnut, Temple D" userId="8e081a02-258a-4ece-b13b-54445b3f68be" providerId="ADAL" clId="{06D05B33-AE18-4E0A-A68F-E1335D5AF8CF}" dt="2024-04-20T16:22:34.405" v="3717" actId="17032"/>
          <ac:spMkLst>
            <pc:docMk/>
            <pc:sldMk cId="389785900" sldId="284"/>
            <ac:spMk id="46" creationId="{4D12A42C-46DD-C7D3-A096-A52D34B7CFD8}"/>
          </ac:spMkLst>
        </pc:spChg>
        <pc:spChg chg="add mod">
          <ac:chgData name="Chestnut, Temple D" userId="8e081a02-258a-4ece-b13b-54445b3f68be" providerId="ADAL" clId="{06D05B33-AE18-4E0A-A68F-E1335D5AF8CF}" dt="2024-04-20T16:20:39.422" v="3652" actId="1076"/>
          <ac:spMkLst>
            <pc:docMk/>
            <pc:sldMk cId="389785900" sldId="284"/>
            <ac:spMk id="47" creationId="{DE6B0E7C-142C-F74B-EBED-6516DD130EE9}"/>
          </ac:spMkLst>
        </pc:spChg>
        <pc:spChg chg="add del mod">
          <ac:chgData name="Chestnut, Temple D" userId="8e081a02-258a-4ece-b13b-54445b3f68be" providerId="ADAL" clId="{06D05B33-AE18-4E0A-A68F-E1335D5AF8CF}" dt="2024-04-20T16:35:35.754" v="3770" actId="478"/>
          <ac:spMkLst>
            <pc:docMk/>
            <pc:sldMk cId="389785900" sldId="284"/>
            <ac:spMk id="48" creationId="{645FE1A8-9647-0EAF-DB53-4567935334A2}"/>
          </ac:spMkLst>
        </pc:spChg>
        <pc:spChg chg="add mod">
          <ac:chgData name="Chestnut, Temple D" userId="8e081a02-258a-4ece-b13b-54445b3f68be" providerId="ADAL" clId="{06D05B33-AE18-4E0A-A68F-E1335D5AF8CF}" dt="2024-04-20T16:40:10.279" v="3820" actId="113"/>
          <ac:spMkLst>
            <pc:docMk/>
            <pc:sldMk cId="389785900" sldId="284"/>
            <ac:spMk id="49" creationId="{FCFD7746-2FD5-2A0C-A65A-3F9292A78646}"/>
          </ac:spMkLst>
        </pc:spChg>
        <pc:spChg chg="add mod">
          <ac:chgData name="Chestnut, Temple D" userId="8e081a02-258a-4ece-b13b-54445b3f68be" providerId="ADAL" clId="{06D05B33-AE18-4E0A-A68F-E1335D5AF8CF}" dt="2024-04-20T16:36:30.391" v="3807" actId="20577"/>
          <ac:spMkLst>
            <pc:docMk/>
            <pc:sldMk cId="389785900" sldId="284"/>
            <ac:spMk id="56" creationId="{30B37248-1CC2-7553-DB90-3C2127247A6E}"/>
          </ac:spMkLst>
        </pc:spChg>
        <pc:grpChg chg="mod">
          <ac:chgData name="Chestnut, Temple D" userId="8e081a02-258a-4ece-b13b-54445b3f68be" providerId="ADAL" clId="{06D05B33-AE18-4E0A-A68F-E1335D5AF8CF}" dt="2024-04-20T16:18:56.027" v="3605" actId="1076"/>
          <ac:grpSpMkLst>
            <pc:docMk/>
            <pc:sldMk cId="389785900" sldId="284"/>
            <ac:grpSpMk id="38" creationId="{C1F06A0B-4FAC-8F72-91D4-E256D3EAE5A6}"/>
          </ac:grpSpMkLst>
        </pc:grpChg>
        <pc:picChg chg="add del mod">
          <ac:chgData name="Chestnut, Temple D" userId="8e081a02-258a-4ece-b13b-54445b3f68be" providerId="ADAL" clId="{06D05B33-AE18-4E0A-A68F-E1335D5AF8CF}" dt="2024-04-20T16:26:05.463" v="3733" actId="478"/>
          <ac:picMkLst>
            <pc:docMk/>
            <pc:sldMk cId="389785900" sldId="284"/>
            <ac:picMk id="51" creationId="{F63D032D-990F-AB4A-68F5-F32F35C2D3CE}"/>
          </ac:picMkLst>
        </pc:picChg>
        <pc:picChg chg="add mod">
          <ac:chgData name="Chestnut, Temple D" userId="8e081a02-258a-4ece-b13b-54445b3f68be" providerId="ADAL" clId="{06D05B33-AE18-4E0A-A68F-E1335D5AF8CF}" dt="2024-04-20T16:36:55.417" v="3808" actId="27349"/>
          <ac:picMkLst>
            <pc:docMk/>
            <pc:sldMk cId="389785900" sldId="284"/>
            <ac:picMk id="53" creationId="{B903D997-A989-3499-D4F0-3AEBE4B9D0A9}"/>
          </ac:picMkLst>
        </pc:picChg>
        <pc:picChg chg="add mod">
          <ac:chgData name="Chestnut, Temple D" userId="8e081a02-258a-4ece-b13b-54445b3f68be" providerId="ADAL" clId="{06D05B33-AE18-4E0A-A68F-E1335D5AF8CF}" dt="2024-04-20T16:33:41.515" v="3757" actId="1076"/>
          <ac:picMkLst>
            <pc:docMk/>
            <pc:sldMk cId="389785900" sldId="284"/>
            <ac:picMk id="54" creationId="{B421D28F-F203-7748-3D30-2ED313E51454}"/>
          </ac:picMkLst>
        </pc:picChg>
        <pc:picChg chg="add mod">
          <ac:chgData name="Chestnut, Temple D" userId="8e081a02-258a-4ece-b13b-54445b3f68be" providerId="ADAL" clId="{06D05B33-AE18-4E0A-A68F-E1335D5AF8CF}" dt="2024-04-20T16:37:20.273" v="3810" actId="27349"/>
          <ac:picMkLst>
            <pc:docMk/>
            <pc:sldMk cId="389785900" sldId="284"/>
            <ac:picMk id="55" creationId="{A328A9FC-28A0-5515-0CDD-C7300F0415B6}"/>
          </ac:picMkLst>
        </pc:picChg>
      </pc:sldChg>
      <pc:sldChg chg="addSp delSp modSp add mod modTransition delAnim modAnim modNotesTx">
        <pc:chgData name="Chestnut, Temple D" userId="8e081a02-258a-4ece-b13b-54445b3f68be" providerId="ADAL" clId="{06D05B33-AE18-4E0A-A68F-E1335D5AF8CF}" dt="2024-04-20T22:46:08.361" v="6002"/>
        <pc:sldMkLst>
          <pc:docMk/>
          <pc:sldMk cId="2990961000" sldId="285"/>
        </pc:sldMkLst>
        <pc:spChg chg="add del mod">
          <ac:chgData name="Chestnut, Temple D" userId="8e081a02-258a-4ece-b13b-54445b3f68be" providerId="ADAL" clId="{06D05B33-AE18-4E0A-A68F-E1335D5AF8CF}" dt="2024-04-20T16:57:39.521" v="3986" actId="478"/>
          <ac:spMkLst>
            <pc:docMk/>
            <pc:sldMk cId="2990961000" sldId="285"/>
            <ac:spMk id="10" creationId="{CBA7A701-0128-CDDC-93D9-35368A0639CB}"/>
          </ac:spMkLst>
        </pc:spChg>
        <pc:spChg chg="add mod">
          <ac:chgData name="Chestnut, Temple D" userId="8e081a02-258a-4ece-b13b-54445b3f68be" providerId="ADAL" clId="{06D05B33-AE18-4E0A-A68F-E1335D5AF8CF}" dt="2024-04-20T16:58:52.380" v="4005" actId="1076"/>
          <ac:spMkLst>
            <pc:docMk/>
            <pc:sldMk cId="2990961000" sldId="285"/>
            <ac:spMk id="11" creationId="{CA2B6BA7-D0C2-2C26-15E4-3A721CF70683}"/>
          </ac:spMkLst>
        </pc:spChg>
        <pc:spChg chg="add del mod">
          <ac:chgData name="Chestnut, Temple D" userId="8e081a02-258a-4ece-b13b-54445b3f68be" providerId="ADAL" clId="{06D05B33-AE18-4E0A-A68F-E1335D5AF8CF}" dt="2024-04-20T16:57:05.276" v="3980" actId="478"/>
          <ac:spMkLst>
            <pc:docMk/>
            <pc:sldMk cId="2990961000" sldId="285"/>
            <ac:spMk id="12" creationId="{49EA1EC5-2754-AB9C-D5D0-20A428B18126}"/>
          </ac:spMkLst>
        </pc:spChg>
        <pc:spChg chg="add del mod">
          <ac:chgData name="Chestnut, Temple D" userId="8e081a02-258a-4ece-b13b-54445b3f68be" providerId="ADAL" clId="{06D05B33-AE18-4E0A-A68F-E1335D5AF8CF}" dt="2024-04-20T16:57:08.071" v="3981" actId="478"/>
          <ac:spMkLst>
            <pc:docMk/>
            <pc:sldMk cId="2990961000" sldId="285"/>
            <ac:spMk id="13" creationId="{A57FC9AF-70E1-390D-C587-C6B6CFF20483}"/>
          </ac:spMkLst>
        </pc:spChg>
        <pc:spChg chg="add mod">
          <ac:chgData name="Chestnut, Temple D" userId="8e081a02-258a-4ece-b13b-54445b3f68be" providerId="ADAL" clId="{06D05B33-AE18-4E0A-A68F-E1335D5AF8CF}" dt="2024-04-20T16:58:52.380" v="4005" actId="1076"/>
          <ac:spMkLst>
            <pc:docMk/>
            <pc:sldMk cId="2990961000" sldId="285"/>
            <ac:spMk id="14" creationId="{5EE011F9-2CE6-9B8C-81EE-F0C74DFD0FDA}"/>
          </ac:spMkLst>
        </pc:spChg>
        <pc:spChg chg="add mod">
          <ac:chgData name="Chestnut, Temple D" userId="8e081a02-258a-4ece-b13b-54445b3f68be" providerId="ADAL" clId="{06D05B33-AE18-4E0A-A68F-E1335D5AF8CF}" dt="2024-04-20T16:55:46.451" v="3966" actId="164"/>
          <ac:spMkLst>
            <pc:docMk/>
            <pc:sldMk cId="2990961000" sldId="285"/>
            <ac:spMk id="15" creationId="{AB9F256A-DC47-2333-AA32-D725CFFCF398}"/>
          </ac:spMkLst>
        </pc:spChg>
        <pc:spChg chg="add mod">
          <ac:chgData name="Chestnut, Temple D" userId="8e081a02-258a-4ece-b13b-54445b3f68be" providerId="ADAL" clId="{06D05B33-AE18-4E0A-A68F-E1335D5AF8CF}" dt="2024-04-20T16:55:46.451" v="3966" actId="164"/>
          <ac:spMkLst>
            <pc:docMk/>
            <pc:sldMk cId="2990961000" sldId="285"/>
            <ac:spMk id="16" creationId="{EC44E01C-DF7D-5EE9-F985-9C7BDF12667A}"/>
          </ac:spMkLst>
        </pc:spChg>
        <pc:spChg chg="mod">
          <ac:chgData name="Chestnut, Temple D" userId="8e081a02-258a-4ece-b13b-54445b3f68be" providerId="ADAL" clId="{06D05B33-AE18-4E0A-A68F-E1335D5AF8CF}" dt="2024-04-20T17:01:57.385" v="4112" actId="1038"/>
          <ac:spMkLst>
            <pc:docMk/>
            <pc:sldMk cId="2990961000" sldId="285"/>
            <ac:spMk id="43" creationId="{B21BB481-2C34-B16E-1B3D-ABACA54EF59B}"/>
          </ac:spMkLst>
        </pc:spChg>
        <pc:spChg chg="mod">
          <ac:chgData name="Chestnut, Temple D" userId="8e081a02-258a-4ece-b13b-54445b3f68be" providerId="ADAL" clId="{06D05B33-AE18-4E0A-A68F-E1335D5AF8CF}" dt="2024-04-20T17:02:16.225" v="4120" actId="1036"/>
          <ac:spMkLst>
            <pc:docMk/>
            <pc:sldMk cId="2990961000" sldId="285"/>
            <ac:spMk id="44" creationId="{C9F0BCFB-3BD1-1A45-EB26-1B64AAE73500}"/>
          </ac:spMkLst>
        </pc:spChg>
        <pc:spChg chg="mod">
          <ac:chgData name="Chestnut, Temple D" userId="8e081a02-258a-4ece-b13b-54445b3f68be" providerId="ADAL" clId="{06D05B33-AE18-4E0A-A68F-E1335D5AF8CF}" dt="2024-04-20T17:02:16.225" v="4120" actId="1036"/>
          <ac:spMkLst>
            <pc:docMk/>
            <pc:sldMk cId="2990961000" sldId="285"/>
            <ac:spMk id="45" creationId="{15F66731-9085-88B9-D080-05679AD4EAE8}"/>
          </ac:spMkLst>
        </pc:spChg>
        <pc:spChg chg="add del mod">
          <ac:chgData name="Chestnut, Temple D" userId="8e081a02-258a-4ece-b13b-54445b3f68be" providerId="ADAL" clId="{06D05B33-AE18-4E0A-A68F-E1335D5AF8CF}" dt="2024-04-20T16:57:23.874" v="3984" actId="478"/>
          <ac:spMkLst>
            <pc:docMk/>
            <pc:sldMk cId="2990961000" sldId="285"/>
            <ac:spMk id="46" creationId="{5AEB09C9-7EA0-9FDF-A450-AFD08720A3A6}"/>
          </ac:spMkLst>
        </pc:spChg>
        <pc:spChg chg="add del mod">
          <ac:chgData name="Chestnut, Temple D" userId="8e081a02-258a-4ece-b13b-54445b3f68be" providerId="ADAL" clId="{06D05B33-AE18-4E0A-A68F-E1335D5AF8CF}" dt="2024-04-20T16:57:23.874" v="3984" actId="478"/>
          <ac:spMkLst>
            <pc:docMk/>
            <pc:sldMk cId="2990961000" sldId="285"/>
            <ac:spMk id="47" creationId="{B6DB42B9-88A8-7F58-B0B6-086527E76BA3}"/>
          </ac:spMkLst>
        </pc:spChg>
        <pc:spChg chg="add del mod">
          <ac:chgData name="Chestnut, Temple D" userId="8e081a02-258a-4ece-b13b-54445b3f68be" providerId="ADAL" clId="{06D05B33-AE18-4E0A-A68F-E1335D5AF8CF}" dt="2024-04-20T16:57:23.874" v="3984" actId="478"/>
          <ac:spMkLst>
            <pc:docMk/>
            <pc:sldMk cId="2990961000" sldId="285"/>
            <ac:spMk id="48" creationId="{FB59358D-9E54-ACAA-53A6-24F55E25138F}"/>
          </ac:spMkLst>
        </pc:spChg>
        <pc:spChg chg="mod">
          <ac:chgData name="Chestnut, Temple D" userId="8e081a02-258a-4ece-b13b-54445b3f68be" providerId="ADAL" clId="{06D05B33-AE18-4E0A-A68F-E1335D5AF8CF}" dt="2024-04-20T16:57:18.380" v="3982"/>
          <ac:spMkLst>
            <pc:docMk/>
            <pc:sldMk cId="2990961000" sldId="285"/>
            <ac:spMk id="50" creationId="{8C93D4E3-7DC8-2307-D4A7-9F56F0EC2DE6}"/>
          </ac:spMkLst>
        </pc:spChg>
        <pc:spChg chg="mod">
          <ac:chgData name="Chestnut, Temple D" userId="8e081a02-258a-4ece-b13b-54445b3f68be" providerId="ADAL" clId="{06D05B33-AE18-4E0A-A68F-E1335D5AF8CF}" dt="2024-04-20T16:57:18.380" v="3982"/>
          <ac:spMkLst>
            <pc:docMk/>
            <pc:sldMk cId="2990961000" sldId="285"/>
            <ac:spMk id="51" creationId="{EA919717-1B45-7A33-E603-1DDF3EA43E77}"/>
          </ac:spMkLst>
        </pc:spChg>
        <pc:spChg chg="add mod">
          <ac:chgData name="Chestnut, Temple D" userId="8e081a02-258a-4ece-b13b-54445b3f68be" providerId="ADAL" clId="{06D05B33-AE18-4E0A-A68F-E1335D5AF8CF}" dt="2024-04-20T17:00:36.893" v="4038" actId="207"/>
          <ac:spMkLst>
            <pc:docMk/>
            <pc:sldMk cId="2990961000" sldId="285"/>
            <ac:spMk id="52" creationId="{BBD8BCCE-61FA-52E2-6815-8FD7BA201BE5}"/>
          </ac:spMkLst>
        </pc:spChg>
        <pc:spChg chg="add mod">
          <ac:chgData name="Chestnut, Temple D" userId="8e081a02-258a-4ece-b13b-54445b3f68be" providerId="ADAL" clId="{06D05B33-AE18-4E0A-A68F-E1335D5AF8CF}" dt="2024-04-20T16:58:05.524" v="3988" actId="1076"/>
          <ac:spMkLst>
            <pc:docMk/>
            <pc:sldMk cId="2990961000" sldId="285"/>
            <ac:spMk id="53" creationId="{281A4E6C-06EE-CEE8-7A30-3994758C9702}"/>
          </ac:spMkLst>
        </pc:spChg>
        <pc:spChg chg="mod">
          <ac:chgData name="Chestnut, Temple D" userId="8e081a02-258a-4ece-b13b-54445b3f68be" providerId="ADAL" clId="{06D05B33-AE18-4E0A-A68F-E1335D5AF8CF}" dt="2024-04-20T17:00:46.292" v="4040" actId="208"/>
          <ac:spMkLst>
            <pc:docMk/>
            <pc:sldMk cId="2990961000" sldId="285"/>
            <ac:spMk id="55" creationId="{C3311A8A-6D35-FE2E-265B-3B74042C7D2A}"/>
          </ac:spMkLst>
        </pc:spChg>
        <pc:spChg chg="mod">
          <ac:chgData name="Chestnut, Temple D" userId="8e081a02-258a-4ece-b13b-54445b3f68be" providerId="ADAL" clId="{06D05B33-AE18-4E0A-A68F-E1335D5AF8CF}" dt="2024-04-20T17:00:51.551" v="4041" actId="2085"/>
          <ac:spMkLst>
            <pc:docMk/>
            <pc:sldMk cId="2990961000" sldId="285"/>
            <ac:spMk id="56" creationId="{3C5DE84B-5150-888A-5808-08590D170F27}"/>
          </ac:spMkLst>
        </pc:spChg>
        <pc:spChg chg="add mod">
          <ac:chgData name="Chestnut, Temple D" userId="8e081a02-258a-4ece-b13b-54445b3f68be" providerId="ADAL" clId="{06D05B33-AE18-4E0A-A68F-E1335D5AF8CF}" dt="2024-04-20T17:00:10.546" v="4035" actId="207"/>
          <ac:spMkLst>
            <pc:docMk/>
            <pc:sldMk cId="2990961000" sldId="285"/>
            <ac:spMk id="57" creationId="{94B0CFA8-980F-AC07-41FA-4DCF31769A9D}"/>
          </ac:spMkLst>
        </pc:spChg>
        <pc:spChg chg="add mod">
          <ac:chgData name="Chestnut, Temple D" userId="8e081a02-258a-4ece-b13b-54445b3f68be" providerId="ADAL" clId="{06D05B33-AE18-4E0A-A68F-E1335D5AF8CF}" dt="2024-04-20T16:59:18.494" v="4007" actId="1076"/>
          <ac:spMkLst>
            <pc:docMk/>
            <pc:sldMk cId="2990961000" sldId="285"/>
            <ac:spMk id="58" creationId="{6E55A5EB-8F0B-73D3-5B08-CAA35561524D}"/>
          </ac:spMkLst>
        </pc:spChg>
        <pc:spChg chg="mod">
          <ac:chgData name="Chestnut, Temple D" userId="8e081a02-258a-4ece-b13b-54445b3f68be" providerId="ADAL" clId="{06D05B33-AE18-4E0A-A68F-E1335D5AF8CF}" dt="2024-04-20T16:59:55.008" v="4033" actId="208"/>
          <ac:spMkLst>
            <pc:docMk/>
            <pc:sldMk cId="2990961000" sldId="285"/>
            <ac:spMk id="60" creationId="{27E68FCE-23E9-F8DD-B043-4C9D697F7C6B}"/>
          </ac:spMkLst>
        </pc:spChg>
        <pc:spChg chg="mod">
          <ac:chgData name="Chestnut, Temple D" userId="8e081a02-258a-4ece-b13b-54445b3f68be" providerId="ADAL" clId="{06D05B33-AE18-4E0A-A68F-E1335D5AF8CF}" dt="2024-04-20T17:00:21.046" v="4036" actId="2085"/>
          <ac:spMkLst>
            <pc:docMk/>
            <pc:sldMk cId="2990961000" sldId="285"/>
            <ac:spMk id="61" creationId="{D91DA556-09E3-EBFF-DA2A-7A8A596FE070}"/>
          </ac:spMkLst>
        </pc:spChg>
        <pc:spChg chg="mod">
          <ac:chgData name="Chestnut, Temple D" userId="8e081a02-258a-4ece-b13b-54445b3f68be" providerId="ADAL" clId="{06D05B33-AE18-4E0A-A68F-E1335D5AF8CF}" dt="2024-04-20T17:30:31.453" v="4414"/>
          <ac:spMkLst>
            <pc:docMk/>
            <pc:sldMk cId="2990961000" sldId="285"/>
            <ac:spMk id="63" creationId="{5A5E0147-BB53-D787-80B1-584F35690797}"/>
          </ac:spMkLst>
        </pc:spChg>
        <pc:spChg chg="mod">
          <ac:chgData name="Chestnut, Temple D" userId="8e081a02-258a-4ece-b13b-54445b3f68be" providerId="ADAL" clId="{06D05B33-AE18-4E0A-A68F-E1335D5AF8CF}" dt="2024-04-20T17:30:31.453" v="4414"/>
          <ac:spMkLst>
            <pc:docMk/>
            <pc:sldMk cId="2990961000" sldId="285"/>
            <ac:spMk id="64" creationId="{34528540-EC6F-FA5E-1E43-055C72B8B276}"/>
          </ac:spMkLst>
        </pc:spChg>
        <pc:spChg chg="mod">
          <ac:chgData name="Chestnut, Temple D" userId="8e081a02-258a-4ece-b13b-54445b3f68be" providerId="ADAL" clId="{06D05B33-AE18-4E0A-A68F-E1335D5AF8CF}" dt="2024-04-20T17:30:31.453" v="4414"/>
          <ac:spMkLst>
            <pc:docMk/>
            <pc:sldMk cId="2990961000" sldId="285"/>
            <ac:spMk id="65" creationId="{5E84044C-ACB5-9916-D410-6FA4B2C1B1C7}"/>
          </ac:spMkLst>
        </pc:spChg>
        <pc:grpChg chg="add mod">
          <ac:chgData name="Chestnut, Temple D" userId="8e081a02-258a-4ece-b13b-54445b3f68be" providerId="ADAL" clId="{06D05B33-AE18-4E0A-A68F-E1335D5AF8CF}" dt="2024-04-20T16:58:52.380" v="4005" actId="1076"/>
          <ac:grpSpMkLst>
            <pc:docMk/>
            <pc:sldMk cId="2990961000" sldId="285"/>
            <ac:grpSpMk id="21" creationId="{230C5001-2CAA-9D34-F9A4-25A6B709A434}"/>
          </ac:grpSpMkLst>
        </pc:grpChg>
        <pc:grpChg chg="mod">
          <ac:chgData name="Chestnut, Temple D" userId="8e081a02-258a-4ece-b13b-54445b3f68be" providerId="ADAL" clId="{06D05B33-AE18-4E0A-A68F-E1335D5AF8CF}" dt="2024-04-20T17:02:01.826" v="4114" actId="1037"/>
          <ac:grpSpMkLst>
            <pc:docMk/>
            <pc:sldMk cId="2990961000" sldId="285"/>
            <ac:grpSpMk id="42" creationId="{8304EB55-CCE3-16FF-BF2D-B500836B54E2}"/>
          </ac:grpSpMkLst>
        </pc:grpChg>
        <pc:grpChg chg="add del mod">
          <ac:chgData name="Chestnut, Temple D" userId="8e081a02-258a-4ece-b13b-54445b3f68be" providerId="ADAL" clId="{06D05B33-AE18-4E0A-A68F-E1335D5AF8CF}" dt="2024-04-20T16:57:23.874" v="3984" actId="478"/>
          <ac:grpSpMkLst>
            <pc:docMk/>
            <pc:sldMk cId="2990961000" sldId="285"/>
            <ac:grpSpMk id="49" creationId="{299D46B8-8E44-07B5-B2E1-F9E7B4C10C14}"/>
          </ac:grpSpMkLst>
        </pc:grpChg>
        <pc:grpChg chg="add mod">
          <ac:chgData name="Chestnut, Temple D" userId="8e081a02-258a-4ece-b13b-54445b3f68be" providerId="ADAL" clId="{06D05B33-AE18-4E0A-A68F-E1335D5AF8CF}" dt="2024-04-20T16:58:05.524" v="3988" actId="1076"/>
          <ac:grpSpMkLst>
            <pc:docMk/>
            <pc:sldMk cId="2990961000" sldId="285"/>
            <ac:grpSpMk id="54" creationId="{EC55C418-BFCE-13EE-0697-3EAC99A833BE}"/>
          </ac:grpSpMkLst>
        </pc:grpChg>
        <pc:grpChg chg="add mod">
          <ac:chgData name="Chestnut, Temple D" userId="8e081a02-258a-4ece-b13b-54445b3f68be" providerId="ADAL" clId="{06D05B33-AE18-4E0A-A68F-E1335D5AF8CF}" dt="2024-04-20T16:59:18.494" v="4007" actId="1076"/>
          <ac:grpSpMkLst>
            <pc:docMk/>
            <pc:sldMk cId="2990961000" sldId="285"/>
            <ac:grpSpMk id="59" creationId="{976AA680-589B-BFBC-E72B-1A7B3145CB43}"/>
          </ac:grpSpMkLst>
        </pc:grpChg>
        <pc:grpChg chg="add mod">
          <ac:chgData name="Chestnut, Temple D" userId="8e081a02-258a-4ece-b13b-54445b3f68be" providerId="ADAL" clId="{06D05B33-AE18-4E0A-A68F-E1335D5AF8CF}" dt="2024-04-20T17:30:31.453" v="4414"/>
          <ac:grpSpMkLst>
            <pc:docMk/>
            <pc:sldMk cId="2990961000" sldId="285"/>
            <ac:grpSpMk id="62" creationId="{F53D7C9B-B38A-F478-E75B-B5C3D15C46A8}"/>
          </ac:grpSpMkLst>
        </pc:grpChg>
        <pc:cxnChg chg="add del mod">
          <ac:chgData name="Chestnut, Temple D" userId="8e081a02-258a-4ece-b13b-54445b3f68be" providerId="ADAL" clId="{06D05B33-AE18-4E0A-A68F-E1335D5AF8CF}" dt="2024-04-20T16:41:33.810" v="3829" actId="478"/>
          <ac:cxnSpMkLst>
            <pc:docMk/>
            <pc:sldMk cId="2990961000" sldId="285"/>
            <ac:cxnSpMk id="8" creationId="{A4436162-C7AE-0A54-6544-F3666CE265A8}"/>
          </ac:cxnSpMkLst>
        </pc:cxnChg>
      </pc:sldChg>
      <pc:sldChg chg="addSp delSp modSp new del mod setBg modClrScheme setClrOvrMap chgLayout modNotesTx">
        <pc:chgData name="Chestnut, Temple D" userId="8e081a02-258a-4ece-b13b-54445b3f68be" providerId="ADAL" clId="{06D05B33-AE18-4E0A-A68F-E1335D5AF8CF}" dt="2024-04-20T22:38:57.572" v="5992" actId="47"/>
        <pc:sldMkLst>
          <pc:docMk/>
          <pc:sldMk cId="2987555940" sldId="286"/>
        </pc:sldMkLst>
        <pc:spChg chg="mod ord">
          <ac:chgData name="Chestnut, Temple D" userId="8e081a02-258a-4ece-b13b-54445b3f68be" providerId="ADAL" clId="{06D05B33-AE18-4E0A-A68F-E1335D5AF8CF}" dt="2024-04-20T19:13:55.544" v="4833" actId="26606"/>
          <ac:spMkLst>
            <pc:docMk/>
            <pc:sldMk cId="2987555940" sldId="286"/>
            <ac:spMk id="2" creationId="{68AB6C6A-8C06-059C-E787-D13797C0A301}"/>
          </ac:spMkLst>
        </pc:spChg>
        <pc:spChg chg="del mod ord">
          <ac:chgData name="Chestnut, Temple D" userId="8e081a02-258a-4ece-b13b-54445b3f68be" providerId="ADAL" clId="{06D05B33-AE18-4E0A-A68F-E1335D5AF8CF}" dt="2024-04-20T18:19:42.169" v="4683" actId="700"/>
          <ac:spMkLst>
            <pc:docMk/>
            <pc:sldMk cId="2987555940" sldId="286"/>
            <ac:spMk id="3" creationId="{F98ABF55-8344-FC11-9185-BA7EA80F283D}"/>
          </ac:spMkLst>
        </pc:spChg>
        <pc:spChg chg="add mod ord">
          <ac:chgData name="Chestnut, Temple D" userId="8e081a02-258a-4ece-b13b-54445b3f68be" providerId="ADAL" clId="{06D05B33-AE18-4E0A-A68F-E1335D5AF8CF}" dt="2024-04-20T20:08:14.168" v="5209"/>
          <ac:spMkLst>
            <pc:docMk/>
            <pc:sldMk cId="2987555940" sldId="286"/>
            <ac:spMk id="4" creationId="{A948D7C7-FD3C-BF3B-FA31-7954FC437C36}"/>
          </ac:spMkLst>
        </pc:spChg>
        <pc:spChg chg="add del mod ord">
          <ac:chgData name="Chestnut, Temple D" userId="8e081a02-258a-4ece-b13b-54445b3f68be" providerId="ADAL" clId="{06D05B33-AE18-4E0A-A68F-E1335D5AF8CF}" dt="2024-04-20T19:13:09.582" v="4824" actId="931"/>
          <ac:spMkLst>
            <pc:docMk/>
            <pc:sldMk cId="2987555940" sldId="286"/>
            <ac:spMk id="5" creationId="{32A87C06-0DDF-93FD-E2EF-8047089F9715}"/>
          </ac:spMkLst>
        </pc:spChg>
        <pc:spChg chg="add del">
          <ac:chgData name="Chestnut, Temple D" userId="8e081a02-258a-4ece-b13b-54445b3f68be" providerId="ADAL" clId="{06D05B33-AE18-4E0A-A68F-E1335D5AF8CF}" dt="2024-04-20T19:13:22.014" v="4828" actId="26606"/>
          <ac:spMkLst>
            <pc:docMk/>
            <pc:sldMk cId="2987555940" sldId="286"/>
            <ac:spMk id="12" creationId="{53576798-7F98-4C7F-B6C7-6D41B5A7E927}"/>
          </ac:spMkLst>
        </pc:spChg>
        <pc:spChg chg="add del">
          <ac:chgData name="Chestnut, Temple D" userId="8e081a02-258a-4ece-b13b-54445b3f68be" providerId="ADAL" clId="{06D05B33-AE18-4E0A-A68F-E1335D5AF8CF}" dt="2024-04-20T19:13:25.860" v="4830" actId="26606"/>
          <ac:spMkLst>
            <pc:docMk/>
            <pc:sldMk cId="2987555940" sldId="286"/>
            <ac:spMk id="14" creationId="{72319FFA-0E4F-4E0B-BEBA-A9DD4B41AAE9}"/>
          </ac:spMkLst>
        </pc:spChg>
        <pc:spChg chg="add del">
          <ac:chgData name="Chestnut, Temple D" userId="8e081a02-258a-4ece-b13b-54445b3f68be" providerId="ADAL" clId="{06D05B33-AE18-4E0A-A68F-E1335D5AF8CF}" dt="2024-04-20T19:13:25.860" v="4830" actId="26606"/>
          <ac:spMkLst>
            <pc:docMk/>
            <pc:sldMk cId="2987555940" sldId="286"/>
            <ac:spMk id="15" creationId="{DA9A1ACB-4ECA-4EAE-AEAB-CE9C8C01EE60}"/>
          </ac:spMkLst>
        </pc:spChg>
        <pc:spChg chg="add del">
          <ac:chgData name="Chestnut, Temple D" userId="8e081a02-258a-4ece-b13b-54445b3f68be" providerId="ADAL" clId="{06D05B33-AE18-4E0A-A68F-E1335D5AF8CF}" dt="2024-04-20T19:13:55.540" v="4832" actId="26606"/>
          <ac:spMkLst>
            <pc:docMk/>
            <pc:sldMk cId="2987555940" sldId="286"/>
            <ac:spMk id="16" creationId="{F3FCE8DC-E7A6-4A8F-BB57-A87EC4B846BB}"/>
          </ac:spMkLst>
        </pc:spChg>
        <pc:spChg chg="add del">
          <ac:chgData name="Chestnut, Temple D" userId="8e081a02-258a-4ece-b13b-54445b3f68be" providerId="ADAL" clId="{06D05B33-AE18-4E0A-A68F-E1335D5AF8CF}" dt="2024-04-20T19:13:55.540" v="4832" actId="26606"/>
          <ac:spMkLst>
            <pc:docMk/>
            <pc:sldMk cId="2987555940" sldId="286"/>
            <ac:spMk id="17" creationId="{DA9A1ACB-4ECA-4EAE-AEAB-CE9C8C01EE60}"/>
          </ac:spMkLst>
        </pc:spChg>
        <pc:spChg chg="add del">
          <ac:chgData name="Chestnut, Temple D" userId="8e081a02-258a-4ece-b13b-54445b3f68be" providerId="ADAL" clId="{06D05B33-AE18-4E0A-A68F-E1335D5AF8CF}" dt="2024-04-20T19:13:55.540" v="4832" actId="26606"/>
          <ac:spMkLst>
            <pc:docMk/>
            <pc:sldMk cId="2987555940" sldId="286"/>
            <ac:spMk id="18" creationId="{1C524A27-B6C0-41EA-ABCB-AA2E61FC0F8A}"/>
          </ac:spMkLst>
        </pc:spChg>
        <pc:spChg chg="add">
          <ac:chgData name="Chestnut, Temple D" userId="8e081a02-258a-4ece-b13b-54445b3f68be" providerId="ADAL" clId="{06D05B33-AE18-4E0A-A68F-E1335D5AF8CF}" dt="2024-04-20T19:13:55.544" v="4833" actId="26606"/>
          <ac:spMkLst>
            <pc:docMk/>
            <pc:sldMk cId="2987555940" sldId="286"/>
            <ac:spMk id="20" creationId="{53576798-7F98-4C7F-B6C7-6D41B5A7E927}"/>
          </ac:spMkLst>
        </pc:spChg>
        <pc:spChg chg="add">
          <ac:chgData name="Chestnut, Temple D" userId="8e081a02-258a-4ece-b13b-54445b3f68be" providerId="ADAL" clId="{06D05B33-AE18-4E0A-A68F-E1335D5AF8CF}" dt="2024-04-20T19:13:55.544" v="4833" actId="26606"/>
          <ac:spMkLst>
            <pc:docMk/>
            <pc:sldMk cId="2987555940" sldId="286"/>
            <ac:spMk id="21" creationId="{0EA0C3AC-2A72-484B-B07D-F2CC519F1201}"/>
          </ac:spMkLst>
        </pc:spChg>
        <pc:spChg chg="add">
          <ac:chgData name="Chestnut, Temple D" userId="8e081a02-258a-4ece-b13b-54445b3f68be" providerId="ADAL" clId="{06D05B33-AE18-4E0A-A68F-E1335D5AF8CF}" dt="2024-04-20T19:13:55.544" v="4833" actId="26606"/>
          <ac:spMkLst>
            <pc:docMk/>
            <pc:sldMk cId="2987555940" sldId="286"/>
            <ac:spMk id="22" creationId="{986477EF-3991-4D07-9F11-9E887C340C78}"/>
          </ac:spMkLst>
        </pc:spChg>
        <pc:spChg chg="add">
          <ac:chgData name="Chestnut, Temple D" userId="8e081a02-258a-4ece-b13b-54445b3f68be" providerId="ADAL" clId="{06D05B33-AE18-4E0A-A68F-E1335D5AF8CF}" dt="2024-04-20T19:13:55.544" v="4833" actId="26606"/>
          <ac:spMkLst>
            <pc:docMk/>
            <pc:sldMk cId="2987555940" sldId="286"/>
            <ac:spMk id="23" creationId="{EDA40B90-E281-4108-8CC2-959D5F95070A}"/>
          </ac:spMkLst>
        </pc:spChg>
        <pc:picChg chg="add mod ord">
          <ac:chgData name="Chestnut, Temple D" userId="8e081a02-258a-4ece-b13b-54445b3f68be" providerId="ADAL" clId="{06D05B33-AE18-4E0A-A68F-E1335D5AF8CF}" dt="2024-04-20T19:13:55.544" v="4833" actId="26606"/>
          <ac:picMkLst>
            <pc:docMk/>
            <pc:sldMk cId="2987555940" sldId="286"/>
            <ac:picMk id="7" creationId="{305E143A-A54D-EEBC-779C-31987D749C35}"/>
          </ac:picMkLst>
        </pc:picChg>
      </pc:sldChg>
      <pc:sldChg chg="addSp delSp modSp add del mod modAnim">
        <pc:chgData name="Chestnut, Temple D" userId="8e081a02-258a-4ece-b13b-54445b3f68be" providerId="ADAL" clId="{06D05B33-AE18-4E0A-A68F-E1335D5AF8CF}" dt="2024-04-20T17:36:29.783" v="4481" actId="47"/>
        <pc:sldMkLst>
          <pc:docMk/>
          <pc:sldMk cId="3441539966" sldId="286"/>
        </pc:sldMkLst>
        <pc:spChg chg="mod">
          <ac:chgData name="Chestnut, Temple D" userId="8e081a02-258a-4ece-b13b-54445b3f68be" providerId="ADAL" clId="{06D05B33-AE18-4E0A-A68F-E1335D5AF8CF}" dt="2024-04-20T17:34:42.409" v="4466"/>
          <ac:spMkLst>
            <pc:docMk/>
            <pc:sldMk cId="3441539966" sldId="286"/>
            <ac:spMk id="2" creationId="{54452DFB-FCAC-5042-C955-6BD8B9D27F8B}"/>
          </ac:spMkLst>
        </pc:spChg>
        <pc:spChg chg="mod">
          <ac:chgData name="Chestnut, Temple D" userId="8e081a02-258a-4ece-b13b-54445b3f68be" providerId="ADAL" clId="{06D05B33-AE18-4E0A-A68F-E1335D5AF8CF}" dt="2024-04-20T17:34:42.409" v="4466"/>
          <ac:spMkLst>
            <pc:docMk/>
            <pc:sldMk cId="3441539966" sldId="286"/>
            <ac:spMk id="3" creationId="{DC98C2CB-AB31-4224-7F1E-F0BD590C0D60}"/>
          </ac:spMkLst>
        </pc:spChg>
        <pc:spChg chg="mod">
          <ac:chgData name="Chestnut, Temple D" userId="8e081a02-258a-4ece-b13b-54445b3f68be" providerId="ADAL" clId="{06D05B33-AE18-4E0A-A68F-E1335D5AF8CF}" dt="2024-04-20T17:34:42.409" v="4466"/>
          <ac:spMkLst>
            <pc:docMk/>
            <pc:sldMk cId="3441539966" sldId="286"/>
            <ac:spMk id="4" creationId="{77884AA5-1D85-A1CC-BCAE-F805782878AB}"/>
          </ac:spMkLst>
        </pc:spChg>
        <pc:spChg chg="mod">
          <ac:chgData name="Chestnut, Temple D" userId="8e081a02-258a-4ece-b13b-54445b3f68be" providerId="ADAL" clId="{06D05B33-AE18-4E0A-A68F-E1335D5AF8CF}" dt="2024-04-20T17:34:42.409" v="4466"/>
          <ac:spMkLst>
            <pc:docMk/>
            <pc:sldMk cId="3441539966" sldId="286"/>
            <ac:spMk id="5" creationId="{8644E537-C9FE-E7C2-C446-B846115A97CE}"/>
          </ac:spMkLst>
        </pc:spChg>
        <pc:spChg chg="del mod topLvl">
          <ac:chgData name="Chestnut, Temple D" userId="8e081a02-258a-4ece-b13b-54445b3f68be" providerId="ADAL" clId="{06D05B33-AE18-4E0A-A68F-E1335D5AF8CF}" dt="2024-04-20T17:36:27.360" v="4479" actId="478"/>
          <ac:spMkLst>
            <pc:docMk/>
            <pc:sldMk cId="3441539966" sldId="286"/>
            <ac:spMk id="8" creationId="{268DA3B5-658C-A377-71C1-980883734444}"/>
          </ac:spMkLst>
        </pc:spChg>
        <pc:spChg chg="del mod topLvl">
          <ac:chgData name="Chestnut, Temple D" userId="8e081a02-258a-4ece-b13b-54445b3f68be" providerId="ADAL" clId="{06D05B33-AE18-4E0A-A68F-E1335D5AF8CF}" dt="2024-04-20T17:31:00.929" v="4429" actId="478"/>
          <ac:spMkLst>
            <pc:docMk/>
            <pc:sldMk cId="3441539966" sldId="286"/>
            <ac:spMk id="9" creationId="{0553DDB7-0AAF-B99D-3475-CD2999319CBD}"/>
          </ac:spMkLst>
        </pc:spChg>
        <pc:spChg chg="del mod">
          <ac:chgData name="Chestnut, Temple D" userId="8e081a02-258a-4ece-b13b-54445b3f68be" providerId="ADAL" clId="{06D05B33-AE18-4E0A-A68F-E1335D5AF8CF}" dt="2024-04-20T17:30:58.752" v="4428" actId="478"/>
          <ac:spMkLst>
            <pc:docMk/>
            <pc:sldMk cId="3441539966" sldId="286"/>
            <ac:spMk id="10" creationId="{7655DCAF-6618-F987-9C7E-B31C4C3BD51E}"/>
          </ac:spMkLst>
        </pc:spChg>
        <pc:spChg chg="add del mod ord">
          <ac:chgData name="Chestnut, Temple D" userId="8e081a02-258a-4ece-b13b-54445b3f68be" providerId="ADAL" clId="{06D05B33-AE18-4E0A-A68F-E1335D5AF8CF}" dt="2024-04-20T17:36:01.465" v="4477" actId="478"/>
          <ac:spMkLst>
            <pc:docMk/>
            <pc:sldMk cId="3441539966" sldId="286"/>
            <ac:spMk id="12" creationId="{0D3E79BC-7C9E-9B75-149C-7C756D03BB6A}"/>
          </ac:spMkLst>
        </pc:spChg>
        <pc:spChg chg="add del mod">
          <ac:chgData name="Chestnut, Temple D" userId="8e081a02-258a-4ece-b13b-54445b3f68be" providerId="ADAL" clId="{06D05B33-AE18-4E0A-A68F-E1335D5AF8CF}" dt="2024-04-20T17:36:28.545" v="4480" actId="478"/>
          <ac:spMkLst>
            <pc:docMk/>
            <pc:sldMk cId="3441539966" sldId="286"/>
            <ac:spMk id="13" creationId="{B09588F6-14D4-9F3F-A602-CE0E86BD34BE}"/>
          </ac:spMkLst>
        </pc:spChg>
        <pc:grpChg chg="mod">
          <ac:chgData name="Chestnut, Temple D" userId="8e081a02-258a-4ece-b13b-54445b3f68be" providerId="ADAL" clId="{06D05B33-AE18-4E0A-A68F-E1335D5AF8CF}" dt="2024-04-20T17:34:42.409" v="4466"/>
          <ac:grpSpMkLst>
            <pc:docMk/>
            <pc:sldMk cId="3441539966" sldId="286"/>
            <ac:grpSpMk id="6" creationId="{D0E2C6AF-37D1-7D4D-DE7A-6A120F01C5F2}"/>
          </ac:grpSpMkLst>
        </pc:grpChg>
        <pc:grpChg chg="add del mod">
          <ac:chgData name="Chestnut, Temple D" userId="8e081a02-258a-4ece-b13b-54445b3f68be" providerId="ADAL" clId="{06D05B33-AE18-4E0A-A68F-E1335D5AF8CF}" dt="2024-04-20T17:31:00.929" v="4429" actId="478"/>
          <ac:grpSpMkLst>
            <pc:docMk/>
            <pc:sldMk cId="3441539966" sldId="286"/>
            <ac:grpSpMk id="7" creationId="{D21CBCB6-DF3C-6F51-218F-4DBD64811C83}"/>
          </ac:grpSpMkLst>
        </pc:grpChg>
      </pc:sldChg>
      <pc:sldChg chg="addSp delSp modSp add del mod modTransition setBg setClrOvrMap modNotesTx">
        <pc:chgData name="Chestnut, Temple D" userId="8e081a02-258a-4ece-b13b-54445b3f68be" providerId="ADAL" clId="{06D05B33-AE18-4E0A-A68F-E1335D5AF8CF}" dt="2024-04-20T22:38:58.462" v="5995" actId="47"/>
        <pc:sldMkLst>
          <pc:docMk/>
          <pc:sldMk cId="1536764136" sldId="287"/>
        </pc:sldMkLst>
        <pc:spChg chg="mod">
          <ac:chgData name="Chestnut, Temple D" userId="8e081a02-258a-4ece-b13b-54445b3f68be" providerId="ADAL" clId="{06D05B33-AE18-4E0A-A68F-E1335D5AF8CF}" dt="2024-04-20T19:44:34.221" v="5100" actId="26606"/>
          <ac:spMkLst>
            <pc:docMk/>
            <pc:sldMk cId="1536764136" sldId="287"/>
            <ac:spMk id="2" creationId="{17ACDAE8-9E4A-52C4-18F2-2E646B036A38}"/>
          </ac:spMkLst>
        </pc:spChg>
        <pc:spChg chg="mod ord">
          <ac:chgData name="Chestnut, Temple D" userId="8e081a02-258a-4ece-b13b-54445b3f68be" providerId="ADAL" clId="{06D05B33-AE18-4E0A-A68F-E1335D5AF8CF}" dt="2024-04-20T20:19:07.122" v="5230" actId="14"/>
          <ac:spMkLst>
            <pc:docMk/>
            <pc:sldMk cId="1536764136" sldId="287"/>
            <ac:spMk id="3" creationId="{D4B5AFFB-D582-D42A-7132-1D7ABB60281C}"/>
          </ac:spMkLst>
        </pc:spChg>
        <pc:spChg chg="add del">
          <ac:chgData name="Chestnut, Temple D" userId="8e081a02-258a-4ece-b13b-54445b3f68be" providerId="ADAL" clId="{06D05B33-AE18-4E0A-A68F-E1335D5AF8CF}" dt="2024-04-20T19:44:34.221" v="5100" actId="26606"/>
          <ac:spMkLst>
            <pc:docMk/>
            <pc:sldMk cId="1536764136" sldId="287"/>
            <ac:spMk id="8" creationId="{089A69AF-D57B-49B4-886C-D4A5DC194421}"/>
          </ac:spMkLst>
        </pc:spChg>
        <pc:spChg chg="add del">
          <ac:chgData name="Chestnut, Temple D" userId="8e081a02-258a-4ece-b13b-54445b3f68be" providerId="ADAL" clId="{06D05B33-AE18-4E0A-A68F-E1335D5AF8CF}" dt="2024-04-20T19:44:34.221" v="5100" actId="26606"/>
          <ac:spMkLst>
            <pc:docMk/>
            <pc:sldMk cId="1536764136" sldId="287"/>
            <ac:spMk id="10" creationId="{68F2977E-E0AE-4EB4-A059-59E908EB862A}"/>
          </ac:spMkLst>
        </pc:spChg>
        <pc:spChg chg="add del">
          <ac:chgData name="Chestnut, Temple D" userId="8e081a02-258a-4ece-b13b-54445b3f68be" providerId="ADAL" clId="{06D05B33-AE18-4E0A-A68F-E1335D5AF8CF}" dt="2024-04-20T19:44:24.039" v="5095" actId="26606"/>
          <ac:spMkLst>
            <pc:docMk/>
            <pc:sldMk cId="1536764136" sldId="287"/>
            <ac:spMk id="12" creationId="{A416E3E5-5186-46A4-AFBD-337387D3163D}"/>
          </ac:spMkLst>
        </pc:spChg>
        <pc:spChg chg="add del">
          <ac:chgData name="Chestnut, Temple D" userId="8e081a02-258a-4ece-b13b-54445b3f68be" providerId="ADAL" clId="{06D05B33-AE18-4E0A-A68F-E1335D5AF8CF}" dt="2024-04-20T19:44:24.039" v="5095" actId="26606"/>
          <ac:spMkLst>
            <pc:docMk/>
            <pc:sldMk cId="1536764136" sldId="287"/>
            <ac:spMk id="13" creationId="{7B8FAACC-353E-4F84-BA62-A5514185D9A9}"/>
          </ac:spMkLst>
        </pc:spChg>
        <pc:spChg chg="add del">
          <ac:chgData name="Chestnut, Temple D" userId="8e081a02-258a-4ece-b13b-54445b3f68be" providerId="ADAL" clId="{06D05B33-AE18-4E0A-A68F-E1335D5AF8CF}" dt="2024-04-20T19:44:34.219" v="5099" actId="26606"/>
          <ac:spMkLst>
            <pc:docMk/>
            <pc:sldMk cId="1536764136" sldId="287"/>
            <ac:spMk id="14" creationId="{5940F547-7206-4401-94FB-F8421915D8B8}"/>
          </ac:spMkLst>
        </pc:spChg>
        <pc:spChg chg="add del">
          <ac:chgData name="Chestnut, Temple D" userId="8e081a02-258a-4ece-b13b-54445b3f68be" providerId="ADAL" clId="{06D05B33-AE18-4E0A-A68F-E1335D5AF8CF}" dt="2024-04-20T19:44:18.263" v="5091" actId="26606"/>
          <ac:spMkLst>
            <pc:docMk/>
            <pc:sldMk cId="1536764136" sldId="287"/>
            <ac:spMk id="15" creationId="{A416E3E5-5186-46A4-AFBD-337387D3163D}"/>
          </ac:spMkLst>
        </pc:spChg>
        <pc:spChg chg="add">
          <ac:chgData name="Chestnut, Temple D" userId="8e081a02-258a-4ece-b13b-54445b3f68be" providerId="ADAL" clId="{06D05B33-AE18-4E0A-A68F-E1335D5AF8CF}" dt="2024-04-20T19:44:34.221" v="5100" actId="26606"/>
          <ac:spMkLst>
            <pc:docMk/>
            <pc:sldMk cId="1536764136" sldId="287"/>
            <ac:spMk id="16" creationId="{1C524A27-B6C0-41EA-ABCB-AA2E61FC0F8A}"/>
          </ac:spMkLst>
        </pc:spChg>
        <pc:spChg chg="add del">
          <ac:chgData name="Chestnut, Temple D" userId="8e081a02-258a-4ece-b13b-54445b3f68be" providerId="ADAL" clId="{06D05B33-AE18-4E0A-A68F-E1335D5AF8CF}" dt="2024-04-20T19:44:18.263" v="5091" actId="26606"/>
          <ac:spMkLst>
            <pc:docMk/>
            <pc:sldMk cId="1536764136" sldId="287"/>
            <ac:spMk id="17" creationId="{7B8FAACC-353E-4F84-BA62-A5514185D9A9}"/>
          </ac:spMkLst>
        </pc:spChg>
        <pc:spChg chg="add">
          <ac:chgData name="Chestnut, Temple D" userId="8e081a02-258a-4ece-b13b-54445b3f68be" providerId="ADAL" clId="{06D05B33-AE18-4E0A-A68F-E1335D5AF8CF}" dt="2024-04-20T19:44:34.221" v="5100" actId="26606"/>
          <ac:spMkLst>
            <pc:docMk/>
            <pc:sldMk cId="1536764136" sldId="287"/>
            <ac:spMk id="18" creationId="{F3FCE8DC-E7A6-4A8F-BB57-A87EC4B846BB}"/>
          </ac:spMkLst>
        </pc:spChg>
        <pc:picChg chg="add mod ord">
          <ac:chgData name="Chestnut, Temple D" userId="8e081a02-258a-4ece-b13b-54445b3f68be" providerId="ADAL" clId="{06D05B33-AE18-4E0A-A68F-E1335D5AF8CF}" dt="2024-04-20T19:44:34.221" v="5100" actId="26606"/>
          <ac:picMkLst>
            <pc:docMk/>
            <pc:sldMk cId="1536764136" sldId="287"/>
            <ac:picMk id="5" creationId="{769CA05F-86E8-14BF-97EC-EBE251EEBD66}"/>
          </ac:picMkLst>
        </pc:picChg>
      </pc:sldChg>
      <pc:sldChg chg="addSp delSp modSp add del mod ord modTransition modNotesTx">
        <pc:chgData name="Chestnut, Temple D" userId="8e081a02-258a-4ece-b13b-54445b3f68be" providerId="ADAL" clId="{06D05B33-AE18-4E0A-A68F-E1335D5AF8CF}" dt="2024-04-20T22:38:58.613" v="5996" actId="47"/>
        <pc:sldMkLst>
          <pc:docMk/>
          <pc:sldMk cId="1577922724" sldId="288"/>
        </pc:sldMkLst>
        <pc:spChg chg="mod">
          <ac:chgData name="Chestnut, Temple D" userId="8e081a02-258a-4ece-b13b-54445b3f68be" providerId="ADAL" clId="{06D05B33-AE18-4E0A-A68F-E1335D5AF8CF}" dt="2024-04-20T19:52:22.316" v="5198" actId="26606"/>
          <ac:spMkLst>
            <pc:docMk/>
            <pc:sldMk cId="1577922724" sldId="288"/>
            <ac:spMk id="2" creationId="{17ACDAE8-9E4A-52C4-18F2-2E646B036A38}"/>
          </ac:spMkLst>
        </pc:spChg>
        <pc:spChg chg="mod">
          <ac:chgData name="Chestnut, Temple D" userId="8e081a02-258a-4ece-b13b-54445b3f68be" providerId="ADAL" clId="{06D05B33-AE18-4E0A-A68F-E1335D5AF8CF}" dt="2024-04-20T19:52:22.316" v="5198" actId="26606"/>
          <ac:spMkLst>
            <pc:docMk/>
            <pc:sldMk cId="1577922724" sldId="288"/>
            <ac:spMk id="3" creationId="{D4B5AFFB-D582-D42A-7132-1D7ABB60281C}"/>
          </ac:spMkLst>
        </pc:spChg>
        <pc:spChg chg="del">
          <ac:chgData name="Chestnut, Temple D" userId="8e081a02-258a-4ece-b13b-54445b3f68be" providerId="ADAL" clId="{06D05B33-AE18-4E0A-A68F-E1335D5AF8CF}" dt="2024-04-20T19:52:22.316" v="5198" actId="26606"/>
          <ac:spMkLst>
            <pc:docMk/>
            <pc:sldMk cId="1577922724" sldId="288"/>
            <ac:spMk id="22" creationId="{3F7D26C8-96ED-46E3-BD94-C1608C54C36B}"/>
          </ac:spMkLst>
        </pc:spChg>
        <pc:spChg chg="del">
          <ac:chgData name="Chestnut, Temple D" userId="8e081a02-258a-4ece-b13b-54445b3f68be" providerId="ADAL" clId="{06D05B33-AE18-4E0A-A68F-E1335D5AF8CF}" dt="2024-04-20T19:52:22.316" v="5198" actId="26606"/>
          <ac:spMkLst>
            <pc:docMk/>
            <pc:sldMk cId="1577922724" sldId="288"/>
            <ac:spMk id="23" creationId="{13EEA0A9-F720-41ED-8EBA-2A10A664FDE1}"/>
          </ac:spMkLst>
        </pc:spChg>
        <pc:spChg chg="del">
          <ac:chgData name="Chestnut, Temple D" userId="8e081a02-258a-4ece-b13b-54445b3f68be" providerId="ADAL" clId="{06D05B33-AE18-4E0A-A68F-E1335D5AF8CF}" dt="2024-04-20T19:52:22.316" v="5198" actId="26606"/>
          <ac:spMkLst>
            <pc:docMk/>
            <pc:sldMk cId="1577922724" sldId="288"/>
            <ac:spMk id="24" creationId="{03B27569-6089-4DC0-93E0-F3F6E1E93CC1}"/>
          </ac:spMkLst>
        </pc:spChg>
        <pc:spChg chg="add">
          <ac:chgData name="Chestnut, Temple D" userId="8e081a02-258a-4ece-b13b-54445b3f68be" providerId="ADAL" clId="{06D05B33-AE18-4E0A-A68F-E1335D5AF8CF}" dt="2024-04-20T19:52:22.316" v="5198" actId="26606"/>
          <ac:spMkLst>
            <pc:docMk/>
            <pc:sldMk cId="1577922724" sldId="288"/>
            <ac:spMk id="29" creationId="{1C524A27-B6C0-41EA-ABCB-AA2E61FC0F8A}"/>
          </ac:spMkLst>
        </pc:spChg>
        <pc:spChg chg="add">
          <ac:chgData name="Chestnut, Temple D" userId="8e081a02-258a-4ece-b13b-54445b3f68be" providerId="ADAL" clId="{06D05B33-AE18-4E0A-A68F-E1335D5AF8CF}" dt="2024-04-20T19:52:22.316" v="5198" actId="26606"/>
          <ac:spMkLst>
            <pc:docMk/>
            <pc:sldMk cId="1577922724" sldId="288"/>
            <ac:spMk id="31" creationId="{F3FCE8DC-E7A6-4A8F-BB57-A87EC4B846BB}"/>
          </ac:spMkLst>
        </pc:spChg>
        <pc:picChg chg="mod">
          <ac:chgData name="Chestnut, Temple D" userId="8e081a02-258a-4ece-b13b-54445b3f68be" providerId="ADAL" clId="{06D05B33-AE18-4E0A-A68F-E1335D5AF8CF}" dt="2024-04-20T19:52:52.863" v="5199" actId="14826"/>
          <ac:picMkLst>
            <pc:docMk/>
            <pc:sldMk cId="1577922724" sldId="288"/>
            <ac:picMk id="5" creationId="{2749E64F-4956-B91E-BA8E-B8D9AD87AA8C}"/>
          </ac:picMkLst>
        </pc:picChg>
      </pc:sldChg>
      <pc:sldChg chg="add del">
        <pc:chgData name="Chestnut, Temple D" userId="8e081a02-258a-4ece-b13b-54445b3f68be" providerId="ADAL" clId="{06D05B33-AE18-4E0A-A68F-E1335D5AF8CF}" dt="2024-04-20T20:20:43.147" v="5240" actId="2890"/>
        <pc:sldMkLst>
          <pc:docMk/>
          <pc:sldMk cId="1017518187" sldId="289"/>
        </pc:sldMkLst>
      </pc:sldChg>
      <pc:sldChg chg="modSp add del mod ord">
        <pc:chgData name="Chestnut, Temple D" userId="8e081a02-258a-4ece-b13b-54445b3f68be" providerId="ADAL" clId="{06D05B33-AE18-4E0A-A68F-E1335D5AF8CF}" dt="2024-04-20T22:38:59.175" v="5997" actId="47"/>
        <pc:sldMkLst>
          <pc:docMk/>
          <pc:sldMk cId="3498410734" sldId="289"/>
        </pc:sldMkLst>
        <pc:spChg chg="mod">
          <ac:chgData name="Chestnut, Temple D" userId="8e081a02-258a-4ece-b13b-54445b3f68be" providerId="ADAL" clId="{06D05B33-AE18-4E0A-A68F-E1335D5AF8CF}" dt="2024-04-20T20:21:02.634" v="5258" actId="20577"/>
          <ac:spMkLst>
            <pc:docMk/>
            <pc:sldMk cId="3498410734" sldId="289"/>
            <ac:spMk id="2" creationId="{95669957-503B-C744-EB0C-233942427CEC}"/>
          </ac:spMkLst>
        </pc:spChg>
      </pc:sldChg>
      <pc:sldChg chg="addSp modSp new del mod setBg setClrOvrMap modNotesTx">
        <pc:chgData name="Chestnut, Temple D" userId="8e081a02-258a-4ece-b13b-54445b3f68be" providerId="ADAL" clId="{06D05B33-AE18-4E0A-A68F-E1335D5AF8CF}" dt="2024-04-20T22:38:59.323" v="5998" actId="47"/>
        <pc:sldMkLst>
          <pc:docMk/>
          <pc:sldMk cId="232214876" sldId="290"/>
        </pc:sldMkLst>
        <pc:spChg chg="mod">
          <ac:chgData name="Chestnut, Temple D" userId="8e081a02-258a-4ece-b13b-54445b3f68be" providerId="ADAL" clId="{06D05B33-AE18-4E0A-A68F-E1335D5AF8CF}" dt="2024-04-20T20:26:42.959" v="5319" actId="26606"/>
          <ac:spMkLst>
            <pc:docMk/>
            <pc:sldMk cId="232214876" sldId="290"/>
            <ac:spMk id="2" creationId="{6FB30B66-8DBC-CB0A-7855-3FC6AACADCD6}"/>
          </ac:spMkLst>
        </pc:spChg>
        <pc:spChg chg="mod ord">
          <ac:chgData name="Chestnut, Temple D" userId="8e081a02-258a-4ece-b13b-54445b3f68be" providerId="ADAL" clId="{06D05B33-AE18-4E0A-A68F-E1335D5AF8CF}" dt="2024-04-20T20:26:42.959" v="5319" actId="26606"/>
          <ac:spMkLst>
            <pc:docMk/>
            <pc:sldMk cId="232214876" sldId="290"/>
            <ac:spMk id="3" creationId="{08C37024-79E1-11FA-719A-F0CF1CC6AF48}"/>
          </ac:spMkLst>
        </pc:spChg>
        <pc:spChg chg="add">
          <ac:chgData name="Chestnut, Temple D" userId="8e081a02-258a-4ece-b13b-54445b3f68be" providerId="ADAL" clId="{06D05B33-AE18-4E0A-A68F-E1335D5AF8CF}" dt="2024-04-20T20:26:42.959" v="5319" actId="26606"/>
          <ac:spMkLst>
            <pc:docMk/>
            <pc:sldMk cId="232214876" sldId="290"/>
            <ac:spMk id="10" creationId="{A416E3E5-5186-46A4-AFBD-337387D3163D}"/>
          </ac:spMkLst>
        </pc:spChg>
        <pc:spChg chg="add">
          <ac:chgData name="Chestnut, Temple D" userId="8e081a02-258a-4ece-b13b-54445b3f68be" providerId="ADAL" clId="{06D05B33-AE18-4E0A-A68F-E1335D5AF8CF}" dt="2024-04-20T20:26:42.959" v="5319" actId="26606"/>
          <ac:spMkLst>
            <pc:docMk/>
            <pc:sldMk cId="232214876" sldId="290"/>
            <ac:spMk id="12" creationId="{7B8FAACC-353E-4F84-BA62-A5514185D9A9}"/>
          </ac:spMkLst>
        </pc:spChg>
        <pc:picChg chg="add mod">
          <ac:chgData name="Chestnut, Temple D" userId="8e081a02-258a-4ece-b13b-54445b3f68be" providerId="ADAL" clId="{06D05B33-AE18-4E0A-A68F-E1335D5AF8CF}" dt="2024-04-20T20:26:42.959" v="5319" actId="26606"/>
          <ac:picMkLst>
            <pc:docMk/>
            <pc:sldMk cId="232214876" sldId="290"/>
            <ac:picMk id="5" creationId="{BC72AF35-D688-DA80-D19B-FF399BF30F4C}"/>
          </ac:picMkLst>
        </pc:picChg>
      </pc:sldChg>
      <pc:sldChg chg="modSp add del mod modTransition modNotesTx">
        <pc:chgData name="Chestnut, Temple D" userId="8e081a02-258a-4ece-b13b-54445b3f68be" providerId="ADAL" clId="{06D05B33-AE18-4E0A-A68F-E1335D5AF8CF}" dt="2024-04-20T22:38:59.801" v="5999" actId="47"/>
        <pc:sldMkLst>
          <pc:docMk/>
          <pc:sldMk cId="2143454230" sldId="291"/>
        </pc:sldMkLst>
        <pc:spChg chg="mod">
          <ac:chgData name="Chestnut, Temple D" userId="8e081a02-258a-4ece-b13b-54445b3f68be" providerId="ADAL" clId="{06D05B33-AE18-4E0A-A68F-E1335D5AF8CF}" dt="2024-04-20T20:28:38.368" v="5338" actId="20577"/>
          <ac:spMkLst>
            <pc:docMk/>
            <pc:sldMk cId="2143454230" sldId="291"/>
            <ac:spMk id="2" creationId="{6FB30B66-8DBC-CB0A-7855-3FC6AACADCD6}"/>
          </ac:spMkLst>
        </pc:spChg>
        <pc:spChg chg="mod">
          <ac:chgData name="Chestnut, Temple D" userId="8e081a02-258a-4ece-b13b-54445b3f68be" providerId="ADAL" clId="{06D05B33-AE18-4E0A-A68F-E1335D5AF8CF}" dt="2024-04-20T20:29:12.537" v="5360" actId="20577"/>
          <ac:spMkLst>
            <pc:docMk/>
            <pc:sldMk cId="2143454230" sldId="291"/>
            <ac:spMk id="3" creationId="{08C37024-79E1-11FA-719A-F0CF1CC6AF48}"/>
          </ac:spMkLst>
        </pc:spChg>
        <pc:picChg chg="mod">
          <ac:chgData name="Chestnut, Temple D" userId="8e081a02-258a-4ece-b13b-54445b3f68be" providerId="ADAL" clId="{06D05B33-AE18-4E0A-A68F-E1335D5AF8CF}" dt="2024-04-20T20:32:03.579" v="5367" actId="14826"/>
          <ac:picMkLst>
            <pc:docMk/>
            <pc:sldMk cId="2143454230" sldId="291"/>
            <ac:picMk id="5" creationId="{BC72AF35-D688-DA80-D19B-FF399BF30F4C}"/>
          </ac:picMkLst>
        </pc:picChg>
      </pc:sldChg>
      <pc:sldChg chg="modSp add del mod modTransition modNotesTx">
        <pc:chgData name="Chestnut, Temple D" userId="8e081a02-258a-4ece-b13b-54445b3f68be" providerId="ADAL" clId="{06D05B33-AE18-4E0A-A68F-E1335D5AF8CF}" dt="2024-04-20T22:39:00.239" v="6000" actId="47"/>
        <pc:sldMkLst>
          <pc:docMk/>
          <pc:sldMk cId="2397296459" sldId="292"/>
        </pc:sldMkLst>
        <pc:spChg chg="mod">
          <ac:chgData name="Chestnut, Temple D" userId="8e081a02-258a-4ece-b13b-54445b3f68be" providerId="ADAL" clId="{06D05B33-AE18-4E0A-A68F-E1335D5AF8CF}" dt="2024-04-20T20:32:56.920" v="5387" actId="20577"/>
          <ac:spMkLst>
            <pc:docMk/>
            <pc:sldMk cId="2397296459" sldId="292"/>
            <ac:spMk id="2" creationId="{6FB30B66-8DBC-CB0A-7855-3FC6AACADCD6}"/>
          </ac:spMkLst>
        </pc:spChg>
        <pc:spChg chg="mod">
          <ac:chgData name="Chestnut, Temple D" userId="8e081a02-258a-4ece-b13b-54445b3f68be" providerId="ADAL" clId="{06D05B33-AE18-4E0A-A68F-E1335D5AF8CF}" dt="2024-04-20T20:33:18.560" v="5405" actId="15"/>
          <ac:spMkLst>
            <pc:docMk/>
            <pc:sldMk cId="2397296459" sldId="292"/>
            <ac:spMk id="3" creationId="{08C37024-79E1-11FA-719A-F0CF1CC6AF48}"/>
          </ac:spMkLst>
        </pc:spChg>
        <pc:picChg chg="mod">
          <ac:chgData name="Chestnut, Temple D" userId="8e081a02-258a-4ece-b13b-54445b3f68be" providerId="ADAL" clId="{06D05B33-AE18-4E0A-A68F-E1335D5AF8CF}" dt="2024-04-20T20:34:00.733" v="5406" actId="14826"/>
          <ac:picMkLst>
            <pc:docMk/>
            <pc:sldMk cId="2397296459" sldId="292"/>
            <ac:picMk id="5" creationId="{BC72AF35-D688-DA80-D19B-FF399BF30F4C}"/>
          </ac:picMkLst>
        </pc:picChg>
      </pc:sldChg>
      <pc:sldChg chg="modSp add del mod modTransition modNotesTx">
        <pc:chgData name="Chestnut, Temple D" userId="8e081a02-258a-4ece-b13b-54445b3f68be" providerId="ADAL" clId="{06D05B33-AE18-4E0A-A68F-E1335D5AF8CF}" dt="2024-04-20T22:39:01.021" v="6001" actId="47"/>
        <pc:sldMkLst>
          <pc:docMk/>
          <pc:sldMk cId="4096236050" sldId="293"/>
        </pc:sldMkLst>
        <pc:spChg chg="mod">
          <ac:chgData name="Chestnut, Temple D" userId="8e081a02-258a-4ece-b13b-54445b3f68be" providerId="ADAL" clId="{06D05B33-AE18-4E0A-A68F-E1335D5AF8CF}" dt="2024-04-20T20:35:38.376" v="5429" actId="20577"/>
          <ac:spMkLst>
            <pc:docMk/>
            <pc:sldMk cId="4096236050" sldId="293"/>
            <ac:spMk id="2" creationId="{6FB30B66-8DBC-CB0A-7855-3FC6AACADCD6}"/>
          </ac:spMkLst>
        </pc:spChg>
        <pc:spChg chg="mod">
          <ac:chgData name="Chestnut, Temple D" userId="8e081a02-258a-4ece-b13b-54445b3f68be" providerId="ADAL" clId="{06D05B33-AE18-4E0A-A68F-E1335D5AF8CF}" dt="2024-04-20T20:46:49.513" v="5456" actId="6549"/>
          <ac:spMkLst>
            <pc:docMk/>
            <pc:sldMk cId="4096236050" sldId="293"/>
            <ac:spMk id="3" creationId="{08C37024-79E1-11FA-719A-F0CF1CC6AF48}"/>
          </ac:spMkLst>
        </pc:spChg>
        <pc:picChg chg="mod">
          <ac:chgData name="Chestnut, Temple D" userId="8e081a02-258a-4ece-b13b-54445b3f68be" providerId="ADAL" clId="{06D05B33-AE18-4E0A-A68F-E1335D5AF8CF}" dt="2024-04-20T20:44:51.127" v="5434" actId="14826"/>
          <ac:picMkLst>
            <pc:docMk/>
            <pc:sldMk cId="4096236050" sldId="293"/>
            <ac:picMk id="5" creationId="{BC72AF35-D688-DA80-D19B-FF399BF30F4C}"/>
          </ac:picMkLst>
        </pc:picChg>
      </pc:sldChg>
      <pc:sldChg chg="addSp modSp add mod ord">
        <pc:chgData name="Chestnut, Temple D" userId="8e081a02-258a-4ece-b13b-54445b3f68be" providerId="ADAL" clId="{06D05B33-AE18-4E0A-A68F-E1335D5AF8CF}" dt="2024-04-20T20:47:54.478" v="5492" actId="1076"/>
        <pc:sldMkLst>
          <pc:docMk/>
          <pc:sldMk cId="1297331145" sldId="294"/>
        </pc:sldMkLst>
        <pc:spChg chg="mod">
          <ac:chgData name="Chestnut, Temple D" userId="8e081a02-258a-4ece-b13b-54445b3f68be" providerId="ADAL" clId="{06D05B33-AE18-4E0A-A68F-E1335D5AF8CF}" dt="2024-04-20T20:47:34.227" v="5476" actId="20577"/>
          <ac:spMkLst>
            <pc:docMk/>
            <pc:sldMk cId="1297331145" sldId="294"/>
            <ac:spMk id="2" creationId="{95669957-503B-C744-EB0C-233942427CEC}"/>
          </ac:spMkLst>
        </pc:spChg>
        <pc:spChg chg="add mod">
          <ac:chgData name="Chestnut, Temple D" userId="8e081a02-258a-4ece-b13b-54445b3f68be" providerId="ADAL" clId="{06D05B33-AE18-4E0A-A68F-E1335D5AF8CF}" dt="2024-04-20T20:47:54.478" v="5492" actId="1076"/>
          <ac:spMkLst>
            <pc:docMk/>
            <pc:sldMk cId="1297331145" sldId="294"/>
            <ac:spMk id="3" creationId="{8B0B20AA-A77A-F1F0-2698-E492CF8D7112}"/>
          </ac:spMkLst>
        </pc:spChg>
      </pc:sldChg>
      <pc:sldChg chg="addSp modSp new mod modTransition setBg setClrOvrMap modNotesTx">
        <pc:chgData name="Chestnut, Temple D" userId="8e081a02-258a-4ece-b13b-54445b3f68be" providerId="ADAL" clId="{06D05B33-AE18-4E0A-A68F-E1335D5AF8CF}" dt="2024-04-20T21:07:38.892" v="5636"/>
        <pc:sldMkLst>
          <pc:docMk/>
          <pc:sldMk cId="1489655256" sldId="295"/>
        </pc:sldMkLst>
        <pc:spChg chg="mod">
          <ac:chgData name="Chestnut, Temple D" userId="8e081a02-258a-4ece-b13b-54445b3f68be" providerId="ADAL" clId="{06D05B33-AE18-4E0A-A68F-E1335D5AF8CF}" dt="2024-04-20T20:56:51.715" v="5603" actId="26606"/>
          <ac:spMkLst>
            <pc:docMk/>
            <pc:sldMk cId="1489655256" sldId="295"/>
            <ac:spMk id="2" creationId="{057638D3-F637-6395-D5FD-96FA7F89CF7A}"/>
          </ac:spMkLst>
        </pc:spChg>
        <pc:spChg chg="mod ord">
          <ac:chgData name="Chestnut, Temple D" userId="8e081a02-258a-4ece-b13b-54445b3f68be" providerId="ADAL" clId="{06D05B33-AE18-4E0A-A68F-E1335D5AF8CF}" dt="2024-04-20T20:56:51.715" v="5603" actId="26606"/>
          <ac:spMkLst>
            <pc:docMk/>
            <pc:sldMk cId="1489655256" sldId="295"/>
            <ac:spMk id="3" creationId="{97562251-90C0-7AD3-8291-A7FB9C9C2F28}"/>
          </ac:spMkLst>
        </pc:spChg>
        <pc:spChg chg="add">
          <ac:chgData name="Chestnut, Temple D" userId="8e081a02-258a-4ece-b13b-54445b3f68be" providerId="ADAL" clId="{06D05B33-AE18-4E0A-A68F-E1335D5AF8CF}" dt="2024-04-20T20:56:51.715" v="5603" actId="26606"/>
          <ac:spMkLst>
            <pc:docMk/>
            <pc:sldMk cId="1489655256" sldId="295"/>
            <ac:spMk id="10" creationId="{0EA0C3AC-2A72-484B-B07D-F2CC519F1201}"/>
          </ac:spMkLst>
        </pc:spChg>
        <pc:spChg chg="add">
          <ac:chgData name="Chestnut, Temple D" userId="8e081a02-258a-4ece-b13b-54445b3f68be" providerId="ADAL" clId="{06D05B33-AE18-4E0A-A68F-E1335D5AF8CF}" dt="2024-04-20T20:56:51.715" v="5603" actId="26606"/>
          <ac:spMkLst>
            <pc:docMk/>
            <pc:sldMk cId="1489655256" sldId="295"/>
            <ac:spMk id="12" creationId="{986477EF-3991-4D07-9F11-9E887C340C78}"/>
          </ac:spMkLst>
        </pc:spChg>
        <pc:spChg chg="add">
          <ac:chgData name="Chestnut, Temple D" userId="8e081a02-258a-4ece-b13b-54445b3f68be" providerId="ADAL" clId="{06D05B33-AE18-4E0A-A68F-E1335D5AF8CF}" dt="2024-04-20T20:56:51.715" v="5603" actId="26606"/>
          <ac:spMkLst>
            <pc:docMk/>
            <pc:sldMk cId="1489655256" sldId="295"/>
            <ac:spMk id="14" creationId="{EDA40B90-E281-4108-8CC2-959D5F95070A}"/>
          </ac:spMkLst>
        </pc:spChg>
        <pc:picChg chg="add mod">
          <ac:chgData name="Chestnut, Temple D" userId="8e081a02-258a-4ece-b13b-54445b3f68be" providerId="ADAL" clId="{06D05B33-AE18-4E0A-A68F-E1335D5AF8CF}" dt="2024-04-20T20:56:51.715" v="5603" actId="26606"/>
          <ac:picMkLst>
            <pc:docMk/>
            <pc:sldMk cId="1489655256" sldId="295"/>
            <ac:picMk id="5" creationId="{8360C691-2A16-4A66-8669-1124F3EAD608}"/>
          </ac:picMkLst>
        </pc:picChg>
      </pc:sldChg>
      <pc:sldChg chg="modSp add del mod modNotesTx">
        <pc:chgData name="Chestnut, Temple D" userId="8e081a02-258a-4ece-b13b-54445b3f68be" providerId="ADAL" clId="{06D05B33-AE18-4E0A-A68F-E1335D5AF8CF}" dt="2024-04-20T21:02:14.487" v="5616" actId="47"/>
        <pc:sldMkLst>
          <pc:docMk/>
          <pc:sldMk cId="3458270388" sldId="296"/>
        </pc:sldMkLst>
        <pc:spChg chg="mod">
          <ac:chgData name="Chestnut, Temple D" userId="8e081a02-258a-4ece-b13b-54445b3f68be" providerId="ADAL" clId="{06D05B33-AE18-4E0A-A68F-E1335D5AF8CF}" dt="2024-04-20T20:53:38.879" v="5542"/>
          <ac:spMkLst>
            <pc:docMk/>
            <pc:sldMk cId="3458270388" sldId="296"/>
            <ac:spMk id="2" creationId="{057638D3-F637-6395-D5FD-96FA7F89CF7A}"/>
          </ac:spMkLst>
        </pc:spChg>
        <pc:spChg chg="mod">
          <ac:chgData name="Chestnut, Temple D" userId="8e081a02-258a-4ece-b13b-54445b3f68be" providerId="ADAL" clId="{06D05B33-AE18-4E0A-A68F-E1335D5AF8CF}" dt="2024-04-20T20:53:49.415" v="5545"/>
          <ac:spMkLst>
            <pc:docMk/>
            <pc:sldMk cId="3458270388" sldId="296"/>
            <ac:spMk id="3" creationId="{97562251-90C0-7AD3-8291-A7FB9C9C2F28}"/>
          </ac:spMkLst>
        </pc:spChg>
      </pc:sldChg>
      <pc:sldChg chg="modSp add del mod modNotesTx">
        <pc:chgData name="Chestnut, Temple D" userId="8e081a02-258a-4ece-b13b-54445b3f68be" providerId="ADAL" clId="{06D05B33-AE18-4E0A-A68F-E1335D5AF8CF}" dt="2024-04-20T21:04:59.058" v="5632" actId="47"/>
        <pc:sldMkLst>
          <pc:docMk/>
          <pc:sldMk cId="4080706011" sldId="297"/>
        </pc:sldMkLst>
        <pc:spChg chg="mod">
          <ac:chgData name="Chestnut, Temple D" userId="8e081a02-258a-4ece-b13b-54445b3f68be" providerId="ADAL" clId="{06D05B33-AE18-4E0A-A68F-E1335D5AF8CF}" dt="2024-04-20T20:54:10.619" v="5583" actId="20577"/>
          <ac:spMkLst>
            <pc:docMk/>
            <pc:sldMk cId="4080706011" sldId="297"/>
            <ac:spMk id="2" creationId="{057638D3-F637-6395-D5FD-96FA7F89CF7A}"/>
          </ac:spMkLst>
        </pc:spChg>
        <pc:spChg chg="mod">
          <ac:chgData name="Chestnut, Temple D" userId="8e081a02-258a-4ece-b13b-54445b3f68be" providerId="ADAL" clId="{06D05B33-AE18-4E0A-A68F-E1335D5AF8CF}" dt="2024-04-20T20:54:17.912" v="5586"/>
          <ac:spMkLst>
            <pc:docMk/>
            <pc:sldMk cId="4080706011" sldId="297"/>
            <ac:spMk id="3" creationId="{97562251-90C0-7AD3-8291-A7FB9C9C2F28}"/>
          </ac:spMkLst>
        </pc:spChg>
      </pc:sldChg>
      <pc:sldChg chg="add del">
        <pc:chgData name="Chestnut, Temple D" userId="8e081a02-258a-4ece-b13b-54445b3f68be" providerId="ADAL" clId="{06D05B33-AE18-4E0A-A68F-E1335D5AF8CF}" dt="2024-04-20T21:05:00.541" v="5633" actId="47"/>
        <pc:sldMkLst>
          <pc:docMk/>
          <pc:sldMk cId="2589713021" sldId="298"/>
        </pc:sldMkLst>
      </pc:sldChg>
      <pc:sldChg chg="modSp add mod modTransition modNotesTx">
        <pc:chgData name="Chestnut, Temple D" userId="8e081a02-258a-4ece-b13b-54445b3f68be" providerId="ADAL" clId="{06D05B33-AE18-4E0A-A68F-E1335D5AF8CF}" dt="2024-04-25T21:33:18.223" v="6009" actId="20577"/>
        <pc:sldMkLst>
          <pc:docMk/>
          <pc:sldMk cId="1346963743" sldId="299"/>
        </pc:sldMkLst>
        <pc:spChg chg="mod">
          <ac:chgData name="Chestnut, Temple D" userId="8e081a02-258a-4ece-b13b-54445b3f68be" providerId="ADAL" clId="{06D05B33-AE18-4E0A-A68F-E1335D5AF8CF}" dt="2024-04-20T21:01:37.033" v="5612" actId="1076"/>
          <ac:spMkLst>
            <pc:docMk/>
            <pc:sldMk cId="1346963743" sldId="299"/>
            <ac:spMk id="2" creationId="{057638D3-F637-6395-D5FD-96FA7F89CF7A}"/>
          </ac:spMkLst>
        </pc:spChg>
        <pc:spChg chg="mod">
          <ac:chgData name="Chestnut, Temple D" userId="8e081a02-258a-4ece-b13b-54445b3f68be" providerId="ADAL" clId="{06D05B33-AE18-4E0A-A68F-E1335D5AF8CF}" dt="2024-04-20T21:01:49.680" v="5613"/>
          <ac:spMkLst>
            <pc:docMk/>
            <pc:sldMk cId="1346963743" sldId="299"/>
            <ac:spMk id="3" creationId="{97562251-90C0-7AD3-8291-A7FB9C9C2F28}"/>
          </ac:spMkLst>
        </pc:spChg>
        <pc:picChg chg="mod">
          <ac:chgData name="Chestnut, Temple D" userId="8e081a02-258a-4ece-b13b-54445b3f68be" providerId="ADAL" clId="{06D05B33-AE18-4E0A-A68F-E1335D5AF8CF}" dt="2024-04-20T21:07:23.937" v="5634" actId="14826"/>
          <ac:picMkLst>
            <pc:docMk/>
            <pc:sldMk cId="1346963743" sldId="299"/>
            <ac:picMk id="5" creationId="{8360C691-2A16-4A66-8669-1124F3EAD608}"/>
          </ac:picMkLst>
        </pc:picChg>
      </pc:sldChg>
      <pc:sldChg chg="modSp add mod modTransition modNotesTx">
        <pc:chgData name="Chestnut, Temple D" userId="8e081a02-258a-4ece-b13b-54445b3f68be" providerId="ADAL" clId="{06D05B33-AE18-4E0A-A68F-E1335D5AF8CF}" dt="2024-04-20T21:08:23.329" v="5638"/>
        <pc:sldMkLst>
          <pc:docMk/>
          <pc:sldMk cId="1634846349" sldId="300"/>
        </pc:sldMkLst>
        <pc:spChg chg="mod">
          <ac:chgData name="Chestnut, Temple D" userId="8e081a02-258a-4ece-b13b-54445b3f68be" providerId="ADAL" clId="{06D05B33-AE18-4E0A-A68F-E1335D5AF8CF}" dt="2024-04-20T21:04:44.749" v="5631" actId="1076"/>
          <ac:spMkLst>
            <pc:docMk/>
            <pc:sldMk cId="1634846349" sldId="300"/>
            <ac:spMk id="2" creationId="{057638D3-F637-6395-D5FD-96FA7F89CF7A}"/>
          </ac:spMkLst>
        </pc:spChg>
        <pc:spChg chg="mod">
          <ac:chgData name="Chestnut, Temple D" userId="8e081a02-258a-4ece-b13b-54445b3f68be" providerId="ADAL" clId="{06D05B33-AE18-4E0A-A68F-E1335D5AF8CF}" dt="2024-04-20T21:03:54.840" v="5618"/>
          <ac:spMkLst>
            <pc:docMk/>
            <pc:sldMk cId="1634846349" sldId="300"/>
            <ac:spMk id="3" creationId="{97562251-90C0-7AD3-8291-A7FB9C9C2F28}"/>
          </ac:spMkLst>
        </pc:spChg>
        <pc:picChg chg="mod">
          <ac:chgData name="Chestnut, Temple D" userId="8e081a02-258a-4ece-b13b-54445b3f68be" providerId="ADAL" clId="{06D05B33-AE18-4E0A-A68F-E1335D5AF8CF}" dt="2024-04-20T21:04:02.242" v="5619" actId="14826"/>
          <ac:picMkLst>
            <pc:docMk/>
            <pc:sldMk cId="1634846349" sldId="300"/>
            <ac:picMk id="5" creationId="{8360C691-2A16-4A66-8669-1124F3EAD608}"/>
          </ac:picMkLst>
        </pc:picChg>
      </pc:sldChg>
      <pc:sldChg chg="modSp add ord">
        <pc:chgData name="Chestnut, Temple D" userId="8e081a02-258a-4ece-b13b-54445b3f68be" providerId="ADAL" clId="{06D05B33-AE18-4E0A-A68F-E1335D5AF8CF}" dt="2024-04-20T22:27:43.823" v="5781" actId="20577"/>
        <pc:sldMkLst>
          <pc:docMk/>
          <pc:sldMk cId="2287735724" sldId="301"/>
        </pc:sldMkLst>
        <pc:spChg chg="mod">
          <ac:chgData name="Chestnut, Temple D" userId="8e081a02-258a-4ece-b13b-54445b3f68be" providerId="ADAL" clId="{06D05B33-AE18-4E0A-A68F-E1335D5AF8CF}" dt="2024-04-20T22:27:43.823" v="5781" actId="20577"/>
          <ac:spMkLst>
            <pc:docMk/>
            <pc:sldMk cId="2287735724" sldId="301"/>
            <ac:spMk id="5" creationId="{090AE86B-FABD-CA0B-1247-AE81F01FC885}"/>
          </ac:spMkLst>
        </pc:spChg>
      </pc:sldChg>
      <pc:sldChg chg="modSp add mod ord modNotesTx">
        <pc:chgData name="Chestnut, Temple D" userId="8e081a02-258a-4ece-b13b-54445b3f68be" providerId="ADAL" clId="{06D05B33-AE18-4E0A-A68F-E1335D5AF8CF}" dt="2024-04-25T21:29:27.873" v="6005"/>
        <pc:sldMkLst>
          <pc:docMk/>
          <pc:sldMk cId="3485977682" sldId="302"/>
        </pc:sldMkLst>
        <pc:spChg chg="mod">
          <ac:chgData name="Chestnut, Temple D" userId="8e081a02-258a-4ece-b13b-54445b3f68be" providerId="ADAL" clId="{06D05B33-AE18-4E0A-A68F-E1335D5AF8CF}" dt="2024-04-20T22:28:00.999" v="5785" actId="20577"/>
          <ac:spMkLst>
            <pc:docMk/>
            <pc:sldMk cId="3485977682" sldId="302"/>
            <ac:spMk id="4" creationId="{BFFA63A0-0298-70F0-F643-5B8F10E17C58}"/>
          </ac:spMkLst>
        </pc:spChg>
        <pc:picChg chg="mod">
          <ac:chgData name="Chestnut, Temple D" userId="8e081a02-258a-4ece-b13b-54445b3f68be" providerId="ADAL" clId="{06D05B33-AE18-4E0A-A68F-E1335D5AF8CF}" dt="2024-04-25T21:29:27.873" v="6005"/>
          <ac:picMkLst>
            <pc:docMk/>
            <pc:sldMk cId="3485977682" sldId="302"/>
            <ac:picMk id="6" creationId="{C9D9D211-7099-D4B0-E2A3-9BF0B3E044A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4E8BA4-4326-4101-9294-C82117FBDCEE}" type="doc">
      <dgm:prSet loTypeId="urn:microsoft.com/office/officeart/2005/8/layout/vList5" loCatId="list" qsTypeId="urn:microsoft.com/office/officeart/2005/8/quickstyle/3d4" qsCatId="3D" csTypeId="urn:microsoft.com/office/officeart/2005/8/colors/colorful1" csCatId="colorful" phldr="1"/>
      <dgm:spPr/>
      <dgm:t>
        <a:bodyPr/>
        <a:lstStyle/>
        <a:p>
          <a:endParaRPr lang="en-US"/>
        </a:p>
      </dgm:t>
    </dgm:pt>
    <dgm:pt modelId="{6B53D3E2-60B6-4EDF-9E56-3EB5AD6ADE7C}">
      <dgm:prSet phldrT="[Text]"/>
      <dgm:spPr/>
      <dgm:t>
        <a:bodyPr/>
        <a:lstStyle/>
        <a:p>
          <a:r>
            <a:rPr lang="en-US"/>
            <a:t>1960</a:t>
          </a:r>
        </a:p>
      </dgm:t>
    </dgm:pt>
    <dgm:pt modelId="{9DAA5ABA-63F3-4F24-B551-99E57D637223}" type="parTrans" cxnId="{D84B0EB8-F25F-4C86-BEE4-75EFA3AEA465}">
      <dgm:prSet/>
      <dgm:spPr/>
      <dgm:t>
        <a:bodyPr/>
        <a:lstStyle/>
        <a:p>
          <a:endParaRPr lang="en-US"/>
        </a:p>
      </dgm:t>
    </dgm:pt>
    <dgm:pt modelId="{1DB62555-DD0D-4405-A9E0-310BC4781B37}" type="sibTrans" cxnId="{D84B0EB8-F25F-4C86-BEE4-75EFA3AEA465}">
      <dgm:prSet/>
      <dgm:spPr/>
      <dgm:t>
        <a:bodyPr/>
        <a:lstStyle/>
        <a:p>
          <a:endParaRPr lang="en-US"/>
        </a:p>
      </dgm:t>
    </dgm:pt>
    <dgm:pt modelId="{CAAABC98-1250-4811-BAEA-813F8FA55D63}">
      <dgm:prSet phldrT="[Text]"/>
      <dgm:spPr/>
      <dgm:t>
        <a:bodyPr/>
        <a:lstStyle/>
        <a:p>
          <a:r>
            <a:rPr lang="en-US"/>
            <a:t>Newell &amp; Simon</a:t>
          </a:r>
        </a:p>
      </dgm:t>
    </dgm:pt>
    <dgm:pt modelId="{206509E2-9BF0-4CE6-B7CA-50B95A2161B8}" type="parTrans" cxnId="{23C90E9D-EEF7-4223-82A8-F09D91645F72}">
      <dgm:prSet/>
      <dgm:spPr/>
      <dgm:t>
        <a:bodyPr/>
        <a:lstStyle/>
        <a:p>
          <a:endParaRPr lang="en-US"/>
        </a:p>
      </dgm:t>
    </dgm:pt>
    <dgm:pt modelId="{23302DC5-12B3-4E73-B322-27EBC691EBC9}" type="sibTrans" cxnId="{23C90E9D-EEF7-4223-82A8-F09D91645F72}">
      <dgm:prSet/>
      <dgm:spPr/>
      <dgm:t>
        <a:bodyPr/>
        <a:lstStyle/>
        <a:p>
          <a:endParaRPr lang="en-US"/>
        </a:p>
      </dgm:t>
    </dgm:pt>
    <dgm:pt modelId="{F1F2E2BF-E649-4954-B148-2FBED60FDB2B}">
      <dgm:prSet phldrT="[Text]"/>
      <dgm:spPr/>
      <dgm:t>
        <a:bodyPr/>
        <a:lstStyle/>
        <a:p>
          <a:r>
            <a:rPr lang="en-US"/>
            <a:t>General Problem Solver</a:t>
          </a:r>
        </a:p>
      </dgm:t>
    </dgm:pt>
    <dgm:pt modelId="{46564DC0-C6F5-4790-B1E2-185D698A482F}" type="parTrans" cxnId="{E32DA31E-D330-424B-B51B-374582B2D5FA}">
      <dgm:prSet/>
      <dgm:spPr/>
      <dgm:t>
        <a:bodyPr/>
        <a:lstStyle/>
        <a:p>
          <a:endParaRPr lang="en-US"/>
        </a:p>
      </dgm:t>
    </dgm:pt>
    <dgm:pt modelId="{CDBA2077-07DC-4947-8E4D-51A0E634E51B}" type="sibTrans" cxnId="{E32DA31E-D330-424B-B51B-374582B2D5FA}">
      <dgm:prSet/>
      <dgm:spPr/>
      <dgm:t>
        <a:bodyPr/>
        <a:lstStyle/>
        <a:p>
          <a:endParaRPr lang="en-US"/>
        </a:p>
      </dgm:t>
    </dgm:pt>
    <dgm:pt modelId="{D2983E1A-7AB8-4BAC-9844-28CFD05ACEBA}">
      <dgm:prSet phldrT="[Text]"/>
      <dgm:spPr/>
      <dgm:t>
        <a:bodyPr/>
        <a:lstStyle/>
        <a:p>
          <a:r>
            <a:rPr lang="en-US"/>
            <a:t>1965</a:t>
          </a:r>
        </a:p>
      </dgm:t>
    </dgm:pt>
    <dgm:pt modelId="{C6380867-1721-41A4-A084-17329D322B4A}" type="parTrans" cxnId="{AB342A2C-CDEB-4FC0-90C4-4654CF404B71}">
      <dgm:prSet/>
      <dgm:spPr/>
      <dgm:t>
        <a:bodyPr/>
        <a:lstStyle/>
        <a:p>
          <a:endParaRPr lang="en-US"/>
        </a:p>
      </dgm:t>
    </dgm:pt>
    <dgm:pt modelId="{B1F02E38-7515-4586-8643-E7FD0E8E479D}" type="sibTrans" cxnId="{AB342A2C-CDEB-4FC0-90C4-4654CF404B71}">
      <dgm:prSet/>
      <dgm:spPr/>
      <dgm:t>
        <a:bodyPr/>
        <a:lstStyle/>
        <a:p>
          <a:endParaRPr lang="en-US"/>
        </a:p>
      </dgm:t>
    </dgm:pt>
    <dgm:pt modelId="{27B7CBD4-09DC-48E1-9861-B7EB468F8E79}">
      <dgm:prSet phldrT="[Text]"/>
      <dgm:spPr/>
      <dgm:t>
        <a:bodyPr/>
        <a:lstStyle/>
        <a:p>
          <a:r>
            <a:rPr lang="en-US"/>
            <a:t>Joseph </a:t>
          </a:r>
          <a:r>
            <a:rPr lang="en-US" err="1"/>
            <a:t>Weizenbaum</a:t>
          </a:r>
          <a:endParaRPr lang="en-US"/>
        </a:p>
      </dgm:t>
    </dgm:pt>
    <dgm:pt modelId="{D2F77645-48A2-43D9-AEC9-06D0EEBC69EC}" type="parTrans" cxnId="{A5D49F12-63C2-4FA4-AF80-249084D8B619}">
      <dgm:prSet/>
      <dgm:spPr/>
      <dgm:t>
        <a:bodyPr/>
        <a:lstStyle/>
        <a:p>
          <a:endParaRPr lang="en-US"/>
        </a:p>
      </dgm:t>
    </dgm:pt>
    <dgm:pt modelId="{ED005134-ECB9-48AB-A896-7D8123FB6A93}" type="sibTrans" cxnId="{A5D49F12-63C2-4FA4-AF80-249084D8B619}">
      <dgm:prSet/>
      <dgm:spPr/>
      <dgm:t>
        <a:bodyPr/>
        <a:lstStyle/>
        <a:p>
          <a:endParaRPr lang="en-US"/>
        </a:p>
      </dgm:t>
    </dgm:pt>
    <dgm:pt modelId="{D598171F-9E3F-4D7F-9AE7-243037F29A05}">
      <dgm:prSet phldrT="[Text]"/>
      <dgm:spPr/>
      <dgm:t>
        <a:bodyPr/>
        <a:lstStyle/>
        <a:p>
          <a:r>
            <a:rPr lang="en-US"/>
            <a:t>ELIZA</a:t>
          </a:r>
        </a:p>
      </dgm:t>
    </dgm:pt>
    <dgm:pt modelId="{E4770804-606C-4808-B31D-21FBC97EFAAE}" type="parTrans" cxnId="{44376C4B-B881-4381-93D7-7D0B9165FC6D}">
      <dgm:prSet/>
      <dgm:spPr/>
      <dgm:t>
        <a:bodyPr/>
        <a:lstStyle/>
        <a:p>
          <a:endParaRPr lang="en-US"/>
        </a:p>
      </dgm:t>
    </dgm:pt>
    <dgm:pt modelId="{B3FDF380-02E9-4B76-A7FA-F20EC52CE9F2}" type="sibTrans" cxnId="{44376C4B-B881-4381-93D7-7D0B9165FC6D}">
      <dgm:prSet/>
      <dgm:spPr/>
      <dgm:t>
        <a:bodyPr/>
        <a:lstStyle/>
        <a:p>
          <a:endParaRPr lang="en-US"/>
        </a:p>
      </dgm:t>
    </dgm:pt>
    <dgm:pt modelId="{4DB359DE-F794-4D4D-A06B-86A804753344}">
      <dgm:prSet phldrT="[Text]"/>
      <dgm:spPr/>
      <dgm:t>
        <a:bodyPr/>
        <a:lstStyle/>
        <a:p>
          <a:r>
            <a:rPr lang="en-US"/>
            <a:t>1966</a:t>
          </a:r>
        </a:p>
      </dgm:t>
    </dgm:pt>
    <dgm:pt modelId="{566AAF11-5052-436B-AB58-968ACC7ED547}" type="parTrans" cxnId="{0ED026E0-19F0-4415-926D-C442DF21A3A0}">
      <dgm:prSet/>
      <dgm:spPr/>
      <dgm:t>
        <a:bodyPr/>
        <a:lstStyle/>
        <a:p>
          <a:endParaRPr lang="en-US"/>
        </a:p>
      </dgm:t>
    </dgm:pt>
    <dgm:pt modelId="{6550CE04-B946-43C6-8CA9-7AFC8B562211}" type="sibTrans" cxnId="{0ED026E0-19F0-4415-926D-C442DF21A3A0}">
      <dgm:prSet/>
      <dgm:spPr/>
      <dgm:t>
        <a:bodyPr/>
        <a:lstStyle/>
        <a:p>
          <a:endParaRPr lang="en-US"/>
        </a:p>
      </dgm:t>
    </dgm:pt>
    <dgm:pt modelId="{2FEC2C13-99C2-490E-80ED-1D94BC5BF4BC}">
      <dgm:prSet phldrT="[Text]"/>
      <dgm:spPr/>
      <dgm:t>
        <a:bodyPr/>
        <a:lstStyle/>
        <a:p>
          <a:r>
            <a:rPr lang="en-US"/>
            <a:t>SRI International</a:t>
          </a:r>
        </a:p>
      </dgm:t>
    </dgm:pt>
    <dgm:pt modelId="{979C5545-C276-4C3E-9E75-55BE9854501B}" type="parTrans" cxnId="{738A4E3D-61A4-467A-9726-F461B918CB49}">
      <dgm:prSet/>
      <dgm:spPr/>
      <dgm:t>
        <a:bodyPr/>
        <a:lstStyle/>
        <a:p>
          <a:endParaRPr lang="en-US"/>
        </a:p>
      </dgm:t>
    </dgm:pt>
    <dgm:pt modelId="{82D48FD1-1AA0-4776-A74A-C0EA953ABD81}" type="sibTrans" cxnId="{738A4E3D-61A4-467A-9726-F461B918CB49}">
      <dgm:prSet/>
      <dgm:spPr/>
      <dgm:t>
        <a:bodyPr/>
        <a:lstStyle/>
        <a:p>
          <a:endParaRPr lang="en-US"/>
        </a:p>
      </dgm:t>
    </dgm:pt>
    <dgm:pt modelId="{713F8628-B709-468C-98A7-B21BC5C20A57}">
      <dgm:prSet phldrT="[Text]"/>
      <dgm:spPr/>
      <dgm:t>
        <a:bodyPr/>
        <a:lstStyle/>
        <a:p>
          <a:r>
            <a:rPr lang="en-US"/>
            <a:t>Shakey the Robot</a:t>
          </a:r>
        </a:p>
      </dgm:t>
    </dgm:pt>
    <dgm:pt modelId="{1AEBF04D-9CF2-4F3B-A0D0-2B74753D96E5}" type="parTrans" cxnId="{64BC7F31-0B3E-4D2F-8E4E-3F99C34B7672}">
      <dgm:prSet/>
      <dgm:spPr/>
      <dgm:t>
        <a:bodyPr/>
        <a:lstStyle/>
        <a:p>
          <a:endParaRPr lang="en-US"/>
        </a:p>
      </dgm:t>
    </dgm:pt>
    <dgm:pt modelId="{B1A2BC08-46A7-4983-81A8-361B9A1B5A1A}" type="sibTrans" cxnId="{64BC7F31-0B3E-4D2F-8E4E-3F99C34B7672}">
      <dgm:prSet/>
      <dgm:spPr/>
      <dgm:t>
        <a:bodyPr/>
        <a:lstStyle/>
        <a:p>
          <a:endParaRPr lang="en-US"/>
        </a:p>
      </dgm:t>
    </dgm:pt>
    <dgm:pt modelId="{E482EF8F-FF53-43B1-921E-3620F077D919}" type="pres">
      <dgm:prSet presAssocID="{E54E8BA4-4326-4101-9294-C82117FBDCEE}" presName="Name0" presStyleCnt="0">
        <dgm:presLayoutVars>
          <dgm:dir/>
          <dgm:animLvl val="lvl"/>
          <dgm:resizeHandles val="exact"/>
        </dgm:presLayoutVars>
      </dgm:prSet>
      <dgm:spPr/>
    </dgm:pt>
    <dgm:pt modelId="{04E753E0-D069-4130-9730-D639DB73A34B}" type="pres">
      <dgm:prSet presAssocID="{6B53D3E2-60B6-4EDF-9E56-3EB5AD6ADE7C}" presName="linNode" presStyleCnt="0"/>
      <dgm:spPr/>
    </dgm:pt>
    <dgm:pt modelId="{B6CC06B3-DAE4-49F4-A81F-B5043DBBBF56}" type="pres">
      <dgm:prSet presAssocID="{6B53D3E2-60B6-4EDF-9E56-3EB5AD6ADE7C}" presName="parentText" presStyleLbl="node1" presStyleIdx="0" presStyleCnt="3">
        <dgm:presLayoutVars>
          <dgm:chMax val="1"/>
          <dgm:bulletEnabled val="1"/>
        </dgm:presLayoutVars>
      </dgm:prSet>
      <dgm:spPr/>
    </dgm:pt>
    <dgm:pt modelId="{30064D44-5759-40CD-A8A3-396C2BE109DB}" type="pres">
      <dgm:prSet presAssocID="{6B53D3E2-60B6-4EDF-9E56-3EB5AD6ADE7C}" presName="descendantText" presStyleLbl="alignAccFollowNode1" presStyleIdx="0" presStyleCnt="3">
        <dgm:presLayoutVars>
          <dgm:bulletEnabled val="1"/>
        </dgm:presLayoutVars>
      </dgm:prSet>
      <dgm:spPr/>
    </dgm:pt>
    <dgm:pt modelId="{988C830C-242D-45C9-82B5-CB23D1DD8EDD}" type="pres">
      <dgm:prSet presAssocID="{1DB62555-DD0D-4405-A9E0-310BC4781B37}" presName="sp" presStyleCnt="0"/>
      <dgm:spPr/>
    </dgm:pt>
    <dgm:pt modelId="{84D5E15A-B823-425E-86AC-B3C17C5D9E9D}" type="pres">
      <dgm:prSet presAssocID="{D2983E1A-7AB8-4BAC-9844-28CFD05ACEBA}" presName="linNode" presStyleCnt="0"/>
      <dgm:spPr/>
    </dgm:pt>
    <dgm:pt modelId="{EF2C5FB4-6675-4FA7-B7EC-EF15EF96DD46}" type="pres">
      <dgm:prSet presAssocID="{D2983E1A-7AB8-4BAC-9844-28CFD05ACEBA}" presName="parentText" presStyleLbl="node1" presStyleIdx="1" presStyleCnt="3">
        <dgm:presLayoutVars>
          <dgm:chMax val="1"/>
          <dgm:bulletEnabled val="1"/>
        </dgm:presLayoutVars>
      </dgm:prSet>
      <dgm:spPr/>
    </dgm:pt>
    <dgm:pt modelId="{0E77E4CE-D124-458C-BE80-732A52A1D2EF}" type="pres">
      <dgm:prSet presAssocID="{D2983E1A-7AB8-4BAC-9844-28CFD05ACEBA}" presName="descendantText" presStyleLbl="alignAccFollowNode1" presStyleIdx="1" presStyleCnt="3">
        <dgm:presLayoutVars>
          <dgm:bulletEnabled val="1"/>
        </dgm:presLayoutVars>
      </dgm:prSet>
      <dgm:spPr/>
    </dgm:pt>
    <dgm:pt modelId="{86CA4E94-4EDE-49B3-81C0-775B705CA7C5}" type="pres">
      <dgm:prSet presAssocID="{B1F02E38-7515-4586-8643-E7FD0E8E479D}" presName="sp" presStyleCnt="0"/>
      <dgm:spPr/>
    </dgm:pt>
    <dgm:pt modelId="{2EEF9C56-6BF4-40CB-8E20-55555BEB3D5D}" type="pres">
      <dgm:prSet presAssocID="{4DB359DE-F794-4D4D-A06B-86A804753344}" presName="linNode" presStyleCnt="0"/>
      <dgm:spPr/>
    </dgm:pt>
    <dgm:pt modelId="{E67BD497-6BE3-4180-ABF4-CBD8EAED74A4}" type="pres">
      <dgm:prSet presAssocID="{4DB359DE-F794-4D4D-A06B-86A804753344}" presName="parentText" presStyleLbl="node1" presStyleIdx="2" presStyleCnt="3">
        <dgm:presLayoutVars>
          <dgm:chMax val="1"/>
          <dgm:bulletEnabled val="1"/>
        </dgm:presLayoutVars>
      </dgm:prSet>
      <dgm:spPr/>
    </dgm:pt>
    <dgm:pt modelId="{F8FDF758-6774-4E18-ADDE-3388179FFD53}" type="pres">
      <dgm:prSet presAssocID="{4DB359DE-F794-4D4D-A06B-86A804753344}" presName="descendantText" presStyleLbl="alignAccFollowNode1" presStyleIdx="2" presStyleCnt="3">
        <dgm:presLayoutVars>
          <dgm:bulletEnabled val="1"/>
        </dgm:presLayoutVars>
      </dgm:prSet>
      <dgm:spPr/>
    </dgm:pt>
  </dgm:ptLst>
  <dgm:cxnLst>
    <dgm:cxn modelId="{6B691104-7F1C-4DF6-8468-2CC6294CEDFF}" type="presOf" srcId="{D598171F-9E3F-4D7F-9AE7-243037F29A05}" destId="{0E77E4CE-D124-458C-BE80-732A52A1D2EF}" srcOrd="0" destOrd="1" presId="urn:microsoft.com/office/officeart/2005/8/layout/vList5"/>
    <dgm:cxn modelId="{A5D49F12-63C2-4FA4-AF80-249084D8B619}" srcId="{D2983E1A-7AB8-4BAC-9844-28CFD05ACEBA}" destId="{27B7CBD4-09DC-48E1-9861-B7EB468F8E79}" srcOrd="0" destOrd="0" parTransId="{D2F77645-48A2-43D9-AEC9-06D0EEBC69EC}" sibTransId="{ED005134-ECB9-48AB-A896-7D8123FB6A93}"/>
    <dgm:cxn modelId="{4D27EB1C-964C-40DC-8F3D-AC555205DE0D}" type="presOf" srcId="{27B7CBD4-09DC-48E1-9861-B7EB468F8E79}" destId="{0E77E4CE-D124-458C-BE80-732A52A1D2EF}" srcOrd="0" destOrd="0" presId="urn:microsoft.com/office/officeart/2005/8/layout/vList5"/>
    <dgm:cxn modelId="{487C7E1E-7951-40BD-AC61-95E4B9AEE81F}" type="presOf" srcId="{6B53D3E2-60B6-4EDF-9E56-3EB5AD6ADE7C}" destId="{B6CC06B3-DAE4-49F4-A81F-B5043DBBBF56}" srcOrd="0" destOrd="0" presId="urn:microsoft.com/office/officeart/2005/8/layout/vList5"/>
    <dgm:cxn modelId="{E32DA31E-D330-424B-B51B-374582B2D5FA}" srcId="{6B53D3E2-60B6-4EDF-9E56-3EB5AD6ADE7C}" destId="{F1F2E2BF-E649-4954-B148-2FBED60FDB2B}" srcOrd="1" destOrd="0" parTransId="{46564DC0-C6F5-4790-B1E2-185D698A482F}" sibTransId="{CDBA2077-07DC-4947-8E4D-51A0E634E51B}"/>
    <dgm:cxn modelId="{D6DDE222-7CD8-4742-86B5-3A47AFE0C87F}" type="presOf" srcId="{4DB359DE-F794-4D4D-A06B-86A804753344}" destId="{E67BD497-6BE3-4180-ABF4-CBD8EAED74A4}" srcOrd="0" destOrd="0" presId="urn:microsoft.com/office/officeart/2005/8/layout/vList5"/>
    <dgm:cxn modelId="{AB342A2C-CDEB-4FC0-90C4-4654CF404B71}" srcId="{E54E8BA4-4326-4101-9294-C82117FBDCEE}" destId="{D2983E1A-7AB8-4BAC-9844-28CFD05ACEBA}" srcOrd="1" destOrd="0" parTransId="{C6380867-1721-41A4-A084-17329D322B4A}" sibTransId="{B1F02E38-7515-4586-8643-E7FD0E8E479D}"/>
    <dgm:cxn modelId="{64BC7F31-0B3E-4D2F-8E4E-3F99C34B7672}" srcId="{4DB359DE-F794-4D4D-A06B-86A804753344}" destId="{713F8628-B709-468C-98A7-B21BC5C20A57}" srcOrd="1" destOrd="0" parTransId="{1AEBF04D-9CF2-4F3B-A0D0-2B74753D96E5}" sibTransId="{B1A2BC08-46A7-4983-81A8-361B9A1B5A1A}"/>
    <dgm:cxn modelId="{738A4E3D-61A4-467A-9726-F461B918CB49}" srcId="{4DB359DE-F794-4D4D-A06B-86A804753344}" destId="{2FEC2C13-99C2-490E-80ED-1D94BC5BF4BC}" srcOrd="0" destOrd="0" parTransId="{979C5545-C276-4C3E-9E75-55BE9854501B}" sibTransId="{82D48FD1-1AA0-4776-A74A-C0EA953ABD81}"/>
    <dgm:cxn modelId="{7C87C465-23D4-4442-8327-CA1A25AA1B12}" type="presOf" srcId="{713F8628-B709-468C-98A7-B21BC5C20A57}" destId="{F8FDF758-6774-4E18-ADDE-3388179FFD53}" srcOrd="0" destOrd="1" presId="urn:microsoft.com/office/officeart/2005/8/layout/vList5"/>
    <dgm:cxn modelId="{91B9E145-B937-4CC2-B77D-4DC02DFB498B}" type="presOf" srcId="{E54E8BA4-4326-4101-9294-C82117FBDCEE}" destId="{E482EF8F-FF53-43B1-921E-3620F077D919}" srcOrd="0" destOrd="0" presId="urn:microsoft.com/office/officeart/2005/8/layout/vList5"/>
    <dgm:cxn modelId="{44376C4B-B881-4381-93D7-7D0B9165FC6D}" srcId="{D2983E1A-7AB8-4BAC-9844-28CFD05ACEBA}" destId="{D598171F-9E3F-4D7F-9AE7-243037F29A05}" srcOrd="1" destOrd="0" parTransId="{E4770804-606C-4808-B31D-21FBC97EFAAE}" sibTransId="{B3FDF380-02E9-4B76-A7FA-F20EC52CE9F2}"/>
    <dgm:cxn modelId="{6B4C3678-B2A0-48F7-A359-C064D08376CB}" type="presOf" srcId="{F1F2E2BF-E649-4954-B148-2FBED60FDB2B}" destId="{30064D44-5759-40CD-A8A3-396C2BE109DB}" srcOrd="0" destOrd="1" presId="urn:microsoft.com/office/officeart/2005/8/layout/vList5"/>
    <dgm:cxn modelId="{98DE4278-035A-46F7-825A-4D8E8EADAD32}" type="presOf" srcId="{D2983E1A-7AB8-4BAC-9844-28CFD05ACEBA}" destId="{EF2C5FB4-6675-4FA7-B7EC-EF15EF96DD46}" srcOrd="0" destOrd="0" presId="urn:microsoft.com/office/officeart/2005/8/layout/vList5"/>
    <dgm:cxn modelId="{C73D3E59-455C-480E-971B-E4F16405F0C2}" type="presOf" srcId="{2FEC2C13-99C2-490E-80ED-1D94BC5BF4BC}" destId="{F8FDF758-6774-4E18-ADDE-3388179FFD53}" srcOrd="0" destOrd="0" presId="urn:microsoft.com/office/officeart/2005/8/layout/vList5"/>
    <dgm:cxn modelId="{0CA79C85-03C3-44F6-9E56-C452C422EA7B}" type="presOf" srcId="{CAAABC98-1250-4811-BAEA-813F8FA55D63}" destId="{30064D44-5759-40CD-A8A3-396C2BE109DB}" srcOrd="0" destOrd="0" presId="urn:microsoft.com/office/officeart/2005/8/layout/vList5"/>
    <dgm:cxn modelId="{23C90E9D-EEF7-4223-82A8-F09D91645F72}" srcId="{6B53D3E2-60B6-4EDF-9E56-3EB5AD6ADE7C}" destId="{CAAABC98-1250-4811-BAEA-813F8FA55D63}" srcOrd="0" destOrd="0" parTransId="{206509E2-9BF0-4CE6-B7CA-50B95A2161B8}" sibTransId="{23302DC5-12B3-4E73-B322-27EBC691EBC9}"/>
    <dgm:cxn modelId="{D84B0EB8-F25F-4C86-BEE4-75EFA3AEA465}" srcId="{E54E8BA4-4326-4101-9294-C82117FBDCEE}" destId="{6B53D3E2-60B6-4EDF-9E56-3EB5AD6ADE7C}" srcOrd="0" destOrd="0" parTransId="{9DAA5ABA-63F3-4F24-B551-99E57D637223}" sibTransId="{1DB62555-DD0D-4405-A9E0-310BC4781B37}"/>
    <dgm:cxn modelId="{0ED026E0-19F0-4415-926D-C442DF21A3A0}" srcId="{E54E8BA4-4326-4101-9294-C82117FBDCEE}" destId="{4DB359DE-F794-4D4D-A06B-86A804753344}" srcOrd="2" destOrd="0" parTransId="{566AAF11-5052-436B-AB58-968ACC7ED547}" sibTransId="{6550CE04-B946-43C6-8CA9-7AFC8B562211}"/>
    <dgm:cxn modelId="{5845BEB1-12F4-41FA-8D12-9FF69F073D54}" type="presParOf" srcId="{E482EF8F-FF53-43B1-921E-3620F077D919}" destId="{04E753E0-D069-4130-9730-D639DB73A34B}" srcOrd="0" destOrd="0" presId="urn:microsoft.com/office/officeart/2005/8/layout/vList5"/>
    <dgm:cxn modelId="{0B59EF0A-34E3-4BDE-BF8F-7BEA0E718746}" type="presParOf" srcId="{04E753E0-D069-4130-9730-D639DB73A34B}" destId="{B6CC06B3-DAE4-49F4-A81F-B5043DBBBF56}" srcOrd="0" destOrd="0" presId="urn:microsoft.com/office/officeart/2005/8/layout/vList5"/>
    <dgm:cxn modelId="{E9077738-2A5D-413B-9F01-BF02109D75AF}" type="presParOf" srcId="{04E753E0-D069-4130-9730-D639DB73A34B}" destId="{30064D44-5759-40CD-A8A3-396C2BE109DB}" srcOrd="1" destOrd="0" presId="urn:microsoft.com/office/officeart/2005/8/layout/vList5"/>
    <dgm:cxn modelId="{C2914D01-0E4D-48BC-92D9-CBDAE2657853}" type="presParOf" srcId="{E482EF8F-FF53-43B1-921E-3620F077D919}" destId="{988C830C-242D-45C9-82B5-CB23D1DD8EDD}" srcOrd="1" destOrd="0" presId="urn:microsoft.com/office/officeart/2005/8/layout/vList5"/>
    <dgm:cxn modelId="{14126D07-F466-4DC4-ABD5-0B56EDAD6272}" type="presParOf" srcId="{E482EF8F-FF53-43B1-921E-3620F077D919}" destId="{84D5E15A-B823-425E-86AC-B3C17C5D9E9D}" srcOrd="2" destOrd="0" presId="urn:microsoft.com/office/officeart/2005/8/layout/vList5"/>
    <dgm:cxn modelId="{9962BEB8-16DB-45AD-9F10-7DF2C1695F3D}" type="presParOf" srcId="{84D5E15A-B823-425E-86AC-B3C17C5D9E9D}" destId="{EF2C5FB4-6675-4FA7-B7EC-EF15EF96DD46}" srcOrd="0" destOrd="0" presId="urn:microsoft.com/office/officeart/2005/8/layout/vList5"/>
    <dgm:cxn modelId="{328458CF-E5D3-4D78-B8BB-8F13359BBBEE}" type="presParOf" srcId="{84D5E15A-B823-425E-86AC-B3C17C5D9E9D}" destId="{0E77E4CE-D124-458C-BE80-732A52A1D2EF}" srcOrd="1" destOrd="0" presId="urn:microsoft.com/office/officeart/2005/8/layout/vList5"/>
    <dgm:cxn modelId="{C5965B1F-9C71-4795-8E53-EBE010CD94F1}" type="presParOf" srcId="{E482EF8F-FF53-43B1-921E-3620F077D919}" destId="{86CA4E94-4EDE-49B3-81C0-775B705CA7C5}" srcOrd="3" destOrd="0" presId="urn:microsoft.com/office/officeart/2005/8/layout/vList5"/>
    <dgm:cxn modelId="{BEC45DEE-92C7-446C-87CD-432F8C7E2259}" type="presParOf" srcId="{E482EF8F-FF53-43B1-921E-3620F077D919}" destId="{2EEF9C56-6BF4-40CB-8E20-55555BEB3D5D}" srcOrd="4" destOrd="0" presId="urn:microsoft.com/office/officeart/2005/8/layout/vList5"/>
    <dgm:cxn modelId="{C484F46B-AE1C-4212-B073-8983DB1C81C0}" type="presParOf" srcId="{2EEF9C56-6BF4-40CB-8E20-55555BEB3D5D}" destId="{E67BD497-6BE3-4180-ABF4-CBD8EAED74A4}" srcOrd="0" destOrd="0" presId="urn:microsoft.com/office/officeart/2005/8/layout/vList5"/>
    <dgm:cxn modelId="{7D967165-A4F7-48F1-92E8-4CF00066E87A}" type="presParOf" srcId="{2EEF9C56-6BF4-40CB-8E20-55555BEB3D5D}" destId="{F8FDF758-6774-4E18-ADDE-3388179FFD5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57A43B-6701-4895-B360-0003833D185E}"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n-US"/>
        </a:p>
      </dgm:t>
    </dgm:pt>
    <dgm:pt modelId="{915096E1-4773-4826-8D5D-1C5DEBF12A0D}">
      <dgm:prSet phldrT="[Text]"/>
      <dgm:spPr/>
      <dgm:t>
        <a:bodyPr/>
        <a:lstStyle/>
        <a:p>
          <a:r>
            <a:rPr lang="en-US" b="1">
              <a:solidFill>
                <a:schemeClr val="bg1"/>
              </a:solidFill>
              <a:latin typeface="Montserrat" panose="00000500000000000000" pitchFamily="2" charset="0"/>
            </a:rPr>
            <a:t>1970</a:t>
          </a:r>
        </a:p>
      </dgm:t>
    </dgm:pt>
    <dgm:pt modelId="{967B90BE-EEA2-466B-A088-288AD0C42875}" type="parTrans" cxnId="{2B84C196-95F2-4AD4-B6DE-0ECF31F17EF8}">
      <dgm:prSet/>
      <dgm:spPr/>
      <dgm:t>
        <a:bodyPr/>
        <a:lstStyle/>
        <a:p>
          <a:endParaRPr lang="en-US"/>
        </a:p>
      </dgm:t>
    </dgm:pt>
    <dgm:pt modelId="{40BF4480-8D90-47FD-97F4-F8F9A52C4FCD}" type="sibTrans" cxnId="{2B84C196-95F2-4AD4-B6DE-0ECF31F17EF8}">
      <dgm:prSet/>
      <dgm:spPr/>
      <dgm:t>
        <a:bodyPr/>
        <a:lstStyle/>
        <a:p>
          <a:endParaRPr lang="en-US"/>
        </a:p>
      </dgm:t>
    </dgm:pt>
    <dgm:pt modelId="{0FE66525-69DA-4280-A40B-98117D638337}">
      <dgm:prSet phldrT="[Text]"/>
      <dgm:spPr/>
      <dgm:t>
        <a:bodyPr/>
        <a:lstStyle/>
        <a:p>
          <a:r>
            <a:rPr lang="en-US" b="1">
              <a:solidFill>
                <a:schemeClr val="bg1"/>
              </a:solidFill>
              <a:latin typeface="Montserrat" panose="00000500000000000000" pitchFamily="2" charset="0"/>
            </a:rPr>
            <a:t>1972</a:t>
          </a:r>
        </a:p>
      </dgm:t>
    </dgm:pt>
    <dgm:pt modelId="{0CB77131-8771-4E44-8CB4-13A9099AA64B}" type="parTrans" cxnId="{14ED71E1-7F14-4951-9EAC-81FA70DC9638}">
      <dgm:prSet/>
      <dgm:spPr/>
      <dgm:t>
        <a:bodyPr/>
        <a:lstStyle/>
        <a:p>
          <a:endParaRPr lang="en-US"/>
        </a:p>
      </dgm:t>
    </dgm:pt>
    <dgm:pt modelId="{6F249F6F-A2A7-465C-8126-7E296D9E1F61}" type="sibTrans" cxnId="{14ED71E1-7F14-4951-9EAC-81FA70DC9638}">
      <dgm:prSet/>
      <dgm:spPr/>
      <dgm:t>
        <a:bodyPr/>
        <a:lstStyle/>
        <a:p>
          <a:endParaRPr lang="en-US"/>
        </a:p>
      </dgm:t>
    </dgm:pt>
    <dgm:pt modelId="{A1FD6E04-CBDE-4C2C-8578-DAF189908CE7}">
      <dgm:prSet phldrT="[Text]"/>
      <dgm:spPr/>
      <dgm:t>
        <a:bodyPr/>
        <a:lstStyle/>
        <a:p>
          <a:r>
            <a:rPr lang="en-US" b="1">
              <a:solidFill>
                <a:schemeClr val="bg1"/>
              </a:solidFill>
              <a:latin typeface="Montserrat" panose="00000500000000000000" pitchFamily="2" charset="0"/>
            </a:rPr>
            <a:t>1973</a:t>
          </a:r>
        </a:p>
      </dgm:t>
    </dgm:pt>
    <dgm:pt modelId="{2411F52F-F52D-454A-A65A-E3B10794B96E}" type="parTrans" cxnId="{CEBA6FAE-62D9-4B99-9926-60DFC74D34AB}">
      <dgm:prSet/>
      <dgm:spPr/>
      <dgm:t>
        <a:bodyPr/>
        <a:lstStyle/>
        <a:p>
          <a:endParaRPr lang="en-US"/>
        </a:p>
      </dgm:t>
    </dgm:pt>
    <dgm:pt modelId="{518014EE-722B-409F-8CC2-B30089BC8743}" type="sibTrans" cxnId="{CEBA6FAE-62D9-4B99-9926-60DFC74D34AB}">
      <dgm:prSet/>
      <dgm:spPr/>
      <dgm:t>
        <a:bodyPr/>
        <a:lstStyle/>
        <a:p>
          <a:endParaRPr lang="en-US"/>
        </a:p>
      </dgm:t>
    </dgm:pt>
    <dgm:pt modelId="{01DB708D-CD87-4FCB-B6FC-DFDFC8F36304}" type="pres">
      <dgm:prSet presAssocID="{2C57A43B-6701-4895-B360-0003833D185E}" presName="Name0" presStyleCnt="0">
        <dgm:presLayoutVars>
          <dgm:chMax val="7"/>
          <dgm:chPref val="7"/>
          <dgm:dir/>
          <dgm:animLvl val="lvl"/>
        </dgm:presLayoutVars>
      </dgm:prSet>
      <dgm:spPr/>
    </dgm:pt>
    <dgm:pt modelId="{53466A2E-BEED-4E58-AEF7-4268BBA40E7E}" type="pres">
      <dgm:prSet presAssocID="{915096E1-4773-4826-8D5D-1C5DEBF12A0D}" presName="Accent1" presStyleCnt="0"/>
      <dgm:spPr/>
    </dgm:pt>
    <dgm:pt modelId="{8B4FDAAB-0636-4959-BEA9-139B0061BC0D}" type="pres">
      <dgm:prSet presAssocID="{915096E1-4773-4826-8D5D-1C5DEBF12A0D}" presName="Accent" presStyleLbl="node1" presStyleIdx="0" presStyleCnt="3"/>
      <dgm:spPr/>
    </dgm:pt>
    <dgm:pt modelId="{272A8100-3A94-4BD8-A724-F802046E4A41}" type="pres">
      <dgm:prSet presAssocID="{915096E1-4773-4826-8D5D-1C5DEBF12A0D}" presName="Parent1" presStyleLbl="revTx" presStyleIdx="0" presStyleCnt="3">
        <dgm:presLayoutVars>
          <dgm:chMax val="1"/>
          <dgm:chPref val="1"/>
          <dgm:bulletEnabled val="1"/>
        </dgm:presLayoutVars>
      </dgm:prSet>
      <dgm:spPr/>
    </dgm:pt>
    <dgm:pt modelId="{84FF0F18-4AD4-4142-924A-BD1F105D6CB2}" type="pres">
      <dgm:prSet presAssocID="{0FE66525-69DA-4280-A40B-98117D638337}" presName="Accent2" presStyleCnt="0"/>
      <dgm:spPr/>
    </dgm:pt>
    <dgm:pt modelId="{F545589E-D537-4CA2-A146-9863BC2E13AA}" type="pres">
      <dgm:prSet presAssocID="{0FE66525-69DA-4280-A40B-98117D638337}" presName="Accent" presStyleLbl="node1" presStyleIdx="1" presStyleCnt="3"/>
      <dgm:spPr/>
    </dgm:pt>
    <dgm:pt modelId="{B63CA93F-207D-4F8A-BA03-0009C566B36D}" type="pres">
      <dgm:prSet presAssocID="{0FE66525-69DA-4280-A40B-98117D638337}" presName="Parent2" presStyleLbl="revTx" presStyleIdx="1" presStyleCnt="3">
        <dgm:presLayoutVars>
          <dgm:chMax val="1"/>
          <dgm:chPref val="1"/>
          <dgm:bulletEnabled val="1"/>
        </dgm:presLayoutVars>
      </dgm:prSet>
      <dgm:spPr/>
    </dgm:pt>
    <dgm:pt modelId="{93AB0614-68BD-4BF3-B1BB-B45848D009AC}" type="pres">
      <dgm:prSet presAssocID="{A1FD6E04-CBDE-4C2C-8578-DAF189908CE7}" presName="Accent3" presStyleCnt="0"/>
      <dgm:spPr/>
    </dgm:pt>
    <dgm:pt modelId="{6673A1F2-8631-44D3-A8A9-1FBA1DA34E1F}" type="pres">
      <dgm:prSet presAssocID="{A1FD6E04-CBDE-4C2C-8578-DAF189908CE7}" presName="Accent" presStyleLbl="node1" presStyleIdx="2" presStyleCnt="3"/>
      <dgm:spPr/>
    </dgm:pt>
    <dgm:pt modelId="{C75023A7-0DB8-4E7C-B23E-00604128ABD5}" type="pres">
      <dgm:prSet presAssocID="{A1FD6E04-CBDE-4C2C-8578-DAF189908CE7}" presName="Parent3" presStyleLbl="revTx" presStyleIdx="2" presStyleCnt="3">
        <dgm:presLayoutVars>
          <dgm:chMax val="1"/>
          <dgm:chPref val="1"/>
          <dgm:bulletEnabled val="1"/>
        </dgm:presLayoutVars>
      </dgm:prSet>
      <dgm:spPr/>
    </dgm:pt>
  </dgm:ptLst>
  <dgm:cxnLst>
    <dgm:cxn modelId="{91B89B35-137A-4C2F-9DDD-707185EE3D9C}" type="presOf" srcId="{0FE66525-69DA-4280-A40B-98117D638337}" destId="{B63CA93F-207D-4F8A-BA03-0009C566B36D}" srcOrd="0" destOrd="0" presId="urn:microsoft.com/office/officeart/2009/layout/CircleArrowProcess"/>
    <dgm:cxn modelId="{463ADF3F-5EAB-425C-82AB-28147003748F}" type="presOf" srcId="{A1FD6E04-CBDE-4C2C-8578-DAF189908CE7}" destId="{C75023A7-0DB8-4E7C-B23E-00604128ABD5}" srcOrd="0" destOrd="0" presId="urn:microsoft.com/office/officeart/2009/layout/CircleArrowProcess"/>
    <dgm:cxn modelId="{4A118A5E-16BE-4DB8-8386-B04122926713}" type="presOf" srcId="{2C57A43B-6701-4895-B360-0003833D185E}" destId="{01DB708D-CD87-4FCB-B6FC-DFDFC8F36304}" srcOrd="0" destOrd="0" presId="urn:microsoft.com/office/officeart/2009/layout/CircleArrowProcess"/>
    <dgm:cxn modelId="{2B84C196-95F2-4AD4-B6DE-0ECF31F17EF8}" srcId="{2C57A43B-6701-4895-B360-0003833D185E}" destId="{915096E1-4773-4826-8D5D-1C5DEBF12A0D}" srcOrd="0" destOrd="0" parTransId="{967B90BE-EEA2-466B-A088-288AD0C42875}" sibTransId="{40BF4480-8D90-47FD-97F4-F8F9A52C4FCD}"/>
    <dgm:cxn modelId="{B96A48A2-2CEB-4A46-9A72-DD4F1BEBF47A}" type="presOf" srcId="{915096E1-4773-4826-8D5D-1C5DEBF12A0D}" destId="{272A8100-3A94-4BD8-A724-F802046E4A41}" srcOrd="0" destOrd="0" presId="urn:microsoft.com/office/officeart/2009/layout/CircleArrowProcess"/>
    <dgm:cxn modelId="{CEBA6FAE-62D9-4B99-9926-60DFC74D34AB}" srcId="{2C57A43B-6701-4895-B360-0003833D185E}" destId="{A1FD6E04-CBDE-4C2C-8578-DAF189908CE7}" srcOrd="2" destOrd="0" parTransId="{2411F52F-F52D-454A-A65A-E3B10794B96E}" sibTransId="{518014EE-722B-409F-8CC2-B30089BC8743}"/>
    <dgm:cxn modelId="{14ED71E1-7F14-4951-9EAC-81FA70DC9638}" srcId="{2C57A43B-6701-4895-B360-0003833D185E}" destId="{0FE66525-69DA-4280-A40B-98117D638337}" srcOrd="1" destOrd="0" parTransId="{0CB77131-8771-4E44-8CB4-13A9099AA64B}" sibTransId="{6F249F6F-A2A7-465C-8126-7E296D9E1F61}"/>
    <dgm:cxn modelId="{31F42FCC-4BAA-4AFC-8727-AA5F123BD8AF}" type="presParOf" srcId="{01DB708D-CD87-4FCB-B6FC-DFDFC8F36304}" destId="{53466A2E-BEED-4E58-AEF7-4268BBA40E7E}" srcOrd="0" destOrd="0" presId="urn:microsoft.com/office/officeart/2009/layout/CircleArrowProcess"/>
    <dgm:cxn modelId="{3A358624-B3B6-45A2-833C-BAD9F0E81602}" type="presParOf" srcId="{53466A2E-BEED-4E58-AEF7-4268BBA40E7E}" destId="{8B4FDAAB-0636-4959-BEA9-139B0061BC0D}" srcOrd="0" destOrd="0" presId="urn:microsoft.com/office/officeart/2009/layout/CircleArrowProcess"/>
    <dgm:cxn modelId="{FC2CD81E-3861-4DDB-9446-ADE345A79CAA}" type="presParOf" srcId="{01DB708D-CD87-4FCB-B6FC-DFDFC8F36304}" destId="{272A8100-3A94-4BD8-A724-F802046E4A41}" srcOrd="1" destOrd="0" presId="urn:microsoft.com/office/officeart/2009/layout/CircleArrowProcess"/>
    <dgm:cxn modelId="{311C8010-426D-4865-A7C4-4AB3D6EA7E6F}" type="presParOf" srcId="{01DB708D-CD87-4FCB-B6FC-DFDFC8F36304}" destId="{84FF0F18-4AD4-4142-924A-BD1F105D6CB2}" srcOrd="2" destOrd="0" presId="urn:microsoft.com/office/officeart/2009/layout/CircleArrowProcess"/>
    <dgm:cxn modelId="{ED2AC2B5-E5A7-4815-B585-7146706B0659}" type="presParOf" srcId="{84FF0F18-4AD4-4142-924A-BD1F105D6CB2}" destId="{F545589E-D537-4CA2-A146-9863BC2E13AA}" srcOrd="0" destOrd="0" presId="urn:microsoft.com/office/officeart/2009/layout/CircleArrowProcess"/>
    <dgm:cxn modelId="{5315A39C-9672-43D1-9D47-AA38F94ADE81}" type="presParOf" srcId="{01DB708D-CD87-4FCB-B6FC-DFDFC8F36304}" destId="{B63CA93F-207D-4F8A-BA03-0009C566B36D}" srcOrd="3" destOrd="0" presId="urn:microsoft.com/office/officeart/2009/layout/CircleArrowProcess"/>
    <dgm:cxn modelId="{18011AF4-09B3-42F1-A4FD-CBAA070C6008}" type="presParOf" srcId="{01DB708D-CD87-4FCB-B6FC-DFDFC8F36304}" destId="{93AB0614-68BD-4BF3-B1BB-B45848D009AC}" srcOrd="4" destOrd="0" presId="urn:microsoft.com/office/officeart/2009/layout/CircleArrowProcess"/>
    <dgm:cxn modelId="{2FB54E59-FA72-43C8-A136-4A54C968199B}" type="presParOf" srcId="{93AB0614-68BD-4BF3-B1BB-B45848D009AC}" destId="{6673A1F2-8631-44D3-A8A9-1FBA1DA34E1F}" srcOrd="0" destOrd="0" presId="urn:microsoft.com/office/officeart/2009/layout/CircleArrowProcess"/>
    <dgm:cxn modelId="{C001E216-FF1E-4FA4-9221-CA8C2E1864C6}" type="presParOf" srcId="{01DB708D-CD87-4FCB-B6FC-DFDFC8F36304}" destId="{C75023A7-0DB8-4E7C-B23E-00604128ABD5}"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228AB6-4802-484C-908C-8B7CE1D1911E}" type="doc">
      <dgm:prSet loTypeId="urn:microsoft.com/office/officeart/2005/8/layout/vProcess5" loCatId="process" qsTypeId="urn:microsoft.com/office/officeart/2005/8/quickstyle/3d3" qsCatId="3D" csTypeId="urn:microsoft.com/office/officeart/2005/8/colors/colorful1" csCatId="colorful" phldr="1"/>
      <dgm:spPr/>
      <dgm:t>
        <a:bodyPr/>
        <a:lstStyle/>
        <a:p>
          <a:endParaRPr lang="en-US"/>
        </a:p>
      </dgm:t>
    </dgm:pt>
    <dgm:pt modelId="{EB226326-0428-4358-8FF9-155AF7399766}">
      <dgm:prSet phldrT="[Text]"/>
      <dgm:spPr/>
      <dgm:t>
        <a:bodyPr/>
        <a:lstStyle/>
        <a:p>
          <a:pPr>
            <a:buNone/>
          </a:pPr>
          <a:r>
            <a:rPr lang="en-US" b="1">
              <a:solidFill>
                <a:schemeClr val="tx1"/>
              </a:solidFill>
            </a:rPr>
            <a:t>2006</a:t>
          </a:r>
        </a:p>
      </dgm:t>
    </dgm:pt>
    <dgm:pt modelId="{EC8A71BC-0CE6-480B-9095-264D0E4419A6}" type="parTrans" cxnId="{CF9B4ABE-A581-4835-AFFF-DE424BED95ED}">
      <dgm:prSet/>
      <dgm:spPr/>
      <dgm:t>
        <a:bodyPr/>
        <a:lstStyle/>
        <a:p>
          <a:endParaRPr lang="en-US"/>
        </a:p>
      </dgm:t>
    </dgm:pt>
    <dgm:pt modelId="{038FE42D-28CE-492A-9FF8-F7D4D09B7CFE}" type="sibTrans" cxnId="{CF9B4ABE-A581-4835-AFFF-DE424BED95ED}">
      <dgm:prSet/>
      <dgm:spPr/>
      <dgm:t>
        <a:bodyPr/>
        <a:lstStyle/>
        <a:p>
          <a:endParaRPr lang="en-US"/>
        </a:p>
      </dgm:t>
    </dgm:pt>
    <dgm:pt modelId="{7CCEF6BD-AB78-4C5C-82AF-C59B4AAA9192}">
      <dgm:prSet phldrT="[Text]"/>
      <dgm:spPr/>
      <dgm:t>
        <a:bodyPr/>
        <a:lstStyle/>
        <a:p>
          <a:r>
            <a:rPr lang="en-US" b="1" i="0">
              <a:solidFill>
                <a:schemeClr val="bg1"/>
              </a:solidFill>
            </a:rPr>
            <a:t>Geoffrey Hinton</a:t>
          </a:r>
        </a:p>
      </dgm:t>
    </dgm:pt>
    <dgm:pt modelId="{A36E97A1-8038-4096-B4E7-10A3F1D79A00}" type="parTrans" cxnId="{02D5A9FE-AB12-4D34-B0D8-47E2F3578AE6}">
      <dgm:prSet/>
      <dgm:spPr/>
      <dgm:t>
        <a:bodyPr/>
        <a:lstStyle/>
        <a:p>
          <a:endParaRPr lang="en-US"/>
        </a:p>
      </dgm:t>
    </dgm:pt>
    <dgm:pt modelId="{74A3687D-8204-4745-B99C-BD84FF5DF9EA}" type="sibTrans" cxnId="{02D5A9FE-AB12-4D34-B0D8-47E2F3578AE6}">
      <dgm:prSet/>
      <dgm:spPr/>
      <dgm:t>
        <a:bodyPr/>
        <a:lstStyle/>
        <a:p>
          <a:endParaRPr lang="en-US"/>
        </a:p>
      </dgm:t>
    </dgm:pt>
    <dgm:pt modelId="{B5ED6701-A4DA-431A-AC42-17C7F4B8CA44}">
      <dgm:prSet phldrT="[Text]"/>
      <dgm:spPr/>
      <dgm:t>
        <a:bodyPr/>
        <a:lstStyle/>
        <a:p>
          <a:pPr>
            <a:buNone/>
          </a:pPr>
          <a:r>
            <a:rPr lang="en-US" b="1">
              <a:solidFill>
                <a:schemeClr val="tx1"/>
              </a:solidFill>
            </a:rPr>
            <a:t>2008</a:t>
          </a:r>
        </a:p>
      </dgm:t>
    </dgm:pt>
    <dgm:pt modelId="{37C63F49-0192-4282-AE84-E8914D7826BC}" type="parTrans" cxnId="{E681FF5C-67F6-41A0-9B37-6225E4BF1CB2}">
      <dgm:prSet/>
      <dgm:spPr/>
      <dgm:t>
        <a:bodyPr/>
        <a:lstStyle/>
        <a:p>
          <a:endParaRPr lang="en-US"/>
        </a:p>
      </dgm:t>
    </dgm:pt>
    <dgm:pt modelId="{7C62F749-576B-4439-9D21-768F212411C3}" type="sibTrans" cxnId="{E681FF5C-67F6-41A0-9B37-6225E4BF1CB2}">
      <dgm:prSet/>
      <dgm:spPr/>
      <dgm:t>
        <a:bodyPr/>
        <a:lstStyle/>
        <a:p>
          <a:endParaRPr lang="en-US"/>
        </a:p>
      </dgm:t>
    </dgm:pt>
    <dgm:pt modelId="{13E94588-F581-454A-95EB-2A9079A0D725}">
      <dgm:prSet phldrT="[Text]"/>
      <dgm:spPr/>
      <dgm:t>
        <a:bodyPr/>
        <a:lstStyle/>
        <a:p>
          <a:r>
            <a:rPr lang="en-US" b="1">
              <a:solidFill>
                <a:schemeClr val="bg1"/>
              </a:solidFill>
            </a:rPr>
            <a:t>Google</a:t>
          </a:r>
        </a:p>
      </dgm:t>
    </dgm:pt>
    <dgm:pt modelId="{B9ECC466-81BE-4290-AFA3-F8CC5CC340C0}" type="parTrans" cxnId="{12A8B5D2-6B63-47C4-9BD2-826F89FBC6CE}">
      <dgm:prSet/>
      <dgm:spPr/>
      <dgm:t>
        <a:bodyPr/>
        <a:lstStyle/>
        <a:p>
          <a:endParaRPr lang="en-US"/>
        </a:p>
      </dgm:t>
    </dgm:pt>
    <dgm:pt modelId="{BD1EC051-944C-4A78-B0A6-66FB7A317AD2}" type="sibTrans" cxnId="{12A8B5D2-6B63-47C4-9BD2-826F89FBC6CE}">
      <dgm:prSet/>
      <dgm:spPr/>
      <dgm:t>
        <a:bodyPr/>
        <a:lstStyle/>
        <a:p>
          <a:endParaRPr lang="en-US"/>
        </a:p>
      </dgm:t>
    </dgm:pt>
    <dgm:pt modelId="{C5E19F9C-65A7-47F3-946B-819D361310F5}">
      <dgm:prSet phldrT="[Text]"/>
      <dgm:spPr/>
      <dgm:t>
        <a:bodyPr/>
        <a:lstStyle/>
        <a:p>
          <a:pPr>
            <a:buNone/>
          </a:pPr>
          <a:r>
            <a:rPr lang="en-US" b="1">
              <a:solidFill>
                <a:schemeClr val="tx1"/>
              </a:solidFill>
            </a:rPr>
            <a:t>2009</a:t>
          </a:r>
        </a:p>
      </dgm:t>
    </dgm:pt>
    <dgm:pt modelId="{FEB5682D-4248-46EF-B4C9-D99F95E2A4D1}" type="parTrans" cxnId="{0EB8C694-3F94-4A19-96FB-F0BF3F5DB648}">
      <dgm:prSet/>
      <dgm:spPr/>
      <dgm:t>
        <a:bodyPr/>
        <a:lstStyle/>
        <a:p>
          <a:endParaRPr lang="en-US"/>
        </a:p>
      </dgm:t>
    </dgm:pt>
    <dgm:pt modelId="{EC0DC53A-4C10-4254-87A4-0DD762BB0D83}" type="sibTrans" cxnId="{0EB8C694-3F94-4A19-96FB-F0BF3F5DB648}">
      <dgm:prSet/>
      <dgm:spPr/>
      <dgm:t>
        <a:bodyPr/>
        <a:lstStyle/>
        <a:p>
          <a:endParaRPr lang="en-US"/>
        </a:p>
      </dgm:t>
    </dgm:pt>
    <dgm:pt modelId="{256B252E-42E8-4F59-97E3-0F7FBEC566AA}">
      <dgm:prSet phldrT="[Text]"/>
      <dgm:spPr/>
      <dgm:t>
        <a:bodyPr/>
        <a:lstStyle/>
        <a:p>
          <a:r>
            <a:rPr lang="en-US" b="1">
              <a:solidFill>
                <a:schemeClr val="bg1"/>
              </a:solidFill>
            </a:rPr>
            <a:t>IBM</a:t>
          </a:r>
        </a:p>
      </dgm:t>
    </dgm:pt>
    <dgm:pt modelId="{B056AF88-E135-42DC-BD05-FD72F6CAE2E2}" type="parTrans" cxnId="{73A63521-675E-4F5E-9FDF-ED56DBD48359}">
      <dgm:prSet/>
      <dgm:spPr/>
      <dgm:t>
        <a:bodyPr/>
        <a:lstStyle/>
        <a:p>
          <a:endParaRPr lang="en-US"/>
        </a:p>
      </dgm:t>
    </dgm:pt>
    <dgm:pt modelId="{68C8346A-F8B8-4EB1-A0DB-850A7B3F8834}" type="sibTrans" cxnId="{73A63521-675E-4F5E-9FDF-ED56DBD48359}">
      <dgm:prSet/>
      <dgm:spPr/>
      <dgm:t>
        <a:bodyPr/>
        <a:lstStyle/>
        <a:p>
          <a:endParaRPr lang="en-US"/>
        </a:p>
      </dgm:t>
    </dgm:pt>
    <dgm:pt modelId="{1742675B-F88B-465A-A9AB-AE5CF7658E86}">
      <dgm:prSet phldrT="[Text]"/>
      <dgm:spPr/>
      <dgm:t>
        <a:bodyPr/>
        <a:lstStyle/>
        <a:p>
          <a:pPr>
            <a:buFontTx/>
            <a:buNone/>
          </a:pPr>
          <a:r>
            <a:rPr lang="en-US" b="0" i="1">
              <a:solidFill>
                <a:schemeClr val="bg1"/>
              </a:solidFill>
            </a:rPr>
            <a:t>Deep Learning</a:t>
          </a:r>
        </a:p>
      </dgm:t>
    </dgm:pt>
    <dgm:pt modelId="{46C408E9-35B1-4839-B82C-8B4D61401258}" type="parTrans" cxnId="{295D07DC-20BD-440B-94A1-9A772FC30499}">
      <dgm:prSet/>
      <dgm:spPr/>
      <dgm:t>
        <a:bodyPr/>
        <a:lstStyle/>
        <a:p>
          <a:endParaRPr lang="en-US"/>
        </a:p>
      </dgm:t>
    </dgm:pt>
    <dgm:pt modelId="{4D4124E3-BA4A-46E1-9D4A-83045E0DD441}" type="sibTrans" cxnId="{295D07DC-20BD-440B-94A1-9A772FC30499}">
      <dgm:prSet/>
      <dgm:spPr/>
      <dgm:t>
        <a:bodyPr/>
        <a:lstStyle/>
        <a:p>
          <a:endParaRPr lang="en-US"/>
        </a:p>
      </dgm:t>
    </dgm:pt>
    <dgm:pt modelId="{C9F74889-DB80-4885-B8D8-3EADE0314457}">
      <dgm:prSet phldrT="[Text]"/>
      <dgm:spPr/>
      <dgm:t>
        <a:bodyPr/>
        <a:lstStyle/>
        <a:p>
          <a:pPr>
            <a:buFontTx/>
            <a:buNone/>
          </a:pPr>
          <a:r>
            <a:rPr lang="en-US" b="0" i="1">
              <a:solidFill>
                <a:schemeClr val="bg1"/>
              </a:solidFill>
            </a:rPr>
            <a:t>Voice Search</a:t>
          </a:r>
        </a:p>
      </dgm:t>
    </dgm:pt>
    <dgm:pt modelId="{BCB5129B-1D99-48C6-9E0A-27A5F1D78576}" type="parTrans" cxnId="{1F624D2F-FC8E-4896-A97E-30C88F02AA58}">
      <dgm:prSet/>
      <dgm:spPr/>
      <dgm:t>
        <a:bodyPr/>
        <a:lstStyle/>
        <a:p>
          <a:endParaRPr lang="en-US"/>
        </a:p>
      </dgm:t>
    </dgm:pt>
    <dgm:pt modelId="{112B65B7-93D4-4120-822B-22F9DF3B6601}" type="sibTrans" cxnId="{1F624D2F-FC8E-4896-A97E-30C88F02AA58}">
      <dgm:prSet/>
      <dgm:spPr/>
      <dgm:t>
        <a:bodyPr/>
        <a:lstStyle/>
        <a:p>
          <a:endParaRPr lang="en-US"/>
        </a:p>
      </dgm:t>
    </dgm:pt>
    <dgm:pt modelId="{D630B198-6875-4F83-8964-2A8BC498E1CD}">
      <dgm:prSet phldrT="[Text]"/>
      <dgm:spPr/>
      <dgm:t>
        <a:bodyPr/>
        <a:lstStyle/>
        <a:p>
          <a:pPr>
            <a:buNone/>
          </a:pPr>
          <a:r>
            <a:rPr lang="en-US" b="0" i="1">
              <a:solidFill>
                <a:schemeClr val="bg1"/>
              </a:solidFill>
            </a:rPr>
            <a:t>Watson</a:t>
          </a:r>
        </a:p>
      </dgm:t>
    </dgm:pt>
    <dgm:pt modelId="{04A10DF9-356B-42B6-AA29-1D55110B281D}" type="parTrans" cxnId="{D1E8CEE5-0FDD-44DE-8886-A02623AF0490}">
      <dgm:prSet/>
      <dgm:spPr/>
      <dgm:t>
        <a:bodyPr/>
        <a:lstStyle/>
        <a:p>
          <a:endParaRPr lang="en-US"/>
        </a:p>
      </dgm:t>
    </dgm:pt>
    <dgm:pt modelId="{76B82C70-F22B-4E2A-B1A0-61E6BBD14B08}" type="sibTrans" cxnId="{D1E8CEE5-0FDD-44DE-8886-A02623AF0490}">
      <dgm:prSet/>
      <dgm:spPr/>
      <dgm:t>
        <a:bodyPr/>
        <a:lstStyle/>
        <a:p>
          <a:endParaRPr lang="en-US"/>
        </a:p>
      </dgm:t>
    </dgm:pt>
    <dgm:pt modelId="{608D516F-DEA2-4F55-99D7-40FEAF14D8B8}" type="pres">
      <dgm:prSet presAssocID="{C2228AB6-4802-484C-908C-8B7CE1D1911E}" presName="outerComposite" presStyleCnt="0">
        <dgm:presLayoutVars>
          <dgm:chMax val="5"/>
          <dgm:dir/>
          <dgm:resizeHandles val="exact"/>
        </dgm:presLayoutVars>
      </dgm:prSet>
      <dgm:spPr/>
    </dgm:pt>
    <dgm:pt modelId="{B841041E-E10F-4A70-92A3-FEFE5276C198}" type="pres">
      <dgm:prSet presAssocID="{C2228AB6-4802-484C-908C-8B7CE1D1911E}" presName="dummyMaxCanvas" presStyleCnt="0">
        <dgm:presLayoutVars/>
      </dgm:prSet>
      <dgm:spPr/>
    </dgm:pt>
    <dgm:pt modelId="{5D818409-4E4C-4649-8EBA-52030FB8BA0A}" type="pres">
      <dgm:prSet presAssocID="{C2228AB6-4802-484C-908C-8B7CE1D1911E}" presName="ThreeNodes_1" presStyleLbl="node1" presStyleIdx="0" presStyleCnt="3" custLinFactNeighborX="-27935" custLinFactNeighborY="-1833">
        <dgm:presLayoutVars>
          <dgm:bulletEnabled val="1"/>
        </dgm:presLayoutVars>
      </dgm:prSet>
      <dgm:spPr/>
    </dgm:pt>
    <dgm:pt modelId="{C9B8AEE9-74BB-4104-830E-3136BD1DAA60}" type="pres">
      <dgm:prSet presAssocID="{C2228AB6-4802-484C-908C-8B7CE1D1911E}" presName="ThreeNodes_2" presStyleLbl="node1" presStyleIdx="1" presStyleCnt="3">
        <dgm:presLayoutVars>
          <dgm:bulletEnabled val="1"/>
        </dgm:presLayoutVars>
      </dgm:prSet>
      <dgm:spPr/>
    </dgm:pt>
    <dgm:pt modelId="{20CF3202-850D-45FF-9C4C-2988912EECEC}" type="pres">
      <dgm:prSet presAssocID="{C2228AB6-4802-484C-908C-8B7CE1D1911E}" presName="ThreeNodes_3" presStyleLbl="node1" presStyleIdx="2" presStyleCnt="3" custLinFactNeighborX="132" custLinFactNeighborY="4470">
        <dgm:presLayoutVars>
          <dgm:bulletEnabled val="1"/>
        </dgm:presLayoutVars>
      </dgm:prSet>
      <dgm:spPr/>
    </dgm:pt>
    <dgm:pt modelId="{02ABE945-EDBD-4C6C-999B-5B01D721175F}" type="pres">
      <dgm:prSet presAssocID="{C2228AB6-4802-484C-908C-8B7CE1D1911E}" presName="ThreeConn_1-2" presStyleLbl="fgAccFollowNode1" presStyleIdx="0" presStyleCnt="2">
        <dgm:presLayoutVars>
          <dgm:bulletEnabled val="1"/>
        </dgm:presLayoutVars>
      </dgm:prSet>
      <dgm:spPr/>
    </dgm:pt>
    <dgm:pt modelId="{DF10F3A7-3439-4FAD-900B-A2786C3B865C}" type="pres">
      <dgm:prSet presAssocID="{C2228AB6-4802-484C-908C-8B7CE1D1911E}" presName="ThreeConn_2-3" presStyleLbl="fgAccFollowNode1" presStyleIdx="1" presStyleCnt="2">
        <dgm:presLayoutVars>
          <dgm:bulletEnabled val="1"/>
        </dgm:presLayoutVars>
      </dgm:prSet>
      <dgm:spPr/>
    </dgm:pt>
    <dgm:pt modelId="{98660C9D-57F2-406E-A916-8BCDE87429F8}" type="pres">
      <dgm:prSet presAssocID="{C2228AB6-4802-484C-908C-8B7CE1D1911E}" presName="ThreeNodes_1_text" presStyleLbl="node1" presStyleIdx="2" presStyleCnt="3">
        <dgm:presLayoutVars>
          <dgm:bulletEnabled val="1"/>
        </dgm:presLayoutVars>
      </dgm:prSet>
      <dgm:spPr/>
    </dgm:pt>
    <dgm:pt modelId="{0102D4C7-C3C1-4196-BF97-DD6377748906}" type="pres">
      <dgm:prSet presAssocID="{C2228AB6-4802-484C-908C-8B7CE1D1911E}" presName="ThreeNodes_2_text" presStyleLbl="node1" presStyleIdx="2" presStyleCnt="3">
        <dgm:presLayoutVars>
          <dgm:bulletEnabled val="1"/>
        </dgm:presLayoutVars>
      </dgm:prSet>
      <dgm:spPr/>
    </dgm:pt>
    <dgm:pt modelId="{B34C70E9-33F7-4657-91E2-54F8BCD6B662}" type="pres">
      <dgm:prSet presAssocID="{C2228AB6-4802-484C-908C-8B7CE1D1911E}" presName="ThreeNodes_3_text" presStyleLbl="node1" presStyleIdx="2" presStyleCnt="3">
        <dgm:presLayoutVars>
          <dgm:bulletEnabled val="1"/>
        </dgm:presLayoutVars>
      </dgm:prSet>
      <dgm:spPr/>
    </dgm:pt>
  </dgm:ptLst>
  <dgm:cxnLst>
    <dgm:cxn modelId="{AD834A1B-6C55-42B3-9180-3FE5866F8B12}" type="presOf" srcId="{C9F74889-DB80-4885-B8D8-3EADE0314457}" destId="{C9B8AEE9-74BB-4104-830E-3136BD1DAA60}" srcOrd="0" destOrd="2" presId="urn:microsoft.com/office/officeart/2005/8/layout/vProcess5"/>
    <dgm:cxn modelId="{5B2B8E1D-9577-4DE2-9192-0D9361E3F56A}" type="presOf" srcId="{256B252E-42E8-4F59-97E3-0F7FBEC566AA}" destId="{B34C70E9-33F7-4657-91E2-54F8BCD6B662}" srcOrd="1" destOrd="1" presId="urn:microsoft.com/office/officeart/2005/8/layout/vProcess5"/>
    <dgm:cxn modelId="{73A63521-675E-4F5E-9FDF-ED56DBD48359}" srcId="{C5E19F9C-65A7-47F3-946B-819D361310F5}" destId="{256B252E-42E8-4F59-97E3-0F7FBEC566AA}" srcOrd="0" destOrd="0" parTransId="{B056AF88-E135-42DC-BD05-FD72F6CAE2E2}" sibTransId="{68C8346A-F8B8-4EB1-A0DB-850A7B3F8834}"/>
    <dgm:cxn modelId="{98DC4126-66CA-4643-ADDE-0E1B5E390828}" type="presOf" srcId="{C9F74889-DB80-4885-B8D8-3EADE0314457}" destId="{0102D4C7-C3C1-4196-BF97-DD6377748906}" srcOrd="1" destOrd="2" presId="urn:microsoft.com/office/officeart/2005/8/layout/vProcess5"/>
    <dgm:cxn modelId="{7BE5832A-749E-4652-A7FB-E70111EAAA0A}" type="presOf" srcId="{7C62F749-576B-4439-9D21-768F212411C3}" destId="{DF10F3A7-3439-4FAD-900B-A2786C3B865C}" srcOrd="0" destOrd="0" presId="urn:microsoft.com/office/officeart/2005/8/layout/vProcess5"/>
    <dgm:cxn modelId="{1F624D2F-FC8E-4896-A97E-30C88F02AA58}" srcId="{13E94588-F581-454A-95EB-2A9079A0D725}" destId="{C9F74889-DB80-4885-B8D8-3EADE0314457}" srcOrd="0" destOrd="0" parTransId="{BCB5129B-1D99-48C6-9E0A-27A5F1D78576}" sibTransId="{112B65B7-93D4-4120-822B-22F9DF3B6601}"/>
    <dgm:cxn modelId="{E681FF5C-67F6-41A0-9B37-6225E4BF1CB2}" srcId="{C2228AB6-4802-484C-908C-8B7CE1D1911E}" destId="{B5ED6701-A4DA-431A-AC42-17C7F4B8CA44}" srcOrd="1" destOrd="0" parTransId="{37C63F49-0192-4282-AE84-E8914D7826BC}" sibTransId="{7C62F749-576B-4439-9D21-768F212411C3}"/>
    <dgm:cxn modelId="{1EFFB144-8584-441C-B08B-B0E72A36610D}" type="presOf" srcId="{1742675B-F88B-465A-A9AB-AE5CF7658E86}" destId="{5D818409-4E4C-4649-8EBA-52030FB8BA0A}" srcOrd="0" destOrd="2" presId="urn:microsoft.com/office/officeart/2005/8/layout/vProcess5"/>
    <dgm:cxn modelId="{8771E847-4546-40F3-93EC-31F8AA98260E}" type="presOf" srcId="{7CCEF6BD-AB78-4C5C-82AF-C59B4AAA9192}" destId="{98660C9D-57F2-406E-A916-8BCDE87429F8}" srcOrd="1" destOrd="1" presId="urn:microsoft.com/office/officeart/2005/8/layout/vProcess5"/>
    <dgm:cxn modelId="{B212376E-905C-4370-8526-A44AC366D7AB}" type="presOf" srcId="{7CCEF6BD-AB78-4C5C-82AF-C59B4AAA9192}" destId="{5D818409-4E4C-4649-8EBA-52030FB8BA0A}" srcOrd="0" destOrd="1" presId="urn:microsoft.com/office/officeart/2005/8/layout/vProcess5"/>
    <dgm:cxn modelId="{D2306476-8C6C-426E-833C-2E91591282E2}" type="presOf" srcId="{C5E19F9C-65A7-47F3-946B-819D361310F5}" destId="{B34C70E9-33F7-4657-91E2-54F8BCD6B662}" srcOrd="1" destOrd="0" presId="urn:microsoft.com/office/officeart/2005/8/layout/vProcess5"/>
    <dgm:cxn modelId="{C676DA7B-C812-4FFC-A8C6-EE176F0E7870}" type="presOf" srcId="{C5E19F9C-65A7-47F3-946B-819D361310F5}" destId="{20CF3202-850D-45FF-9C4C-2988912EECEC}" srcOrd="0" destOrd="0" presId="urn:microsoft.com/office/officeart/2005/8/layout/vProcess5"/>
    <dgm:cxn modelId="{F30A6880-8C49-4758-8D7A-955D321B8537}" type="presOf" srcId="{B5ED6701-A4DA-431A-AC42-17C7F4B8CA44}" destId="{0102D4C7-C3C1-4196-BF97-DD6377748906}" srcOrd="1" destOrd="0" presId="urn:microsoft.com/office/officeart/2005/8/layout/vProcess5"/>
    <dgm:cxn modelId="{D8986088-BB4D-4036-9C33-92717A7EE954}" type="presOf" srcId="{13E94588-F581-454A-95EB-2A9079A0D725}" destId="{C9B8AEE9-74BB-4104-830E-3136BD1DAA60}" srcOrd="0" destOrd="1" presId="urn:microsoft.com/office/officeart/2005/8/layout/vProcess5"/>
    <dgm:cxn modelId="{843AC091-7CFD-4F46-96C7-B363191662B8}" type="presOf" srcId="{EB226326-0428-4358-8FF9-155AF7399766}" destId="{5D818409-4E4C-4649-8EBA-52030FB8BA0A}" srcOrd="0" destOrd="0" presId="urn:microsoft.com/office/officeart/2005/8/layout/vProcess5"/>
    <dgm:cxn modelId="{79689794-07E7-45E3-9FFB-8EF268E09749}" type="presOf" srcId="{D630B198-6875-4F83-8964-2A8BC498E1CD}" destId="{20CF3202-850D-45FF-9C4C-2988912EECEC}" srcOrd="0" destOrd="2" presId="urn:microsoft.com/office/officeart/2005/8/layout/vProcess5"/>
    <dgm:cxn modelId="{0EB8C694-3F94-4A19-96FB-F0BF3F5DB648}" srcId="{C2228AB6-4802-484C-908C-8B7CE1D1911E}" destId="{C5E19F9C-65A7-47F3-946B-819D361310F5}" srcOrd="2" destOrd="0" parTransId="{FEB5682D-4248-46EF-B4C9-D99F95E2A4D1}" sibTransId="{EC0DC53A-4C10-4254-87A4-0DD762BB0D83}"/>
    <dgm:cxn modelId="{6A15B7A0-9805-4884-8F9E-686F5BC196A4}" type="presOf" srcId="{13E94588-F581-454A-95EB-2A9079A0D725}" destId="{0102D4C7-C3C1-4196-BF97-DD6377748906}" srcOrd="1" destOrd="1" presId="urn:microsoft.com/office/officeart/2005/8/layout/vProcess5"/>
    <dgm:cxn modelId="{7B0255BC-8B6C-4BBD-BA86-F348423C0453}" type="presOf" srcId="{038FE42D-28CE-492A-9FF8-F7D4D09B7CFE}" destId="{02ABE945-EDBD-4C6C-999B-5B01D721175F}" srcOrd="0" destOrd="0" presId="urn:microsoft.com/office/officeart/2005/8/layout/vProcess5"/>
    <dgm:cxn modelId="{CF9B4ABE-A581-4835-AFFF-DE424BED95ED}" srcId="{C2228AB6-4802-484C-908C-8B7CE1D1911E}" destId="{EB226326-0428-4358-8FF9-155AF7399766}" srcOrd="0" destOrd="0" parTransId="{EC8A71BC-0CE6-480B-9095-264D0E4419A6}" sibTransId="{038FE42D-28CE-492A-9FF8-F7D4D09B7CFE}"/>
    <dgm:cxn modelId="{FB4EB6C0-5254-423E-B05F-43C6E77D8FD9}" type="presOf" srcId="{256B252E-42E8-4F59-97E3-0F7FBEC566AA}" destId="{20CF3202-850D-45FF-9C4C-2988912EECEC}" srcOrd="0" destOrd="1" presId="urn:microsoft.com/office/officeart/2005/8/layout/vProcess5"/>
    <dgm:cxn modelId="{B0C4E2C2-7486-401C-8EC0-2DED3093AAA4}" type="presOf" srcId="{D630B198-6875-4F83-8964-2A8BC498E1CD}" destId="{B34C70E9-33F7-4657-91E2-54F8BCD6B662}" srcOrd="1" destOrd="2" presId="urn:microsoft.com/office/officeart/2005/8/layout/vProcess5"/>
    <dgm:cxn modelId="{979EF9C2-50D8-404F-BD76-694F2FA6C6E3}" type="presOf" srcId="{C2228AB6-4802-484C-908C-8B7CE1D1911E}" destId="{608D516F-DEA2-4F55-99D7-40FEAF14D8B8}" srcOrd="0" destOrd="0" presId="urn:microsoft.com/office/officeart/2005/8/layout/vProcess5"/>
    <dgm:cxn modelId="{12A8B5D2-6B63-47C4-9BD2-826F89FBC6CE}" srcId="{B5ED6701-A4DA-431A-AC42-17C7F4B8CA44}" destId="{13E94588-F581-454A-95EB-2A9079A0D725}" srcOrd="0" destOrd="0" parTransId="{B9ECC466-81BE-4290-AFA3-F8CC5CC340C0}" sibTransId="{BD1EC051-944C-4A78-B0A6-66FB7A317AD2}"/>
    <dgm:cxn modelId="{7343F8D5-BBAF-4FBE-A3EC-AFC4D0C6B5DE}" type="presOf" srcId="{1742675B-F88B-465A-A9AB-AE5CF7658E86}" destId="{98660C9D-57F2-406E-A916-8BCDE87429F8}" srcOrd="1" destOrd="2" presId="urn:microsoft.com/office/officeart/2005/8/layout/vProcess5"/>
    <dgm:cxn modelId="{295D07DC-20BD-440B-94A1-9A772FC30499}" srcId="{7CCEF6BD-AB78-4C5C-82AF-C59B4AAA9192}" destId="{1742675B-F88B-465A-A9AB-AE5CF7658E86}" srcOrd="0" destOrd="0" parTransId="{46C408E9-35B1-4839-B82C-8B4D61401258}" sibTransId="{4D4124E3-BA4A-46E1-9D4A-83045E0DD441}"/>
    <dgm:cxn modelId="{D1E8CEE5-0FDD-44DE-8886-A02623AF0490}" srcId="{256B252E-42E8-4F59-97E3-0F7FBEC566AA}" destId="{D630B198-6875-4F83-8964-2A8BC498E1CD}" srcOrd="0" destOrd="0" parTransId="{04A10DF9-356B-42B6-AA29-1D55110B281D}" sibTransId="{76B82C70-F22B-4E2A-B1A0-61E6BBD14B08}"/>
    <dgm:cxn modelId="{BCF55BF1-73AE-49C4-B20D-13AA3A66C26E}" type="presOf" srcId="{EB226326-0428-4358-8FF9-155AF7399766}" destId="{98660C9D-57F2-406E-A916-8BCDE87429F8}" srcOrd="1" destOrd="0" presId="urn:microsoft.com/office/officeart/2005/8/layout/vProcess5"/>
    <dgm:cxn modelId="{C51172F6-468F-47E2-8EE5-CE4DF8E0501D}" type="presOf" srcId="{B5ED6701-A4DA-431A-AC42-17C7F4B8CA44}" destId="{C9B8AEE9-74BB-4104-830E-3136BD1DAA60}" srcOrd="0" destOrd="0" presId="urn:microsoft.com/office/officeart/2005/8/layout/vProcess5"/>
    <dgm:cxn modelId="{02D5A9FE-AB12-4D34-B0D8-47E2F3578AE6}" srcId="{EB226326-0428-4358-8FF9-155AF7399766}" destId="{7CCEF6BD-AB78-4C5C-82AF-C59B4AAA9192}" srcOrd="0" destOrd="0" parTransId="{A36E97A1-8038-4096-B4E7-10A3F1D79A00}" sibTransId="{74A3687D-8204-4745-B99C-BD84FF5DF9EA}"/>
    <dgm:cxn modelId="{A306285D-AF58-4575-9167-D3342CFFFDB7}" type="presParOf" srcId="{608D516F-DEA2-4F55-99D7-40FEAF14D8B8}" destId="{B841041E-E10F-4A70-92A3-FEFE5276C198}" srcOrd="0" destOrd="0" presId="urn:microsoft.com/office/officeart/2005/8/layout/vProcess5"/>
    <dgm:cxn modelId="{50FF0C5C-6F87-4BC0-A6F3-D31FAE12AC72}" type="presParOf" srcId="{608D516F-DEA2-4F55-99D7-40FEAF14D8B8}" destId="{5D818409-4E4C-4649-8EBA-52030FB8BA0A}" srcOrd="1" destOrd="0" presId="urn:microsoft.com/office/officeart/2005/8/layout/vProcess5"/>
    <dgm:cxn modelId="{14B410BE-B2EB-4113-9EFE-E9A6B62FEDCE}" type="presParOf" srcId="{608D516F-DEA2-4F55-99D7-40FEAF14D8B8}" destId="{C9B8AEE9-74BB-4104-830E-3136BD1DAA60}" srcOrd="2" destOrd="0" presId="urn:microsoft.com/office/officeart/2005/8/layout/vProcess5"/>
    <dgm:cxn modelId="{04A45F87-0D5B-4B7E-9408-DC6C5F4AA918}" type="presParOf" srcId="{608D516F-DEA2-4F55-99D7-40FEAF14D8B8}" destId="{20CF3202-850D-45FF-9C4C-2988912EECEC}" srcOrd="3" destOrd="0" presId="urn:microsoft.com/office/officeart/2005/8/layout/vProcess5"/>
    <dgm:cxn modelId="{FF7B6A76-6A5C-447A-936E-57F08E821BE6}" type="presParOf" srcId="{608D516F-DEA2-4F55-99D7-40FEAF14D8B8}" destId="{02ABE945-EDBD-4C6C-999B-5B01D721175F}" srcOrd="4" destOrd="0" presId="urn:microsoft.com/office/officeart/2005/8/layout/vProcess5"/>
    <dgm:cxn modelId="{5A8AEB86-75F1-4F96-A846-3DD0F46B1C27}" type="presParOf" srcId="{608D516F-DEA2-4F55-99D7-40FEAF14D8B8}" destId="{DF10F3A7-3439-4FAD-900B-A2786C3B865C}" srcOrd="5" destOrd="0" presId="urn:microsoft.com/office/officeart/2005/8/layout/vProcess5"/>
    <dgm:cxn modelId="{30AFDC41-5251-49B4-875D-268CC1A38927}" type="presParOf" srcId="{608D516F-DEA2-4F55-99D7-40FEAF14D8B8}" destId="{98660C9D-57F2-406E-A916-8BCDE87429F8}" srcOrd="6" destOrd="0" presId="urn:microsoft.com/office/officeart/2005/8/layout/vProcess5"/>
    <dgm:cxn modelId="{D0B47221-D8AC-4814-9E9B-C3E6D3497834}" type="presParOf" srcId="{608D516F-DEA2-4F55-99D7-40FEAF14D8B8}" destId="{0102D4C7-C3C1-4196-BF97-DD6377748906}" srcOrd="7" destOrd="0" presId="urn:microsoft.com/office/officeart/2005/8/layout/vProcess5"/>
    <dgm:cxn modelId="{690284AB-00D8-428C-96A4-4F7A94DE855F}" type="presParOf" srcId="{608D516F-DEA2-4F55-99D7-40FEAF14D8B8}" destId="{B34C70E9-33F7-4657-91E2-54F8BCD6B66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64D44-5759-40CD-A8A3-396C2BE109DB}">
      <dsp:nvSpPr>
        <dsp:cNvPr id="0" name=""/>
        <dsp:cNvSpPr/>
      </dsp:nvSpPr>
      <dsp:spPr>
        <a:xfrm rot="5400000">
          <a:off x="3768889" y="-1466870"/>
          <a:ext cx="783259" cy="3915783"/>
        </a:xfrm>
        <a:prstGeom prst="round2Same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Newell &amp; Simon</a:t>
          </a:r>
        </a:p>
        <a:p>
          <a:pPr marL="228600" lvl="1" indent="-228600" algn="l" defTabSz="889000">
            <a:lnSpc>
              <a:spcPct val="90000"/>
            </a:lnSpc>
            <a:spcBef>
              <a:spcPct val="0"/>
            </a:spcBef>
            <a:spcAft>
              <a:spcPct val="15000"/>
            </a:spcAft>
            <a:buChar char="•"/>
          </a:pPr>
          <a:r>
            <a:rPr lang="en-US" sz="2000" kern="1200"/>
            <a:t>General Problem Solver</a:t>
          </a:r>
        </a:p>
      </dsp:txBody>
      <dsp:txXfrm rot="-5400000">
        <a:off x="2202627" y="137628"/>
        <a:ext cx="3877547" cy="706787"/>
      </dsp:txXfrm>
    </dsp:sp>
    <dsp:sp modelId="{B6CC06B3-DAE4-49F4-A81F-B5043DBBBF56}">
      <dsp:nvSpPr>
        <dsp:cNvPr id="0" name=""/>
        <dsp:cNvSpPr/>
      </dsp:nvSpPr>
      <dsp:spPr>
        <a:xfrm>
          <a:off x="0" y="1483"/>
          <a:ext cx="2202627" cy="979074"/>
        </a:xfrm>
        <a:prstGeom prst="round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6690" tIns="93345" rIns="186690" bIns="93345" numCol="1" spcCol="1270" anchor="ctr" anchorCtr="0">
          <a:noAutofit/>
        </a:bodyPr>
        <a:lstStyle/>
        <a:p>
          <a:pPr marL="0" lvl="0" indent="0" algn="ctr" defTabSz="2178050">
            <a:lnSpc>
              <a:spcPct val="90000"/>
            </a:lnSpc>
            <a:spcBef>
              <a:spcPct val="0"/>
            </a:spcBef>
            <a:spcAft>
              <a:spcPct val="35000"/>
            </a:spcAft>
            <a:buNone/>
          </a:pPr>
          <a:r>
            <a:rPr lang="en-US" sz="4900" kern="1200"/>
            <a:t>1960</a:t>
          </a:r>
        </a:p>
      </dsp:txBody>
      <dsp:txXfrm>
        <a:off x="47794" y="49277"/>
        <a:ext cx="2107039" cy="883486"/>
      </dsp:txXfrm>
    </dsp:sp>
    <dsp:sp modelId="{0E77E4CE-D124-458C-BE80-732A52A1D2EF}">
      <dsp:nvSpPr>
        <dsp:cNvPr id="0" name=""/>
        <dsp:cNvSpPr/>
      </dsp:nvSpPr>
      <dsp:spPr>
        <a:xfrm rot="5400000">
          <a:off x="3768889" y="-438842"/>
          <a:ext cx="783259" cy="3915783"/>
        </a:xfrm>
        <a:prstGeom prst="round2SameRect">
          <a:avLst/>
        </a:prstGeom>
        <a:solidFill>
          <a:schemeClr val="accent3">
            <a:tint val="40000"/>
            <a:alpha val="90000"/>
            <a:hueOff val="0"/>
            <a:satOff val="0"/>
            <a:lumOff val="0"/>
            <a:alphaOff val="0"/>
          </a:schemeClr>
        </a:solidFill>
        <a:ln w="9525" cap="rnd" cmpd="sng" algn="ctr">
          <a:solidFill>
            <a:schemeClr val="accent3">
              <a:tint val="40000"/>
              <a:alpha val="90000"/>
              <a:hueOff val="0"/>
              <a:satOff val="0"/>
              <a:lumOff val="0"/>
              <a:alphaOff val="0"/>
            </a:schemeClr>
          </a:solidFill>
          <a:prstDash val="solid"/>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Joseph </a:t>
          </a:r>
          <a:r>
            <a:rPr lang="en-US" sz="2000" kern="1200" err="1"/>
            <a:t>Weizenbaum</a:t>
          </a:r>
          <a:endParaRPr lang="en-US" sz="2000" kern="1200"/>
        </a:p>
        <a:p>
          <a:pPr marL="228600" lvl="1" indent="-228600" algn="l" defTabSz="889000">
            <a:lnSpc>
              <a:spcPct val="90000"/>
            </a:lnSpc>
            <a:spcBef>
              <a:spcPct val="0"/>
            </a:spcBef>
            <a:spcAft>
              <a:spcPct val="15000"/>
            </a:spcAft>
            <a:buChar char="•"/>
          </a:pPr>
          <a:r>
            <a:rPr lang="en-US" sz="2000" kern="1200"/>
            <a:t>ELIZA</a:t>
          </a:r>
        </a:p>
      </dsp:txBody>
      <dsp:txXfrm rot="-5400000">
        <a:off x="2202627" y="1165656"/>
        <a:ext cx="3877547" cy="706787"/>
      </dsp:txXfrm>
    </dsp:sp>
    <dsp:sp modelId="{EF2C5FB4-6675-4FA7-B7EC-EF15EF96DD46}">
      <dsp:nvSpPr>
        <dsp:cNvPr id="0" name=""/>
        <dsp:cNvSpPr/>
      </dsp:nvSpPr>
      <dsp:spPr>
        <a:xfrm>
          <a:off x="0" y="1029512"/>
          <a:ext cx="2202627" cy="979074"/>
        </a:xfrm>
        <a:prstGeom prst="round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6690" tIns="93345" rIns="186690" bIns="93345" numCol="1" spcCol="1270" anchor="ctr" anchorCtr="0">
          <a:noAutofit/>
        </a:bodyPr>
        <a:lstStyle/>
        <a:p>
          <a:pPr marL="0" lvl="0" indent="0" algn="ctr" defTabSz="2178050">
            <a:lnSpc>
              <a:spcPct val="90000"/>
            </a:lnSpc>
            <a:spcBef>
              <a:spcPct val="0"/>
            </a:spcBef>
            <a:spcAft>
              <a:spcPct val="35000"/>
            </a:spcAft>
            <a:buNone/>
          </a:pPr>
          <a:r>
            <a:rPr lang="en-US" sz="4900" kern="1200"/>
            <a:t>1965</a:t>
          </a:r>
        </a:p>
      </dsp:txBody>
      <dsp:txXfrm>
        <a:off x="47794" y="1077306"/>
        <a:ext cx="2107039" cy="883486"/>
      </dsp:txXfrm>
    </dsp:sp>
    <dsp:sp modelId="{F8FDF758-6774-4E18-ADDE-3388179FFD53}">
      <dsp:nvSpPr>
        <dsp:cNvPr id="0" name=""/>
        <dsp:cNvSpPr/>
      </dsp:nvSpPr>
      <dsp:spPr>
        <a:xfrm rot="5400000">
          <a:off x="3768889" y="589186"/>
          <a:ext cx="783259" cy="3915783"/>
        </a:xfrm>
        <a:prstGeom prst="round2SameRect">
          <a:avLst/>
        </a:prstGeom>
        <a:solidFill>
          <a:schemeClr val="accent4">
            <a:tint val="40000"/>
            <a:alpha val="90000"/>
            <a:hueOff val="0"/>
            <a:satOff val="0"/>
            <a:lumOff val="0"/>
            <a:alphaOff val="0"/>
          </a:schemeClr>
        </a:solidFill>
        <a:ln w="9525" cap="rnd" cmpd="sng" algn="ctr">
          <a:solidFill>
            <a:schemeClr val="accent4">
              <a:tint val="40000"/>
              <a:alpha val="90000"/>
              <a:hueOff val="0"/>
              <a:satOff val="0"/>
              <a:lumOff val="0"/>
              <a:alphaOff val="0"/>
            </a:schemeClr>
          </a:solidFill>
          <a:prstDash val="solid"/>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SRI International</a:t>
          </a:r>
        </a:p>
        <a:p>
          <a:pPr marL="228600" lvl="1" indent="-228600" algn="l" defTabSz="889000">
            <a:lnSpc>
              <a:spcPct val="90000"/>
            </a:lnSpc>
            <a:spcBef>
              <a:spcPct val="0"/>
            </a:spcBef>
            <a:spcAft>
              <a:spcPct val="15000"/>
            </a:spcAft>
            <a:buChar char="•"/>
          </a:pPr>
          <a:r>
            <a:rPr lang="en-US" sz="2000" kern="1200"/>
            <a:t>Shakey the Robot</a:t>
          </a:r>
        </a:p>
      </dsp:txBody>
      <dsp:txXfrm rot="-5400000">
        <a:off x="2202627" y="2193684"/>
        <a:ext cx="3877547" cy="706787"/>
      </dsp:txXfrm>
    </dsp:sp>
    <dsp:sp modelId="{E67BD497-6BE3-4180-ABF4-CBD8EAED74A4}">
      <dsp:nvSpPr>
        <dsp:cNvPr id="0" name=""/>
        <dsp:cNvSpPr/>
      </dsp:nvSpPr>
      <dsp:spPr>
        <a:xfrm>
          <a:off x="0" y="2057540"/>
          <a:ext cx="2202627" cy="979074"/>
        </a:xfrm>
        <a:prstGeom prst="round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6690" tIns="93345" rIns="186690" bIns="93345" numCol="1" spcCol="1270" anchor="ctr" anchorCtr="0">
          <a:noAutofit/>
        </a:bodyPr>
        <a:lstStyle/>
        <a:p>
          <a:pPr marL="0" lvl="0" indent="0" algn="ctr" defTabSz="2178050">
            <a:lnSpc>
              <a:spcPct val="90000"/>
            </a:lnSpc>
            <a:spcBef>
              <a:spcPct val="0"/>
            </a:spcBef>
            <a:spcAft>
              <a:spcPct val="35000"/>
            </a:spcAft>
            <a:buNone/>
          </a:pPr>
          <a:r>
            <a:rPr lang="en-US" sz="4900" kern="1200"/>
            <a:t>1966</a:t>
          </a:r>
        </a:p>
      </dsp:txBody>
      <dsp:txXfrm>
        <a:off x="47794" y="2105334"/>
        <a:ext cx="2107039" cy="8834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FDAAB-0636-4959-BEA9-139B0061BC0D}">
      <dsp:nvSpPr>
        <dsp:cNvPr id="0" name=""/>
        <dsp:cNvSpPr/>
      </dsp:nvSpPr>
      <dsp:spPr>
        <a:xfrm>
          <a:off x="1279048" y="787067"/>
          <a:ext cx="2213497" cy="2213834"/>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2A8100-3A94-4BD8-A724-F802046E4A41}">
      <dsp:nvSpPr>
        <dsp:cNvPr id="0" name=""/>
        <dsp:cNvSpPr/>
      </dsp:nvSpPr>
      <dsp:spPr>
        <a:xfrm>
          <a:off x="1768303" y="1586329"/>
          <a:ext cx="1229998" cy="614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b="1" kern="1200">
              <a:solidFill>
                <a:schemeClr val="bg1"/>
              </a:solidFill>
              <a:latin typeface="Montserrat" panose="00000500000000000000" pitchFamily="2" charset="0"/>
            </a:rPr>
            <a:t>1970</a:t>
          </a:r>
        </a:p>
      </dsp:txBody>
      <dsp:txXfrm>
        <a:off x="1768303" y="1586329"/>
        <a:ext cx="1229998" cy="614851"/>
      </dsp:txXfrm>
    </dsp:sp>
    <dsp:sp modelId="{F545589E-D537-4CA2-A146-9863BC2E13AA}">
      <dsp:nvSpPr>
        <dsp:cNvPr id="0" name=""/>
        <dsp:cNvSpPr/>
      </dsp:nvSpPr>
      <dsp:spPr>
        <a:xfrm>
          <a:off x="664257" y="2059080"/>
          <a:ext cx="2213497" cy="2213834"/>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3CA93F-207D-4F8A-BA03-0009C566B36D}">
      <dsp:nvSpPr>
        <dsp:cNvPr id="0" name=""/>
        <dsp:cNvSpPr/>
      </dsp:nvSpPr>
      <dsp:spPr>
        <a:xfrm>
          <a:off x="1156006" y="2865699"/>
          <a:ext cx="1229998" cy="614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b="1" kern="1200">
              <a:solidFill>
                <a:schemeClr val="bg1"/>
              </a:solidFill>
              <a:latin typeface="Montserrat" panose="00000500000000000000" pitchFamily="2" charset="0"/>
            </a:rPr>
            <a:t>1972</a:t>
          </a:r>
        </a:p>
      </dsp:txBody>
      <dsp:txXfrm>
        <a:off x="1156006" y="2865699"/>
        <a:ext cx="1229998" cy="614851"/>
      </dsp:txXfrm>
    </dsp:sp>
    <dsp:sp modelId="{6673A1F2-8631-44D3-A8A9-1FBA1DA34E1F}">
      <dsp:nvSpPr>
        <dsp:cNvPr id="0" name=""/>
        <dsp:cNvSpPr/>
      </dsp:nvSpPr>
      <dsp:spPr>
        <a:xfrm>
          <a:off x="1436591" y="3483310"/>
          <a:ext cx="1901737" cy="1902499"/>
        </a:xfrm>
        <a:prstGeom prst="blockArc">
          <a:avLst>
            <a:gd name="adj1" fmla="val 13500000"/>
            <a:gd name="adj2" fmla="val 10800000"/>
            <a:gd name="adj3" fmla="val 1274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5023A7-0DB8-4E7C-B23E-00604128ABD5}">
      <dsp:nvSpPr>
        <dsp:cNvPr id="0" name=""/>
        <dsp:cNvSpPr/>
      </dsp:nvSpPr>
      <dsp:spPr>
        <a:xfrm>
          <a:off x="1771213" y="4146908"/>
          <a:ext cx="1229998" cy="614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b="1" kern="1200">
              <a:solidFill>
                <a:schemeClr val="bg1"/>
              </a:solidFill>
              <a:latin typeface="Montserrat" panose="00000500000000000000" pitchFamily="2" charset="0"/>
            </a:rPr>
            <a:t>1973</a:t>
          </a:r>
        </a:p>
      </dsp:txBody>
      <dsp:txXfrm>
        <a:off x="1771213" y="4146908"/>
        <a:ext cx="1229998" cy="6148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18409-4E4C-4649-8EBA-52030FB8BA0A}">
      <dsp:nvSpPr>
        <dsp:cNvPr id="0" name=""/>
        <dsp:cNvSpPr/>
      </dsp:nvSpPr>
      <dsp:spPr>
        <a:xfrm>
          <a:off x="0" y="0"/>
          <a:ext cx="4804386" cy="1665058"/>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solidFill>
                <a:schemeClr val="tx1"/>
              </a:solidFill>
            </a:rPr>
            <a:t>2006</a:t>
          </a:r>
        </a:p>
        <a:p>
          <a:pPr marL="228600" lvl="1" indent="-228600" algn="l" defTabSz="1022350">
            <a:lnSpc>
              <a:spcPct val="90000"/>
            </a:lnSpc>
            <a:spcBef>
              <a:spcPct val="0"/>
            </a:spcBef>
            <a:spcAft>
              <a:spcPct val="15000"/>
            </a:spcAft>
            <a:buChar char="•"/>
          </a:pPr>
          <a:r>
            <a:rPr lang="en-US" sz="2300" b="1" i="0" kern="1200">
              <a:solidFill>
                <a:schemeClr val="bg1"/>
              </a:solidFill>
            </a:rPr>
            <a:t>Geoffrey Hinton</a:t>
          </a:r>
        </a:p>
        <a:p>
          <a:pPr marL="457200" lvl="2" indent="-228600" algn="l" defTabSz="1022350">
            <a:lnSpc>
              <a:spcPct val="90000"/>
            </a:lnSpc>
            <a:spcBef>
              <a:spcPct val="0"/>
            </a:spcBef>
            <a:spcAft>
              <a:spcPct val="15000"/>
            </a:spcAft>
            <a:buFontTx/>
            <a:buNone/>
          </a:pPr>
          <a:r>
            <a:rPr lang="en-US" sz="2300" b="0" i="1" kern="1200">
              <a:solidFill>
                <a:schemeClr val="bg1"/>
              </a:solidFill>
            </a:rPr>
            <a:t>Deep Learning</a:t>
          </a:r>
        </a:p>
      </dsp:txBody>
      <dsp:txXfrm>
        <a:off x="48768" y="48768"/>
        <a:ext cx="3007658" cy="1567522"/>
      </dsp:txXfrm>
    </dsp:sp>
    <dsp:sp modelId="{C9B8AEE9-74BB-4104-830E-3136BD1DAA60}">
      <dsp:nvSpPr>
        <dsp:cNvPr id="0" name=""/>
        <dsp:cNvSpPr/>
      </dsp:nvSpPr>
      <dsp:spPr>
        <a:xfrm>
          <a:off x="423916" y="1942567"/>
          <a:ext cx="4804386" cy="1665058"/>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solidFill>
                <a:schemeClr val="tx1"/>
              </a:solidFill>
            </a:rPr>
            <a:t>2008</a:t>
          </a:r>
        </a:p>
        <a:p>
          <a:pPr marL="228600" lvl="1" indent="-228600" algn="l" defTabSz="1022350">
            <a:lnSpc>
              <a:spcPct val="90000"/>
            </a:lnSpc>
            <a:spcBef>
              <a:spcPct val="0"/>
            </a:spcBef>
            <a:spcAft>
              <a:spcPct val="15000"/>
            </a:spcAft>
            <a:buChar char="•"/>
          </a:pPr>
          <a:r>
            <a:rPr lang="en-US" sz="2300" b="1" kern="1200">
              <a:solidFill>
                <a:schemeClr val="bg1"/>
              </a:solidFill>
            </a:rPr>
            <a:t>Google</a:t>
          </a:r>
        </a:p>
        <a:p>
          <a:pPr marL="457200" lvl="2" indent="-228600" algn="l" defTabSz="1022350">
            <a:lnSpc>
              <a:spcPct val="90000"/>
            </a:lnSpc>
            <a:spcBef>
              <a:spcPct val="0"/>
            </a:spcBef>
            <a:spcAft>
              <a:spcPct val="15000"/>
            </a:spcAft>
            <a:buFontTx/>
            <a:buNone/>
          </a:pPr>
          <a:r>
            <a:rPr lang="en-US" sz="2300" b="0" i="1" kern="1200">
              <a:solidFill>
                <a:schemeClr val="bg1"/>
              </a:solidFill>
            </a:rPr>
            <a:t>Voice Search</a:t>
          </a:r>
        </a:p>
      </dsp:txBody>
      <dsp:txXfrm>
        <a:off x="472684" y="1991335"/>
        <a:ext cx="3200645" cy="1567522"/>
      </dsp:txXfrm>
    </dsp:sp>
    <dsp:sp modelId="{20CF3202-850D-45FF-9C4C-2988912EECEC}">
      <dsp:nvSpPr>
        <dsp:cNvPr id="0" name=""/>
        <dsp:cNvSpPr/>
      </dsp:nvSpPr>
      <dsp:spPr>
        <a:xfrm>
          <a:off x="847832" y="3885135"/>
          <a:ext cx="4804386" cy="1665058"/>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solidFill>
                <a:schemeClr val="tx1"/>
              </a:solidFill>
            </a:rPr>
            <a:t>2009</a:t>
          </a:r>
        </a:p>
        <a:p>
          <a:pPr marL="228600" lvl="1" indent="-228600" algn="l" defTabSz="1022350">
            <a:lnSpc>
              <a:spcPct val="90000"/>
            </a:lnSpc>
            <a:spcBef>
              <a:spcPct val="0"/>
            </a:spcBef>
            <a:spcAft>
              <a:spcPct val="15000"/>
            </a:spcAft>
            <a:buChar char="•"/>
          </a:pPr>
          <a:r>
            <a:rPr lang="en-US" sz="2300" b="1" kern="1200">
              <a:solidFill>
                <a:schemeClr val="bg1"/>
              </a:solidFill>
            </a:rPr>
            <a:t>IBM</a:t>
          </a:r>
        </a:p>
        <a:p>
          <a:pPr marL="457200" lvl="2" indent="-228600" algn="l" defTabSz="1022350">
            <a:lnSpc>
              <a:spcPct val="90000"/>
            </a:lnSpc>
            <a:spcBef>
              <a:spcPct val="0"/>
            </a:spcBef>
            <a:spcAft>
              <a:spcPct val="15000"/>
            </a:spcAft>
            <a:buNone/>
          </a:pPr>
          <a:r>
            <a:rPr lang="en-US" sz="2300" b="0" i="1" kern="1200">
              <a:solidFill>
                <a:schemeClr val="bg1"/>
              </a:solidFill>
            </a:rPr>
            <a:t>Watson</a:t>
          </a:r>
        </a:p>
      </dsp:txBody>
      <dsp:txXfrm>
        <a:off x="896600" y="3933903"/>
        <a:ext cx="3200645" cy="1567522"/>
      </dsp:txXfrm>
    </dsp:sp>
    <dsp:sp modelId="{02ABE945-EDBD-4C6C-999B-5B01D721175F}">
      <dsp:nvSpPr>
        <dsp:cNvPr id="0" name=""/>
        <dsp:cNvSpPr/>
      </dsp:nvSpPr>
      <dsp:spPr>
        <a:xfrm>
          <a:off x="3722098" y="1262669"/>
          <a:ext cx="1082287" cy="1082287"/>
        </a:xfrm>
        <a:prstGeom prst="downArrow">
          <a:avLst>
            <a:gd name="adj1" fmla="val 55000"/>
            <a:gd name="adj2" fmla="val 45000"/>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965613" y="1262669"/>
        <a:ext cx="595257" cy="814421"/>
      </dsp:txXfrm>
    </dsp:sp>
    <dsp:sp modelId="{DF10F3A7-3439-4FAD-900B-A2786C3B865C}">
      <dsp:nvSpPr>
        <dsp:cNvPr id="0" name=""/>
        <dsp:cNvSpPr/>
      </dsp:nvSpPr>
      <dsp:spPr>
        <a:xfrm>
          <a:off x="4146014" y="3194136"/>
          <a:ext cx="1082287" cy="1082287"/>
        </a:xfrm>
        <a:prstGeom prst="downArrow">
          <a:avLst>
            <a:gd name="adj1" fmla="val 55000"/>
            <a:gd name="adj2" fmla="val 45000"/>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389529" y="3194136"/>
        <a:ext cx="595257" cy="81442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5B65D-1318-B745-939E-95855B17DEAB}" type="datetimeFigureOut">
              <a:rPr lang="en-US" smtClean="0"/>
              <a:t>4/25/2024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B60B0-1DC3-0D4A-A3FA-F1C84AA2F0B8}" type="slidenum">
              <a:rPr lang="en-US" smtClean="0"/>
              <a:t>‹#›</a:t>
            </a:fld>
            <a:endParaRPr lang="en-US"/>
          </a:p>
        </p:txBody>
      </p:sp>
    </p:spTree>
    <p:extLst>
      <p:ext uri="{BB962C8B-B14F-4D97-AF65-F5344CB8AC3E}">
        <p14:creationId xmlns:p14="http://schemas.microsoft.com/office/powerpoint/2010/main" val="357395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1</a:t>
            </a:fld>
            <a:endParaRPr lang="en-US"/>
          </a:p>
        </p:txBody>
      </p:sp>
    </p:spTree>
    <p:extLst>
      <p:ext uri="{BB962C8B-B14F-4D97-AF65-F5344CB8AC3E}">
        <p14:creationId xmlns:p14="http://schemas.microsoft.com/office/powerpoint/2010/main" val="4292444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D0D0D"/>
                </a:solidFill>
                <a:effectLst/>
                <a:highlight>
                  <a:srgbClr val="FFFFFF"/>
                </a:highlight>
                <a:latin typeface="Söhne"/>
              </a:rPr>
              <a:t>In a previous slide set and lecture, we covered the definition, origin, and types of AI with a focus on their capabilities and functionalities. </a:t>
            </a:r>
          </a:p>
          <a:p>
            <a:endParaRPr lang="en-US" b="0" i="0">
              <a:solidFill>
                <a:srgbClr val="0D0D0D"/>
              </a:solidFill>
              <a:effectLst/>
              <a:highlight>
                <a:srgbClr val="FFFFFF"/>
              </a:highlight>
              <a:latin typeface="Söhne"/>
            </a:endParaRPr>
          </a:p>
          <a:p>
            <a:r>
              <a:rPr lang="en-US" b="0" i="0">
                <a:solidFill>
                  <a:srgbClr val="0D0D0D"/>
                </a:solidFill>
                <a:effectLst/>
                <a:highlight>
                  <a:srgbClr val="FFFFFF"/>
                </a:highlight>
                <a:latin typeface="Söhne"/>
              </a:rPr>
              <a:t>In this slide deck and lecture, we will continue to understand how AI has evolved, taking a historical journey starting from before 1950, capturing the early concepts and theories, and move through to the significant advancements from 1950 to the present day. </a:t>
            </a:r>
          </a:p>
          <a:p>
            <a:endParaRPr lang="en-US" b="0" i="0">
              <a:solidFill>
                <a:srgbClr val="0D0D0D"/>
              </a:solidFill>
              <a:effectLst/>
              <a:highlight>
                <a:srgbClr val="FFFFFF"/>
              </a:highlight>
              <a:latin typeface="Söhne"/>
            </a:endParaRPr>
          </a:p>
          <a:p>
            <a:r>
              <a:rPr lang="en-US" b="0" i="0">
                <a:solidFill>
                  <a:srgbClr val="0D0D0D"/>
                </a:solidFill>
                <a:effectLst/>
                <a:highlight>
                  <a:srgbClr val="FFFFFF"/>
                </a:highlight>
                <a:latin typeface="Söhne"/>
              </a:rPr>
              <a:t>This will give us a comprehensive view of how AI has transformed over the decades and how it continues to shape our future.</a:t>
            </a:r>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2</a:t>
            </a:fld>
            <a:endParaRPr lang="en-US"/>
          </a:p>
        </p:txBody>
      </p:sp>
    </p:spTree>
    <p:extLst>
      <p:ext uri="{BB962C8B-B14F-4D97-AF65-F5344CB8AC3E}">
        <p14:creationId xmlns:p14="http://schemas.microsoft.com/office/powerpoint/2010/main" val="3849897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3</a:t>
            </a:fld>
            <a:endParaRPr lang="en-US"/>
          </a:p>
        </p:txBody>
      </p:sp>
    </p:spTree>
    <p:extLst>
      <p:ext uri="{BB962C8B-B14F-4D97-AF65-F5344CB8AC3E}">
        <p14:creationId xmlns:p14="http://schemas.microsoft.com/office/powerpoint/2010/main" val="4198688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Before the formal conception of AI, myths and legends explored the creation of life-like machines and animated figures.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Hephaestus, the god of metalworking, was said to have crafted mechanical servants to assist him, embodying early human dreams of automata.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Similarly, Talos, a giant bronze protector, represents one of the first ideas of a robot used for military and protective purposes.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story of Pygmalion, who carved a statue that was brought to life, further illustrates ancient fascinations with animating the inanimate, highlighting a deep-rooted allure towards creating and imbuing life through art and technology.</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4</a:t>
            </a:fld>
            <a:endParaRPr lang="en-US"/>
          </a:p>
        </p:txBody>
      </p:sp>
    </p:spTree>
    <p:extLst>
      <p:ext uri="{BB962C8B-B14F-4D97-AF65-F5344CB8AC3E}">
        <p14:creationId xmlns:p14="http://schemas.microsoft.com/office/powerpoint/2010/main" val="3930420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D0D0D"/>
                </a:solidFill>
                <a:effectLst/>
                <a:highlight>
                  <a:srgbClr val="FFFFFF"/>
                </a:highlight>
                <a:latin typeface="Söhne"/>
              </a:rPr>
              <a:t>The path </a:t>
            </a:r>
            <a:r>
              <a:rPr lang="en-US" b="0" i="0" dirty="0">
                <a:solidFill>
                  <a:srgbClr val="0D0D0D"/>
                </a:solidFill>
                <a:effectLst/>
                <a:highlight>
                  <a:srgbClr val="FFFFFF"/>
                </a:highlight>
                <a:latin typeface="Söhne"/>
              </a:rPr>
              <a:t>toward AI was significantly advanced during the Renaissance and Enlightenment with the creation of complex mechanical devices.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Antikythera Mechanism, dating back to around 100 BCE, used gears to predict astronomical positions, representing one of the earliest forms of computing.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Leonardo da Vinci’s Mechanical Knight, designed in the late 15th century, could simulate human gestures, marking a significant step towards humanoid robotics.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In the 18th century, Jacques de </a:t>
            </a:r>
            <a:r>
              <a:rPr lang="en-US" b="0" i="0" dirty="0" err="1">
                <a:solidFill>
                  <a:srgbClr val="0D0D0D"/>
                </a:solidFill>
                <a:effectLst/>
                <a:highlight>
                  <a:srgbClr val="FFFFFF"/>
                </a:highlight>
                <a:latin typeface="Söhne"/>
              </a:rPr>
              <a:t>Vaucanson</a:t>
            </a:r>
            <a:r>
              <a:rPr lang="en-US" b="0" i="0" dirty="0">
                <a:solidFill>
                  <a:srgbClr val="0D0D0D"/>
                </a:solidFill>
                <a:effectLst/>
                <a:highlight>
                  <a:srgbClr val="FFFFFF"/>
                </a:highlight>
                <a:latin typeface="Söhne"/>
              </a:rPr>
              <a:t> amazed audiences with his mechanical duck that could mimic the act of eating and digesting grain, showcasing early robotic behavior simulation.</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5</a:t>
            </a:fld>
            <a:endParaRPr lang="en-US"/>
          </a:p>
        </p:txBody>
      </p:sp>
    </p:spTree>
    <p:extLst>
      <p:ext uri="{BB962C8B-B14F-4D97-AF65-F5344CB8AC3E}">
        <p14:creationId xmlns:p14="http://schemas.microsoft.com/office/powerpoint/2010/main" val="3600533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D0D0D"/>
                </a:solidFill>
                <a:effectLst/>
                <a:highlight>
                  <a:srgbClr val="FFFFFF"/>
                </a:highlight>
                <a:latin typeface="Söhne"/>
              </a:rPr>
              <a:t>In the 19th and early 20th centuries, the foundations of computational theory were laid, setting the stage for modern AI. </a:t>
            </a:r>
          </a:p>
          <a:p>
            <a:endParaRPr lang="en-US" b="0" i="0">
              <a:solidFill>
                <a:srgbClr val="0D0D0D"/>
              </a:solidFill>
              <a:effectLst/>
              <a:highlight>
                <a:srgbClr val="FFFFFF"/>
              </a:highlight>
              <a:latin typeface="Söhne"/>
            </a:endParaRPr>
          </a:p>
          <a:p>
            <a:r>
              <a:rPr lang="en-US" b="0" i="0">
                <a:solidFill>
                  <a:srgbClr val="0D0D0D"/>
                </a:solidFill>
                <a:effectLst/>
                <a:highlight>
                  <a:srgbClr val="FFFFFF"/>
                </a:highlight>
                <a:latin typeface="Söhne"/>
              </a:rPr>
              <a:t>Charles Babbage designed the Difference Engine and later the Analytical Engine, which used punch cards to perform calculations, conceptualizing the first general-purpose computing machine. </a:t>
            </a:r>
          </a:p>
          <a:p>
            <a:endParaRPr lang="en-US" b="0" i="0">
              <a:solidFill>
                <a:srgbClr val="0D0D0D"/>
              </a:solidFill>
              <a:effectLst/>
              <a:highlight>
                <a:srgbClr val="FFFFFF"/>
              </a:highlight>
              <a:latin typeface="Söhne"/>
            </a:endParaRPr>
          </a:p>
          <a:p>
            <a:r>
              <a:rPr lang="en-US" b="0" i="0">
                <a:solidFill>
                  <a:srgbClr val="0D0D0D"/>
                </a:solidFill>
                <a:effectLst/>
                <a:highlight>
                  <a:srgbClr val="FFFFFF"/>
                </a:highlight>
                <a:latin typeface="Söhne"/>
              </a:rPr>
              <a:t>Ada Lovelace, recognized as the first computer programmer, wrote algorithms for the Analytical Engine and foresaw its potential beyond mere calculation. </a:t>
            </a:r>
          </a:p>
          <a:p>
            <a:endParaRPr lang="en-US" b="0" i="0">
              <a:solidFill>
                <a:srgbClr val="0D0D0D"/>
              </a:solidFill>
              <a:effectLst/>
              <a:highlight>
                <a:srgbClr val="FFFFFF"/>
              </a:highlight>
              <a:latin typeface="Söhne"/>
            </a:endParaRPr>
          </a:p>
          <a:p>
            <a:r>
              <a:rPr lang="en-US" b="0" i="0">
                <a:solidFill>
                  <a:srgbClr val="0D0D0D"/>
                </a:solidFill>
                <a:effectLst/>
                <a:highlight>
                  <a:srgbClr val="FFFFFF"/>
                </a:highlight>
                <a:latin typeface="Söhne"/>
              </a:rPr>
              <a:t>George Boole introduced Boolean Algebra, essential for the development of digital logic and computer science, crucial components of AI.</a:t>
            </a:r>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6</a:t>
            </a:fld>
            <a:endParaRPr lang="en-US"/>
          </a:p>
        </p:txBody>
      </p:sp>
    </p:spTree>
    <p:extLst>
      <p:ext uri="{BB962C8B-B14F-4D97-AF65-F5344CB8AC3E}">
        <p14:creationId xmlns:p14="http://schemas.microsoft.com/office/powerpoint/2010/main" val="1948077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7</a:t>
            </a:fld>
            <a:endParaRPr lang="en-US"/>
          </a:p>
        </p:txBody>
      </p:sp>
    </p:spTree>
    <p:extLst>
      <p:ext uri="{BB962C8B-B14F-4D97-AF65-F5344CB8AC3E}">
        <p14:creationId xmlns:p14="http://schemas.microsoft.com/office/powerpoint/2010/main" val="2142142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In the 1950s, the field of artificial intelligence began to take shape through a series of pivotal developments that laid the philosophical, technical, and practical foundations of AI.</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The decade opened with Alan Turing's groundbreaking proposal of the Turing Test in 1950, a concept that continues to influence AI philosophy and ethics. The Turing Test was designed to assess a machine's ability to exhibit intelligent behavior indistinguishable from that of a human. </a:t>
            </a:r>
          </a:p>
          <a:p>
            <a:pPr algn="l"/>
            <a:r>
              <a:rPr lang="en-US" b="0" i="0">
                <a:solidFill>
                  <a:srgbClr val="0D0D0D"/>
                </a:solidFill>
                <a:effectLst/>
                <a:highlight>
                  <a:srgbClr val="FFFFFF"/>
                </a:highlight>
                <a:latin typeface="Söhne"/>
              </a:rPr>
              <a:t>Turing's work in his paper 'Computing Machinery and Intelligence' established a benchmark for evaluating machine intelligence and sparked a broader discussion about the potential and limits of artificial intelligence.</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1956, the Dartmouth Conference marked a significant milestone in AI's history. Organized by John McCarthy, Marvin Minsky, Nathaniel Rochester, and Claude Shannon, the conference brought together experts across disciplines to discuss the potential of machines to simulate human intelligence. This event is celebrated as the formal birth of artificial intelligence as a distinct field of study, where the term 'artificial intelligence' itself was coined, crystallizing its identity and objectives.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Following this, in 1957, Frank Rosenblatt made a critical advancement with the invention of the Perceptron, an early neural network model. The Perceptron introduced key concepts of machine learning such as adjustable weights and activation functions, setting the stage for more complex algorithms and models that would follow.</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Despite these significant strides, the 1950s also saw the seeds of future challenges, with early over-enthusiasm leading to what would become known as the AI winter. The initial excitement generated unrealistic expectations that the existing technology and theoretical understanding could not yet fulfill, resulting in a backlash that cooled interest and funding for AI research.</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Together, these moments from the 1950s reflect the era's profound impact on the trajectory of AI, characterized by groundbreaking ideas and cautionary tales of overreach. As we explore these beginnings, we not only recognize the ingenuity of the pioneers but also learn from the early missteps that shaped AI’s developmental path."</a:t>
            </a:r>
          </a:p>
        </p:txBody>
      </p:sp>
      <p:sp>
        <p:nvSpPr>
          <p:cNvPr id="4" name="Slide Number Placeholder 3"/>
          <p:cNvSpPr>
            <a:spLocks noGrp="1"/>
          </p:cNvSpPr>
          <p:nvPr>
            <p:ph type="sldNum" sz="quarter" idx="5"/>
          </p:nvPr>
        </p:nvSpPr>
        <p:spPr/>
        <p:txBody>
          <a:bodyPr/>
          <a:lstStyle/>
          <a:p>
            <a:fld id="{433B60B0-1DC3-0D4A-A3FA-F1C84AA2F0B8}" type="slidenum">
              <a:rPr lang="en-US" smtClean="0"/>
              <a:t>8</a:t>
            </a:fld>
            <a:endParaRPr lang="en-US"/>
          </a:p>
        </p:txBody>
      </p:sp>
    </p:spTree>
    <p:extLst>
      <p:ext uri="{BB962C8B-B14F-4D97-AF65-F5344CB8AC3E}">
        <p14:creationId xmlns:p14="http://schemas.microsoft.com/office/powerpoint/2010/main" val="11591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1960s marked a period of enthusiastic exploration and notable achievements in artificial intelligence, encompassing advancements across problem-solving, natural language processing, and robotics.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1960, Allen Newell and Herbert A. Simon introduced the General Problem Solver, an innovative program designed to address a wide variety of problems through heuristic techniques. This system initially tackled challenges in domains such as geometry and logic, evolving by 1967 into the Universal Problem Solver with enhanced flexibility and expanded capabilities.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Mid-decade, in 1965, Joseph </a:t>
            </a:r>
            <a:r>
              <a:rPr lang="en-US" b="0" i="0" err="1">
                <a:solidFill>
                  <a:srgbClr val="0D0D0D"/>
                </a:solidFill>
                <a:effectLst/>
                <a:highlight>
                  <a:srgbClr val="FFFFFF"/>
                </a:highlight>
                <a:latin typeface="Söhne"/>
              </a:rPr>
              <a:t>Weizenbaum</a:t>
            </a:r>
            <a:r>
              <a:rPr lang="en-US" b="0" i="0">
                <a:solidFill>
                  <a:srgbClr val="0D0D0D"/>
                </a:solidFill>
                <a:effectLst/>
                <a:highlight>
                  <a:srgbClr val="FFFFFF"/>
                </a:highlight>
                <a:latin typeface="Söhne"/>
              </a:rPr>
              <a:t> developed ELIZA, a program that fundamentally altered the landscape of human-computer interaction. ELIZA used simple pattern-matching techniques to simulate conversation, effectively acting as an early chatbot. Its iteration as a Rogerian psychotherapist the following year highlighted the potential for machines to mimic human-like interactions, setting a precedent for the development of modern conversational agents.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The innovation continued in 1966 with the development of Shakey the robot by SRI International. Shakey was the first general-purpose mobile robot capable of autonomous navigation and reasoning about its actions. Equipped with cameras and sensors, Shakey could navigate complex environments and manipulate objects, laying foundational concepts for future autonomous systems.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However, the decade also witnessed significant setbacks, particularly in 1969, when Marvin Minsky and Seymour </a:t>
            </a:r>
            <a:r>
              <a:rPr lang="en-US" b="0" i="0" err="1">
                <a:solidFill>
                  <a:srgbClr val="0D0D0D"/>
                </a:solidFill>
                <a:effectLst/>
                <a:highlight>
                  <a:srgbClr val="FFFFFF"/>
                </a:highlight>
                <a:latin typeface="Söhne"/>
              </a:rPr>
              <a:t>Papert's</a:t>
            </a:r>
            <a:r>
              <a:rPr lang="en-US" b="0" i="0">
                <a:solidFill>
                  <a:srgbClr val="0D0D0D"/>
                </a:solidFill>
                <a:effectLst/>
                <a:highlight>
                  <a:srgbClr val="FFFFFF"/>
                </a:highlight>
                <a:latin typeface="Söhne"/>
              </a:rPr>
              <a:t> publication '</a:t>
            </a:r>
            <a:r>
              <a:rPr lang="en-US" b="0" i="0" err="1">
                <a:solidFill>
                  <a:srgbClr val="0D0D0D"/>
                </a:solidFill>
                <a:effectLst/>
                <a:highlight>
                  <a:srgbClr val="FFFFFF"/>
                </a:highlight>
                <a:latin typeface="Söhne"/>
              </a:rPr>
              <a:t>Perceptrons</a:t>
            </a:r>
            <a:r>
              <a:rPr lang="en-US" b="0" i="0">
                <a:solidFill>
                  <a:srgbClr val="0D0D0D"/>
                </a:solidFill>
                <a:effectLst/>
                <a:highlight>
                  <a:srgbClr val="FFFFFF"/>
                </a:highlight>
                <a:latin typeface="Söhne"/>
              </a:rPr>
              <a:t>' critiqued the limitations of neural networks, particularly their inability to process complex patterns. This influential book triggered a decline in interest and funding for neural network research, setting the stage for the first AI winter.</a:t>
            </a:r>
          </a:p>
          <a:p>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9</a:t>
            </a:fld>
            <a:endParaRPr lang="en-US"/>
          </a:p>
        </p:txBody>
      </p:sp>
    </p:spTree>
    <p:extLst>
      <p:ext uri="{BB962C8B-B14F-4D97-AF65-F5344CB8AC3E}">
        <p14:creationId xmlns:p14="http://schemas.microsoft.com/office/powerpoint/2010/main" val="2651420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1970s were a transformative decade for AI, characterized by groundbreaking advancements and stark realizations of the field's limitations.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The decade began with Terry Winograd's development of SHRDLU in 1970. This program was a significant leap forward in natural language processing, enabling computers to understand and manipulate objects in a simulated block world. SHRDLU's interaction model provided a new way to think about and implement AI interactions.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1972, Alain </a:t>
            </a:r>
            <a:r>
              <a:rPr lang="en-US" b="0" i="0" err="1">
                <a:solidFill>
                  <a:srgbClr val="0D0D0D"/>
                </a:solidFill>
                <a:effectLst/>
                <a:highlight>
                  <a:srgbClr val="FFFFFF"/>
                </a:highlight>
                <a:latin typeface="Söhne"/>
              </a:rPr>
              <a:t>Colmerauer</a:t>
            </a:r>
            <a:r>
              <a:rPr lang="en-US" b="0" i="0">
                <a:solidFill>
                  <a:srgbClr val="0D0D0D"/>
                </a:solidFill>
                <a:effectLst/>
                <a:highlight>
                  <a:srgbClr val="FFFFFF"/>
                </a:highlight>
                <a:latin typeface="Söhne"/>
              </a:rPr>
              <a:t> and Philippe Roussel developed PROLOG, a programming language that became instrumental in the field of logic programming and AI research. PROLOG's introduction marked a crucial advancement in the tools available for developing AI applications.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The successes continued in 1973 with the creation of MYCIN by Edward </a:t>
            </a:r>
            <a:r>
              <a:rPr lang="en-US" b="0" i="0" err="1">
                <a:solidFill>
                  <a:srgbClr val="0D0D0D"/>
                </a:solidFill>
                <a:effectLst/>
                <a:highlight>
                  <a:srgbClr val="FFFFFF"/>
                </a:highlight>
                <a:latin typeface="Söhne"/>
              </a:rPr>
              <a:t>Shortliffe</a:t>
            </a:r>
            <a:r>
              <a:rPr lang="en-US" b="0" i="0">
                <a:solidFill>
                  <a:srgbClr val="0D0D0D"/>
                </a:solidFill>
                <a:effectLst/>
                <a:highlight>
                  <a:srgbClr val="FFFFFF"/>
                </a:highlight>
                <a:latin typeface="Söhne"/>
              </a:rPr>
              <a:t>. MYCIN was an expert system designed to diagnose and treat bacterial infections, showcasing the effective application of AI in medicine and setting a benchmark for future expert systems.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Despite these advances, the decade also faced significant challenges. The publication of the </a:t>
            </a:r>
            <a:r>
              <a:rPr lang="en-US" b="0" i="0" err="1">
                <a:solidFill>
                  <a:srgbClr val="0D0D0D"/>
                </a:solidFill>
                <a:effectLst/>
                <a:highlight>
                  <a:srgbClr val="FFFFFF"/>
                </a:highlight>
                <a:latin typeface="Söhne"/>
              </a:rPr>
              <a:t>Lighthill</a:t>
            </a:r>
            <a:r>
              <a:rPr lang="en-US" b="0" i="0">
                <a:solidFill>
                  <a:srgbClr val="0D0D0D"/>
                </a:solidFill>
                <a:effectLst/>
                <a:highlight>
                  <a:srgbClr val="FFFFFF"/>
                </a:highlight>
                <a:latin typeface="Söhne"/>
              </a:rPr>
              <a:t> Report in 1973 critically assessed the state of AI research in the UK, concluding that it fell short of its lofty expectations, particularly in achieving general intelligence. The skepticism expressed in the report led to major cuts in AI research funding in the UK and dampened global enthusiasm for the field. This culminated in the onset of the first AI Winter in 1974, a period marked by reduced funding and waning interest, highlighting the gap between ambitious expectations and the reality of AI capabilities at the time</a:t>
            </a:r>
          </a:p>
        </p:txBody>
      </p:sp>
      <p:sp>
        <p:nvSpPr>
          <p:cNvPr id="4" name="Slide Number Placeholder 3"/>
          <p:cNvSpPr>
            <a:spLocks noGrp="1"/>
          </p:cNvSpPr>
          <p:nvPr>
            <p:ph type="sldNum" sz="quarter" idx="5"/>
          </p:nvPr>
        </p:nvSpPr>
        <p:spPr/>
        <p:txBody>
          <a:bodyPr/>
          <a:lstStyle/>
          <a:p>
            <a:fld id="{433B60B0-1DC3-0D4A-A3FA-F1C84AA2F0B8}" type="slidenum">
              <a:rPr lang="en-US" smtClean="0"/>
              <a:t>10</a:t>
            </a:fld>
            <a:endParaRPr lang="en-US"/>
          </a:p>
        </p:txBody>
      </p:sp>
    </p:spTree>
    <p:extLst>
      <p:ext uri="{BB962C8B-B14F-4D97-AF65-F5344CB8AC3E}">
        <p14:creationId xmlns:p14="http://schemas.microsoft.com/office/powerpoint/2010/main" val="4196226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1980s were marked by critical advancements that shaped the core methodologies of AI research and application, spearheading the development of techniques that are foundational to modern AI.</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1985, Richard Sutton and Andrew </a:t>
            </a:r>
            <a:r>
              <a:rPr lang="en-US" b="0" i="0" err="1">
                <a:solidFill>
                  <a:srgbClr val="0D0D0D"/>
                </a:solidFill>
                <a:effectLst/>
                <a:highlight>
                  <a:srgbClr val="FFFFFF"/>
                </a:highlight>
                <a:latin typeface="Söhne"/>
              </a:rPr>
              <a:t>Barto</a:t>
            </a:r>
            <a:r>
              <a:rPr lang="en-US" b="0" i="0">
                <a:solidFill>
                  <a:srgbClr val="0D0D0D"/>
                </a:solidFill>
                <a:effectLst/>
                <a:highlight>
                  <a:srgbClr val="FFFFFF"/>
                </a:highlight>
                <a:latin typeface="Söhne"/>
              </a:rPr>
              <a:t> introduced the concept of reinforcement learning. This method, based on learning through trial and error, became a cornerstone for training AI systems, influencing how artificial intelligence is taught to navigate complex decision-making processes.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The following year, Geoffrey Hinton and David </a:t>
            </a:r>
            <a:r>
              <a:rPr lang="en-US" b="0" i="0" err="1">
                <a:solidFill>
                  <a:srgbClr val="0D0D0D"/>
                </a:solidFill>
                <a:effectLst/>
                <a:highlight>
                  <a:srgbClr val="FFFFFF"/>
                </a:highlight>
                <a:latin typeface="Söhne"/>
              </a:rPr>
              <a:t>Rumelhart</a:t>
            </a:r>
            <a:r>
              <a:rPr lang="en-US" b="0" i="0">
                <a:solidFill>
                  <a:srgbClr val="0D0D0D"/>
                </a:solidFill>
                <a:effectLst/>
                <a:highlight>
                  <a:srgbClr val="FFFFFF"/>
                </a:highlight>
                <a:latin typeface="Söhne"/>
              </a:rPr>
              <a:t> popularized backpropagation for training neural networks. This technique became instrumental in the development of deep learning, paving the way for AI systems that could learn from vast amounts of data and improve over time.</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1989, Yann LeCun introduced Convolutional Neural Networks (CNNs), specifically designed for processing visual data such as images. This innovation revolutionized computer vision, enabling significant advancements in tasks such as image and facial recognition.</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However, the late 1980s also witnessed the onset of the second AI Winter. This period was characterized by significant skepticism and underwhelming results, which led to reduced investments and a decline in the development of AI projects. The technological limitations of the time and a nascent understanding of machine learning contributed to the commercial failures of AI applications, setting back the field's progress.</a:t>
            </a:r>
          </a:p>
          <a:p>
            <a:endParaRPr lang="en-US"/>
          </a:p>
        </p:txBody>
      </p:sp>
      <p:sp>
        <p:nvSpPr>
          <p:cNvPr id="4" name="Slide Number Placeholder 3"/>
          <p:cNvSpPr>
            <a:spLocks noGrp="1"/>
          </p:cNvSpPr>
          <p:nvPr>
            <p:ph type="sldNum" sz="quarter" idx="5"/>
          </p:nvPr>
        </p:nvSpPr>
        <p:spPr/>
        <p:txBody>
          <a:bodyPr/>
          <a:lstStyle/>
          <a:p>
            <a:fld id="{433B60B0-1DC3-0D4A-A3FA-F1C84AA2F0B8}" type="slidenum">
              <a:rPr lang="en-US" smtClean="0"/>
              <a:t>11</a:t>
            </a:fld>
            <a:endParaRPr lang="en-US"/>
          </a:p>
        </p:txBody>
      </p:sp>
    </p:spTree>
    <p:extLst>
      <p:ext uri="{BB962C8B-B14F-4D97-AF65-F5344CB8AC3E}">
        <p14:creationId xmlns:p14="http://schemas.microsoft.com/office/powerpoint/2010/main" val="1061662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1990s saw pivotal shifts in both the theoretical underpinnings and practical applications of AI.</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1997, IBM's Deep Blue made history by defeating world chess champion Garry Kasparov. This victory showcased AI's capabilities in solving complex strategic problems, highlighting its potential in game-playing scenarios.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Rodney Brooks' work on behavior-based robotics in 1999, including the development of the Roomba, demonstrated practical AI applications in autonomous robots, making a significant impact on everyday technology.</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That same year, Fei-Fei Li launched the ImageNet database. ImageNet provided a massive, structured dataset that greatly accelerated advancements in machine vision, enabling the development of powerful image recognition algorithms that are foundational to modern computer vision applications.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However, the 1990s also brought a reality check for AI. Despite significant advancements, AI systems remained highly specialized, excelling only in narrow domains. The decade ended with a wave of disillusionment about the broader capabilities of AI, leading to a sobering adjustment of expectations across the industry</a:t>
            </a:r>
          </a:p>
        </p:txBody>
      </p:sp>
      <p:sp>
        <p:nvSpPr>
          <p:cNvPr id="4" name="Slide Number Placeholder 3"/>
          <p:cNvSpPr>
            <a:spLocks noGrp="1"/>
          </p:cNvSpPr>
          <p:nvPr>
            <p:ph type="sldNum" sz="quarter" idx="5"/>
          </p:nvPr>
        </p:nvSpPr>
        <p:spPr/>
        <p:txBody>
          <a:bodyPr/>
          <a:lstStyle/>
          <a:p>
            <a:fld id="{433B60B0-1DC3-0D4A-A3FA-F1C84AA2F0B8}" type="slidenum">
              <a:rPr lang="en-US" smtClean="0"/>
              <a:t>12</a:t>
            </a:fld>
            <a:endParaRPr lang="en-US"/>
          </a:p>
        </p:txBody>
      </p:sp>
    </p:spTree>
    <p:extLst>
      <p:ext uri="{BB962C8B-B14F-4D97-AF65-F5344CB8AC3E}">
        <p14:creationId xmlns:p14="http://schemas.microsoft.com/office/powerpoint/2010/main" val="2984141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2000s were a decade of significant milestones that expanded AI's reach and demonstrated new capabilities.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2006, Geoffrey Hinton and his team introduced techniques that significantly improved deep neural networks, ushering in the modern era of deep learning. This development led to breakthroughs in numerous AI applications across various sectors.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2009, IBM's Watson showcased its prowess by defeating human champions on the game show Jeopardy. This achievement demonstrated the potential of AI in processing and understanding natural language at a high level.</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Google Voice Search, introduced in 2008, allowed users to perform searches by simply speaking their queries. This innovation made technology more accessible and integrated AI more deeply into daily life.</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Despite these advancements, the decade also saw notable failures. The 2003 Mars Rover mission highlighted the challenges of deploying AI in unstructured environments due to software errors. Moreover, the Semantic Web project failed to gain widespread adoption, showcasing the complexities of applying semantic technologies at a large scale.</a:t>
            </a:r>
          </a:p>
        </p:txBody>
      </p:sp>
      <p:sp>
        <p:nvSpPr>
          <p:cNvPr id="4" name="Slide Number Placeholder 3"/>
          <p:cNvSpPr>
            <a:spLocks noGrp="1"/>
          </p:cNvSpPr>
          <p:nvPr>
            <p:ph type="sldNum" sz="quarter" idx="5"/>
          </p:nvPr>
        </p:nvSpPr>
        <p:spPr/>
        <p:txBody>
          <a:bodyPr/>
          <a:lstStyle/>
          <a:p>
            <a:fld id="{433B60B0-1DC3-0D4A-A3FA-F1C84AA2F0B8}" type="slidenum">
              <a:rPr lang="en-US" smtClean="0"/>
              <a:t>13</a:t>
            </a:fld>
            <a:endParaRPr lang="en-US"/>
          </a:p>
        </p:txBody>
      </p:sp>
    </p:spTree>
    <p:extLst>
      <p:ext uri="{BB962C8B-B14F-4D97-AF65-F5344CB8AC3E}">
        <p14:creationId xmlns:p14="http://schemas.microsoft.com/office/powerpoint/2010/main" val="1473840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2010s marked a decade of impressive achievements and some notable setbacks in AI.</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In 2016, Google DeepMind's AlphaGo defeated world champion Lee Sedol in the complex game of Go, signaling a significant leap in AI's strategic thinking capabilities.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Google Duplex was introduced in 2018, using AI to conduct natural-sounding conversations to manage appointments and reservations, demonstrating advanced capabilities in human-AI interaction.</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However, this decade also saw its share of controversies. In 2018, Amazon's AI recruiting tool was found to exhibit bias against women, and the Cambridge Analytica scandal involving Facebook highlighted severe concerns about data privacy and misuse in AI applications.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Despite these challenges, the decade laid the groundwork for AI's future, pushing the boundaries of what artificial intelligence can achieve while also serving as a reminder of the ethical and practical challenges that lie ahead.</a:t>
            </a:r>
          </a:p>
        </p:txBody>
      </p:sp>
      <p:sp>
        <p:nvSpPr>
          <p:cNvPr id="4" name="Slide Number Placeholder 3"/>
          <p:cNvSpPr>
            <a:spLocks noGrp="1"/>
          </p:cNvSpPr>
          <p:nvPr>
            <p:ph type="sldNum" sz="quarter" idx="5"/>
          </p:nvPr>
        </p:nvSpPr>
        <p:spPr/>
        <p:txBody>
          <a:bodyPr/>
          <a:lstStyle/>
          <a:p>
            <a:fld id="{433B60B0-1DC3-0D4A-A3FA-F1C84AA2F0B8}" type="slidenum">
              <a:rPr lang="en-US" smtClean="0"/>
              <a:t>14</a:t>
            </a:fld>
            <a:endParaRPr lang="en-US"/>
          </a:p>
        </p:txBody>
      </p:sp>
    </p:spTree>
    <p:extLst>
      <p:ext uri="{BB962C8B-B14F-4D97-AF65-F5344CB8AC3E}">
        <p14:creationId xmlns:p14="http://schemas.microsoft.com/office/powerpoint/2010/main" val="3964926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0D0D0D"/>
                </a:solidFill>
                <a:effectLst/>
                <a:highlight>
                  <a:srgbClr val="FFFFFF"/>
                </a:highlight>
                <a:latin typeface="Söhne"/>
              </a:rPr>
              <a:t>The 2020s have witnessed groundbreaking developments in AI that continue to push the boundaries of technology and its applications. In 2020, OpenAI released GPT-3, an advanced iteration of the Generative Pre-trained Transformer series. This AI model has dramatically enhanced natural </a:t>
            </a:r>
          </a:p>
          <a:p>
            <a:pPr algn="l"/>
            <a:r>
              <a:rPr lang="en-US" b="0" i="0">
                <a:solidFill>
                  <a:srgbClr val="0D0D0D"/>
                </a:solidFill>
                <a:effectLst/>
                <a:highlight>
                  <a:srgbClr val="FFFFFF"/>
                </a:highlight>
                <a:latin typeface="Söhne"/>
              </a:rPr>
              <a:t>language understanding and generation, supporting a wide array of applications from automated content creation to sophisticated dialogue systems.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That same year, DeepMind's AlphaFold made a monumental breakthrough by solving the protein folding problem, which has been a major challenge in biology for decades. This achievement not only showcases the practical applications of AI in science but also opens up new possibilities for medical research and drug discovery.</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Additionally, 2021 saw the introduction of DALL·E by OpenAI, an AI program capable of creating images from textual descriptions. This tool further exemplifies the expanding capabilities of AI in creative fields, pushing the frontiers of art and design with machine learning.</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However, the decade has also been marked by significant challenges and setbacks. In 2020, controversies such as the Twitter algorithmic bias in image cropping and the UK government’s decision to scrap an algorithm designed to grade student exams highlighted ongoing issues with bias and fairness in AI systems. These incidents underscore the critical need for rigorous ethical standards and robust oversight in AI development to prevent bias and ensure fairness.</a:t>
            </a:r>
          </a:p>
          <a:p>
            <a:pPr algn="l"/>
            <a:endParaRPr lang="en-US" b="0" i="0">
              <a:solidFill>
                <a:srgbClr val="0D0D0D"/>
              </a:solidFill>
              <a:effectLst/>
              <a:highlight>
                <a:srgbClr val="FFFFFF"/>
              </a:highlight>
              <a:latin typeface="Söhne"/>
            </a:endParaRPr>
          </a:p>
          <a:p>
            <a:pPr algn="l"/>
            <a:r>
              <a:rPr lang="en-US" b="0" i="0">
                <a:solidFill>
                  <a:srgbClr val="0D0D0D"/>
                </a:solidFill>
                <a:effectLst/>
                <a:highlight>
                  <a:srgbClr val="FFFFFF"/>
                </a:highlight>
                <a:latin typeface="Söhne"/>
              </a:rPr>
              <a:t>As we continue through the decade, these developments and challenges define the dual narrative of AI's potential to revolutionize industries and the imperative to address the ethical and societal implications of this powerful technology.</a:t>
            </a:r>
          </a:p>
        </p:txBody>
      </p:sp>
      <p:sp>
        <p:nvSpPr>
          <p:cNvPr id="4" name="Slide Number Placeholder 3"/>
          <p:cNvSpPr>
            <a:spLocks noGrp="1"/>
          </p:cNvSpPr>
          <p:nvPr>
            <p:ph type="sldNum" sz="quarter" idx="5"/>
          </p:nvPr>
        </p:nvSpPr>
        <p:spPr/>
        <p:txBody>
          <a:bodyPr/>
          <a:lstStyle/>
          <a:p>
            <a:fld id="{433B60B0-1DC3-0D4A-A3FA-F1C84AA2F0B8}" type="slidenum">
              <a:rPr lang="en-US" smtClean="0"/>
              <a:t>15</a:t>
            </a:fld>
            <a:endParaRPr lang="en-US"/>
          </a:p>
        </p:txBody>
      </p:sp>
    </p:spTree>
    <p:extLst>
      <p:ext uri="{BB962C8B-B14F-4D97-AF65-F5344CB8AC3E}">
        <p14:creationId xmlns:p14="http://schemas.microsoft.com/office/powerpoint/2010/main" val="258234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4/25/2024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4/25/2024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4/25/2024</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4/25/2024</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89F9-FFD7-8F7B-5911-3F414BB34A13}"/>
              </a:ext>
            </a:extLst>
          </p:cNvPr>
          <p:cNvSpPr>
            <a:spLocks noGrp="1"/>
          </p:cNvSpPr>
          <p:nvPr>
            <p:ph type="ctrTitle"/>
          </p:nvPr>
        </p:nvSpPr>
        <p:spPr/>
        <p:txBody>
          <a:bodyPr/>
          <a:lstStyle/>
          <a:p>
            <a:r>
              <a:rPr lang="en-US"/>
              <a:t>AI FUNDAMENTALS</a:t>
            </a:r>
          </a:p>
        </p:txBody>
      </p:sp>
      <p:sp>
        <p:nvSpPr>
          <p:cNvPr id="3" name="Subtitle 2">
            <a:extLst>
              <a:ext uri="{FF2B5EF4-FFF2-40B4-BE49-F238E27FC236}">
                <a16:creationId xmlns:a16="http://schemas.microsoft.com/office/drawing/2014/main" id="{9468B62C-DA01-3A8A-38DA-398E7EB5E307}"/>
              </a:ext>
            </a:extLst>
          </p:cNvPr>
          <p:cNvSpPr>
            <a:spLocks noGrp="1"/>
          </p:cNvSpPr>
          <p:nvPr>
            <p:ph type="subTitle" idx="1"/>
          </p:nvPr>
        </p:nvSpPr>
        <p:spPr/>
        <p:txBody>
          <a:bodyPr/>
          <a:lstStyle/>
          <a:p>
            <a:r>
              <a:rPr lang="en-US" b="1"/>
              <a:t>Madison College</a:t>
            </a:r>
          </a:p>
        </p:txBody>
      </p:sp>
      <p:sp>
        <p:nvSpPr>
          <p:cNvPr id="5" name="Subtitle 2">
            <a:extLst>
              <a:ext uri="{FF2B5EF4-FFF2-40B4-BE49-F238E27FC236}">
                <a16:creationId xmlns:a16="http://schemas.microsoft.com/office/drawing/2014/main" id="{090AE86B-FABD-CA0B-1247-AE81F01FC885}"/>
              </a:ext>
            </a:extLst>
          </p:cNvPr>
          <p:cNvSpPr txBox="1">
            <a:spLocks/>
          </p:cNvSpPr>
          <p:nvPr/>
        </p:nvSpPr>
        <p:spPr>
          <a:xfrm>
            <a:off x="810001" y="5829756"/>
            <a:ext cx="10572000" cy="746714"/>
          </a:xfrm>
          <a:prstGeom prst="rect">
            <a:avLst/>
          </a:prstGeom>
          <a:effectLst>
            <a:outerShdw blurRad="50800" dir="14400000">
              <a:srgbClr val="000000">
                <a:alpha val="40000"/>
              </a:srgbClr>
            </a:outerShdw>
          </a:effectLst>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b="1"/>
              <a:t>Week 01</a:t>
            </a:r>
            <a:r>
              <a:rPr lang="en-US"/>
              <a:t> </a:t>
            </a:r>
          </a:p>
          <a:p>
            <a:r>
              <a:rPr lang="en-US">
                <a:solidFill>
                  <a:srgbClr val="FFFF00"/>
                </a:solidFill>
              </a:rPr>
              <a:t>Part 2: History of AI</a:t>
            </a:r>
          </a:p>
        </p:txBody>
      </p:sp>
    </p:spTree>
    <p:extLst>
      <p:ext uri="{BB962C8B-B14F-4D97-AF65-F5344CB8AC3E}">
        <p14:creationId xmlns:p14="http://schemas.microsoft.com/office/powerpoint/2010/main" val="22877357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250"/>
                                  </p:stCondLst>
                                  <p:iterate type="lt">
                                    <p:tmPct val="10000"/>
                                  </p:iterate>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9E7F0D-51D3-3F20-A3FE-B9C7BC8E5F06}"/>
              </a:ext>
            </a:extLst>
          </p:cNvPr>
          <p:cNvSpPr>
            <a:spLocks noGrp="1"/>
          </p:cNvSpPr>
          <p:nvPr>
            <p:ph type="title"/>
          </p:nvPr>
        </p:nvSpPr>
        <p:spPr>
          <a:xfrm>
            <a:off x="810001" y="447188"/>
            <a:ext cx="3413084" cy="1559412"/>
          </a:xfrm>
        </p:spPr>
        <p:txBody>
          <a:bodyPr vert="horz" lIns="91440" tIns="45720" rIns="91440" bIns="45720" rtlCol="0" anchor="b">
            <a:normAutofit/>
          </a:bodyPr>
          <a:lstStyle/>
          <a:p>
            <a:r>
              <a:rPr lang="en-US" sz="3200" dirty="0"/>
              <a:t>TOPICS</a:t>
            </a:r>
          </a:p>
        </p:txBody>
      </p:sp>
      <p:sp>
        <p:nvSpPr>
          <p:cNvPr id="4" name="Text Placeholder 3">
            <a:extLst>
              <a:ext uri="{FF2B5EF4-FFF2-40B4-BE49-F238E27FC236}">
                <a16:creationId xmlns:a16="http://schemas.microsoft.com/office/drawing/2014/main" id="{BFFA63A0-0298-70F0-F643-5B8F10E17C58}"/>
              </a:ext>
            </a:extLst>
          </p:cNvPr>
          <p:cNvSpPr>
            <a:spLocks noGrp="1"/>
          </p:cNvSpPr>
          <p:nvPr>
            <p:ph type="body" sz="half" idx="2"/>
          </p:nvPr>
        </p:nvSpPr>
        <p:spPr>
          <a:xfrm>
            <a:off x="818713" y="2413000"/>
            <a:ext cx="3404372" cy="3632200"/>
          </a:xfrm>
        </p:spPr>
        <p:txBody>
          <a:bodyPr vert="horz" lIns="91440" tIns="45720" rIns="91440" bIns="45720" rtlCol="0" anchor="ctr">
            <a:normAutofit/>
          </a:bodyPr>
          <a:lstStyle/>
          <a:p>
            <a:r>
              <a:rPr lang="en-US" dirty="0"/>
              <a:t>History before 1950</a:t>
            </a:r>
          </a:p>
          <a:p>
            <a:r>
              <a:rPr lang="en-US" dirty="0"/>
              <a:t>History 1950 to Today</a:t>
            </a:r>
          </a:p>
        </p:txBody>
      </p:sp>
      <p:sp>
        <p:nvSpPr>
          <p:cNvPr id="17"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C9D9D211-7099-D4B0-E2A3-9BF0B3E044AC}"/>
              </a:ext>
            </a:extLst>
          </p:cNvPr>
          <p:cNvPicPr>
            <a:picLocks noGrp="1" noChangeAspect="1"/>
          </p:cNvPicPr>
          <p:nvPr>
            <p:ph idx="1"/>
          </p:nvPr>
        </p:nvPicPr>
        <p:blipFill>
          <a:blip r:embed="rId3"/>
          <a:srcRect t="11604" b="11604"/>
          <a:stretch/>
        </p:blipFill>
        <p:spPr>
          <a:xfrm>
            <a:off x="5603706" y="1258529"/>
            <a:ext cx="5638853" cy="4330205"/>
          </a:xfrm>
          <a:prstGeom prst="rect">
            <a:avLst/>
          </a:prstGeom>
        </p:spPr>
      </p:pic>
    </p:spTree>
    <p:extLst>
      <p:ext uri="{BB962C8B-B14F-4D97-AF65-F5344CB8AC3E}">
        <p14:creationId xmlns:p14="http://schemas.microsoft.com/office/powerpoint/2010/main" val="3485977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775F366-526C-4C42-8931-696FFE8AA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669957-503B-C744-EB0C-233942427CEC}"/>
              </a:ext>
            </a:extLst>
          </p:cNvPr>
          <p:cNvSpPr>
            <a:spLocks noGrp="1"/>
          </p:cNvSpPr>
          <p:nvPr>
            <p:ph type="title"/>
          </p:nvPr>
        </p:nvSpPr>
        <p:spPr>
          <a:xfrm>
            <a:off x="1280559" y="1286935"/>
            <a:ext cx="9638153" cy="2668377"/>
          </a:xfrm>
          <a:effectLst/>
        </p:spPr>
        <p:txBody>
          <a:bodyPr vert="horz" lIns="91440" tIns="45720" rIns="91440" bIns="45720" rtlCol="0" anchor="b">
            <a:normAutofit/>
          </a:bodyPr>
          <a:lstStyle/>
          <a:p>
            <a:pPr algn="ctr"/>
            <a:r>
              <a:rPr lang="en-US" sz="5400">
                <a:solidFill>
                  <a:schemeClr val="tx1"/>
                </a:solidFill>
              </a:rPr>
              <a:t>History of AI</a:t>
            </a:r>
          </a:p>
        </p:txBody>
      </p:sp>
      <p:sp>
        <p:nvSpPr>
          <p:cNvPr id="3" name="TextBox 2">
            <a:extLst>
              <a:ext uri="{FF2B5EF4-FFF2-40B4-BE49-F238E27FC236}">
                <a16:creationId xmlns:a16="http://schemas.microsoft.com/office/drawing/2014/main" id="{8B0B20AA-A77A-F1F0-2698-E492CF8D7112}"/>
              </a:ext>
            </a:extLst>
          </p:cNvPr>
          <p:cNvSpPr txBox="1"/>
          <p:nvPr/>
        </p:nvSpPr>
        <p:spPr>
          <a:xfrm>
            <a:off x="2571749" y="4033655"/>
            <a:ext cx="6448425" cy="369332"/>
          </a:xfrm>
          <a:prstGeom prst="rect">
            <a:avLst/>
          </a:prstGeom>
          <a:noFill/>
        </p:spPr>
        <p:txBody>
          <a:bodyPr wrap="square" rtlCol="0">
            <a:spAutoFit/>
          </a:bodyPr>
          <a:lstStyle/>
          <a:p>
            <a:pPr algn="ctr"/>
            <a:r>
              <a:rPr lang="en-US"/>
              <a:t>Before 1950</a:t>
            </a:r>
          </a:p>
        </p:txBody>
      </p:sp>
    </p:spTree>
    <p:extLst>
      <p:ext uri="{BB962C8B-B14F-4D97-AF65-F5344CB8AC3E}">
        <p14:creationId xmlns:p14="http://schemas.microsoft.com/office/powerpoint/2010/main" val="1297331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57638D3-F637-6395-D5FD-96FA7F89CF7A}"/>
              </a:ext>
            </a:extLst>
          </p:cNvPr>
          <p:cNvSpPr>
            <a:spLocks noGrp="1"/>
          </p:cNvSpPr>
          <p:nvPr>
            <p:ph type="title"/>
          </p:nvPr>
        </p:nvSpPr>
        <p:spPr>
          <a:xfrm>
            <a:off x="810000" y="5154307"/>
            <a:ext cx="10571998" cy="970450"/>
          </a:xfrm>
        </p:spPr>
        <p:txBody>
          <a:bodyPr>
            <a:normAutofit/>
          </a:bodyPr>
          <a:lstStyle/>
          <a:p>
            <a:r>
              <a:rPr lang="en-US"/>
              <a:t>Myths &amp; Early Concepts of Automata</a:t>
            </a:r>
          </a:p>
        </p:txBody>
      </p:sp>
      <p:pic>
        <p:nvPicPr>
          <p:cNvPr id="5" name="Picture 4" descr="A collage of images of a person and a statue&#10;&#10;Description automatically generated">
            <a:extLst>
              <a:ext uri="{FF2B5EF4-FFF2-40B4-BE49-F238E27FC236}">
                <a16:creationId xmlns:a16="http://schemas.microsoft.com/office/drawing/2014/main" id="{8360C691-2A16-4A66-8669-1124F3EAD608}"/>
              </a:ext>
            </a:extLst>
          </p:cNvPr>
          <p:cNvPicPr>
            <a:picLocks noChangeAspect="1"/>
          </p:cNvPicPr>
          <p:nvPr/>
        </p:nvPicPr>
        <p:blipFill>
          <a:blip r:embed="rId3"/>
          <a:stretch>
            <a:fillRect/>
          </a:stretch>
        </p:blipFill>
        <p:spPr>
          <a:xfrm>
            <a:off x="810000" y="1009293"/>
            <a:ext cx="3236706" cy="3236706"/>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7562251-90C0-7AD3-8291-A7FB9C9C2F28}"/>
              </a:ext>
            </a:extLst>
          </p:cNvPr>
          <p:cNvSpPr>
            <a:spLocks noGrp="1"/>
          </p:cNvSpPr>
          <p:nvPr>
            <p:ph idx="1"/>
          </p:nvPr>
        </p:nvSpPr>
        <p:spPr>
          <a:xfrm>
            <a:off x="4405192" y="810001"/>
            <a:ext cx="6968094" cy="3580281"/>
          </a:xfrm>
          <a:effectLst/>
        </p:spPr>
        <p:txBody>
          <a:bodyPr>
            <a:normAutofit/>
          </a:bodyPr>
          <a:lstStyle/>
          <a:p>
            <a:r>
              <a:rPr lang="en-US"/>
              <a:t>Hephaestus and his mechanical servants</a:t>
            </a:r>
          </a:p>
          <a:p>
            <a:r>
              <a:rPr lang="en-US"/>
              <a:t>Talos, the bronze automaton</a:t>
            </a:r>
          </a:p>
          <a:p>
            <a:r>
              <a:rPr lang="en-US"/>
              <a:t>Pygmalion’s animated statue</a:t>
            </a:r>
          </a:p>
        </p:txBody>
      </p:sp>
      <p:sp>
        <p:nvSpPr>
          <p:cNvPr id="14"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a:solidFill>
                <a:srgbClr val="FFFFFF"/>
              </a:solidFill>
            </a:endParaRPr>
          </a:p>
        </p:txBody>
      </p:sp>
    </p:spTree>
    <p:extLst>
      <p:ext uri="{BB962C8B-B14F-4D97-AF65-F5344CB8AC3E}">
        <p14:creationId xmlns:p14="http://schemas.microsoft.com/office/powerpoint/2010/main" val="14896552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57638D3-F637-6395-D5FD-96FA7F89CF7A}"/>
              </a:ext>
            </a:extLst>
          </p:cNvPr>
          <p:cNvSpPr>
            <a:spLocks noGrp="1"/>
          </p:cNvSpPr>
          <p:nvPr>
            <p:ph type="title"/>
          </p:nvPr>
        </p:nvSpPr>
        <p:spPr>
          <a:xfrm>
            <a:off x="810000" y="5436037"/>
            <a:ext cx="10571998" cy="970450"/>
          </a:xfrm>
        </p:spPr>
        <p:txBody>
          <a:bodyPr>
            <a:normAutofit fontScale="90000"/>
          </a:bodyPr>
          <a:lstStyle/>
          <a:p>
            <a:r>
              <a:rPr lang="en-US"/>
              <a:t>Mechanical Ingenuity </a:t>
            </a:r>
            <a:br>
              <a:rPr lang="en-US"/>
            </a:br>
            <a:r>
              <a:rPr lang="en-US"/>
              <a:t>in the Renaissance and Enlightenment</a:t>
            </a:r>
          </a:p>
        </p:txBody>
      </p:sp>
      <p:pic>
        <p:nvPicPr>
          <p:cNvPr id="5" name="Picture 4">
            <a:extLst>
              <a:ext uri="{FF2B5EF4-FFF2-40B4-BE49-F238E27FC236}">
                <a16:creationId xmlns:a16="http://schemas.microsoft.com/office/drawing/2014/main" id="{8360C691-2A16-4A66-8669-1124F3EAD608}"/>
              </a:ext>
            </a:extLst>
          </p:cNvPr>
          <p:cNvPicPr>
            <a:picLocks noChangeAspect="1"/>
          </p:cNvPicPr>
          <p:nvPr/>
        </p:nvPicPr>
        <p:blipFill>
          <a:blip r:embed="rId3"/>
          <a:srcRect/>
          <a:stretch/>
        </p:blipFill>
        <p:spPr>
          <a:xfrm>
            <a:off x="810000" y="1009293"/>
            <a:ext cx="3236706" cy="3236706"/>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7562251-90C0-7AD3-8291-A7FB9C9C2F28}"/>
              </a:ext>
            </a:extLst>
          </p:cNvPr>
          <p:cNvSpPr>
            <a:spLocks noGrp="1"/>
          </p:cNvSpPr>
          <p:nvPr>
            <p:ph idx="1"/>
          </p:nvPr>
        </p:nvSpPr>
        <p:spPr>
          <a:xfrm>
            <a:off x="4405192" y="810001"/>
            <a:ext cx="6968094" cy="3580281"/>
          </a:xfrm>
          <a:effectLst/>
        </p:spPr>
        <p:txBody>
          <a:bodyPr>
            <a:normAutofit/>
          </a:bodyPr>
          <a:lstStyle/>
          <a:p>
            <a:r>
              <a:rPr lang="en-US"/>
              <a:t>The Antikythera Mechanism, an ancient Greek analog computer</a:t>
            </a:r>
          </a:p>
          <a:p>
            <a:r>
              <a:rPr lang="en-US"/>
              <a:t>Leonardo da Vinci’s Mechanical Knight</a:t>
            </a:r>
          </a:p>
          <a:p>
            <a:r>
              <a:rPr lang="en-US"/>
              <a:t>Jacques de </a:t>
            </a:r>
            <a:r>
              <a:rPr lang="en-US" err="1"/>
              <a:t>Vaucanson's</a:t>
            </a:r>
            <a:r>
              <a:rPr lang="en-US"/>
              <a:t> Digesting Duck</a:t>
            </a:r>
          </a:p>
        </p:txBody>
      </p:sp>
      <p:sp>
        <p:nvSpPr>
          <p:cNvPr id="14"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a:solidFill>
                <a:srgbClr val="FFFFFF"/>
              </a:solidFill>
            </a:endParaRPr>
          </a:p>
        </p:txBody>
      </p:sp>
    </p:spTree>
    <p:extLst>
      <p:ext uri="{BB962C8B-B14F-4D97-AF65-F5344CB8AC3E}">
        <p14:creationId xmlns:p14="http://schemas.microsoft.com/office/powerpoint/2010/main" val="13469637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57638D3-F637-6395-D5FD-96FA7F89CF7A}"/>
              </a:ext>
            </a:extLst>
          </p:cNvPr>
          <p:cNvSpPr>
            <a:spLocks noGrp="1"/>
          </p:cNvSpPr>
          <p:nvPr>
            <p:ph type="title"/>
          </p:nvPr>
        </p:nvSpPr>
        <p:spPr>
          <a:xfrm>
            <a:off x="810000" y="5279781"/>
            <a:ext cx="10571998" cy="970450"/>
          </a:xfrm>
        </p:spPr>
        <p:txBody>
          <a:bodyPr>
            <a:normAutofit/>
          </a:bodyPr>
          <a:lstStyle/>
          <a:p>
            <a:r>
              <a:rPr lang="en-US"/>
              <a:t>Foundations of Computational Theory</a:t>
            </a:r>
          </a:p>
        </p:txBody>
      </p:sp>
      <p:pic>
        <p:nvPicPr>
          <p:cNvPr id="5" name="Picture 4">
            <a:extLst>
              <a:ext uri="{FF2B5EF4-FFF2-40B4-BE49-F238E27FC236}">
                <a16:creationId xmlns:a16="http://schemas.microsoft.com/office/drawing/2014/main" id="{8360C691-2A16-4A66-8669-1124F3EAD608}"/>
              </a:ext>
            </a:extLst>
          </p:cNvPr>
          <p:cNvPicPr>
            <a:picLocks noChangeAspect="1"/>
          </p:cNvPicPr>
          <p:nvPr/>
        </p:nvPicPr>
        <p:blipFill>
          <a:blip r:embed="rId3"/>
          <a:srcRect/>
          <a:stretch/>
        </p:blipFill>
        <p:spPr>
          <a:xfrm>
            <a:off x="810000" y="1009293"/>
            <a:ext cx="3236706" cy="3236706"/>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7562251-90C0-7AD3-8291-A7FB9C9C2F28}"/>
              </a:ext>
            </a:extLst>
          </p:cNvPr>
          <p:cNvSpPr>
            <a:spLocks noGrp="1"/>
          </p:cNvSpPr>
          <p:nvPr>
            <p:ph idx="1"/>
          </p:nvPr>
        </p:nvSpPr>
        <p:spPr>
          <a:xfrm>
            <a:off x="4405192" y="810001"/>
            <a:ext cx="6968094" cy="3580281"/>
          </a:xfrm>
          <a:effectLst/>
        </p:spPr>
        <p:txBody>
          <a:bodyPr>
            <a:normAutofit/>
          </a:bodyPr>
          <a:lstStyle/>
          <a:p>
            <a:r>
              <a:rPr lang="en-US"/>
              <a:t>Charles Babbage's Analytical Engine</a:t>
            </a:r>
          </a:p>
          <a:p>
            <a:r>
              <a:rPr lang="en-US"/>
              <a:t>Ada Lovelace’s first algorithm</a:t>
            </a:r>
          </a:p>
          <a:p>
            <a:r>
              <a:rPr lang="en-US"/>
              <a:t>Boolean Algebra by George Boole</a:t>
            </a:r>
          </a:p>
        </p:txBody>
      </p:sp>
      <p:sp>
        <p:nvSpPr>
          <p:cNvPr id="14"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a:solidFill>
                <a:srgbClr val="FFFFFF"/>
              </a:solidFill>
            </a:endParaRPr>
          </a:p>
        </p:txBody>
      </p:sp>
    </p:spTree>
    <p:extLst>
      <p:ext uri="{BB962C8B-B14F-4D97-AF65-F5344CB8AC3E}">
        <p14:creationId xmlns:p14="http://schemas.microsoft.com/office/powerpoint/2010/main" val="16348463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102" name="Group 101">
            <a:extLst>
              <a:ext uri="{FF2B5EF4-FFF2-40B4-BE49-F238E27FC236}">
                <a16:creationId xmlns:a16="http://schemas.microsoft.com/office/drawing/2014/main" id="{9AA04846-F8B5-6FD0-95D5-119D1D9F6BEC}"/>
              </a:ext>
            </a:extLst>
          </p:cNvPr>
          <p:cNvGrpSpPr/>
          <p:nvPr/>
        </p:nvGrpSpPr>
        <p:grpSpPr>
          <a:xfrm>
            <a:off x="5623217" y="582432"/>
            <a:ext cx="5786650" cy="743803"/>
            <a:chOff x="5800299" y="791570"/>
            <a:chExt cx="5786650" cy="743803"/>
          </a:xfrm>
        </p:grpSpPr>
        <p:sp>
          <p:nvSpPr>
            <p:cNvPr id="100" name="Rectangle: Top Corners Rounded 99">
              <a:extLst>
                <a:ext uri="{FF2B5EF4-FFF2-40B4-BE49-F238E27FC236}">
                  <a16:creationId xmlns:a16="http://schemas.microsoft.com/office/drawing/2014/main" id="{F99F95AA-3456-B481-11CB-D16FB5B8CA8A}"/>
                </a:ext>
              </a:extLst>
            </p:cNvPr>
            <p:cNvSpPr/>
            <p:nvPr/>
          </p:nvSpPr>
          <p:spPr>
            <a:xfrm>
              <a:off x="5800299" y="791570"/>
              <a:ext cx="5786650" cy="743803"/>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01" name="TextBox 100">
              <a:extLst>
                <a:ext uri="{FF2B5EF4-FFF2-40B4-BE49-F238E27FC236}">
                  <a16:creationId xmlns:a16="http://schemas.microsoft.com/office/drawing/2014/main" id="{9DE90C9A-C574-A734-7C12-4A1C29A3DFCA}"/>
                </a:ext>
              </a:extLst>
            </p:cNvPr>
            <p:cNvSpPr txBox="1"/>
            <p:nvPr/>
          </p:nvSpPr>
          <p:spPr>
            <a:xfrm>
              <a:off x="5875361" y="889894"/>
              <a:ext cx="5636525" cy="523220"/>
            </a:xfrm>
            <a:prstGeom prst="rect">
              <a:avLst/>
            </a:prstGeom>
            <a:noFill/>
          </p:spPr>
          <p:txBody>
            <a:bodyPr wrap="square" rtlCol="0">
              <a:spAutoFit/>
            </a:bodyPr>
            <a:lstStyle/>
            <a:p>
              <a:pPr algn="ctr"/>
              <a:r>
                <a:rPr lang="en-US" sz="2800"/>
                <a:t>HISTORY OF AI</a:t>
              </a:r>
            </a:p>
          </p:txBody>
        </p:sp>
      </p:grpSp>
      <p:pic>
        <p:nvPicPr>
          <p:cNvPr id="99" name="Picture 98">
            <a:extLst>
              <a:ext uri="{FF2B5EF4-FFF2-40B4-BE49-F238E27FC236}">
                <a16:creationId xmlns:a16="http://schemas.microsoft.com/office/drawing/2014/main" id="{E6CA1985-DDB3-EEEC-4CF3-7F575D48DCC3}"/>
              </a:ext>
            </a:extLst>
          </p:cNvPr>
          <p:cNvPicPr>
            <a:picLocks noChangeAspect="1"/>
          </p:cNvPicPr>
          <p:nvPr/>
        </p:nvPicPr>
        <p:blipFill>
          <a:blip r:embed="rId3"/>
          <a:stretch>
            <a:fillRect/>
          </a:stretch>
        </p:blipFill>
        <p:spPr>
          <a:xfrm>
            <a:off x="4836708" y="1326235"/>
            <a:ext cx="7359669" cy="4205525"/>
          </a:xfrm>
          <a:prstGeom prst="rect">
            <a:avLst/>
          </a:prstGeom>
        </p:spPr>
      </p:pic>
      <p:grpSp>
        <p:nvGrpSpPr>
          <p:cNvPr id="6" name="1950">
            <a:extLst>
              <a:ext uri="{FF2B5EF4-FFF2-40B4-BE49-F238E27FC236}">
                <a16:creationId xmlns:a16="http://schemas.microsoft.com/office/drawing/2014/main" id="{D0E2C6AF-37D1-7D4D-DE7A-6A120F01C5F2}"/>
              </a:ext>
            </a:extLst>
          </p:cNvPr>
          <p:cNvGrpSpPr/>
          <p:nvPr/>
        </p:nvGrpSpPr>
        <p:grpSpPr>
          <a:xfrm>
            <a:off x="-7348942"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9993629"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1061809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11260099"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11885924"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sp>
        <p:nvSpPr>
          <p:cNvPr id="103" name="Scroll: Horizontal 102">
            <a:extLst>
              <a:ext uri="{FF2B5EF4-FFF2-40B4-BE49-F238E27FC236}">
                <a16:creationId xmlns:a16="http://schemas.microsoft.com/office/drawing/2014/main" id="{EB8CA781-AD5C-E667-3297-FD6B99B60463}"/>
              </a:ext>
            </a:extLst>
          </p:cNvPr>
          <p:cNvSpPr/>
          <p:nvPr/>
        </p:nvSpPr>
        <p:spPr>
          <a:xfrm>
            <a:off x="6044222" y="5335070"/>
            <a:ext cx="4944637" cy="1254642"/>
          </a:xfrm>
          <a:prstGeom prst="horizontalScroll">
            <a:avLst/>
          </a:prstGeom>
          <a:solidFill>
            <a:schemeClr val="accent4">
              <a:alpha val="84000"/>
            </a:schemeClr>
          </a:solidFill>
          <a:ln>
            <a:solidFill>
              <a:schemeClr val="accent4">
                <a:lumMod val="20000"/>
                <a:lumOff val="8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53E416BB-CA6F-5313-6F53-9F8EA5F09D6F}"/>
              </a:ext>
            </a:extLst>
          </p:cNvPr>
          <p:cNvSpPr txBox="1"/>
          <p:nvPr/>
        </p:nvSpPr>
        <p:spPr>
          <a:xfrm>
            <a:off x="6623944" y="5670003"/>
            <a:ext cx="3785191" cy="584775"/>
          </a:xfrm>
          <a:prstGeom prst="rect">
            <a:avLst/>
          </a:prstGeom>
          <a:noFill/>
        </p:spPr>
        <p:txBody>
          <a:bodyPr wrap="square" rtlCol="0">
            <a:spAutoFit/>
          </a:bodyPr>
          <a:lstStyle/>
          <a:p>
            <a:pPr algn="ctr"/>
            <a:r>
              <a:rPr lang="en-US" sz="3200" b="1"/>
              <a:t>1950 to Today</a:t>
            </a:r>
          </a:p>
        </p:txBody>
      </p:sp>
    </p:spTree>
    <p:extLst>
      <p:ext uri="{BB962C8B-B14F-4D97-AF65-F5344CB8AC3E}">
        <p14:creationId xmlns:p14="http://schemas.microsoft.com/office/powerpoint/2010/main" val="283181131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50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1000"/>
                                        <p:tgtEl>
                                          <p:spTgt spid="102"/>
                                        </p:tgtEl>
                                      </p:cBhvr>
                                    </p:animEffect>
                                    <p:anim calcmode="lin" valueType="num">
                                      <p:cBhvr>
                                        <p:cTn id="11" dur="1000" fill="hold"/>
                                        <p:tgtEl>
                                          <p:spTgt spid="102"/>
                                        </p:tgtEl>
                                        <p:attrNameLst>
                                          <p:attrName>ppt_x</p:attrName>
                                        </p:attrNameLst>
                                      </p:cBhvr>
                                      <p:tavLst>
                                        <p:tav tm="0">
                                          <p:val>
                                            <p:strVal val="#ppt_x"/>
                                          </p:val>
                                        </p:tav>
                                        <p:tav tm="100000">
                                          <p:val>
                                            <p:strVal val="#ppt_x"/>
                                          </p:val>
                                        </p:tav>
                                      </p:tavLst>
                                    </p:anim>
                                    <p:anim calcmode="lin" valueType="num">
                                      <p:cBhvr>
                                        <p:cTn id="12" dur="1000" fill="hold"/>
                                        <p:tgtEl>
                                          <p:spTgt spid="102"/>
                                        </p:tgtEl>
                                        <p:attrNameLst>
                                          <p:attrName>ppt_y</p:attrName>
                                        </p:attrNameLst>
                                      </p:cBhvr>
                                      <p:tavLst>
                                        <p:tav tm="0">
                                          <p:val>
                                            <p:strVal val="#ppt_y+.1"/>
                                          </p:val>
                                        </p:tav>
                                        <p:tav tm="100000">
                                          <p:val>
                                            <p:strVal val="#ppt_y"/>
                                          </p:val>
                                        </p:tav>
                                      </p:tavLst>
                                    </p:anim>
                                  </p:childTnLst>
                                </p:cTn>
                              </p:par>
                            </p:childTnLst>
                          </p:cTn>
                        </p:par>
                        <p:par>
                          <p:cTn id="13" fill="hold">
                            <p:stCondLst>
                              <p:cond delay="1500"/>
                            </p:stCondLst>
                            <p:childTnLst>
                              <p:par>
                                <p:cTn id="14" presetID="16" presetClass="entr" presetSubtype="37" fill="hold" grpId="0" nodeType="after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barn(outVertical)">
                                      <p:cBhvr>
                                        <p:cTn id="16" dur="1500"/>
                                        <p:tgtEl>
                                          <p:spTgt spid="103"/>
                                        </p:tgtEl>
                                      </p:cBhvr>
                                    </p:animEffect>
                                  </p:childTnLst>
                                </p:cTn>
                              </p:par>
                              <p:par>
                                <p:cTn id="17" presetID="16" presetClass="entr" presetSubtype="37" fill="hold" grpId="0" nodeType="withEffect">
                                  <p:stCondLst>
                                    <p:cond delay="500"/>
                                  </p:stCondLst>
                                  <p:childTnLst>
                                    <p:set>
                                      <p:cBhvr>
                                        <p:cTn id="18" dur="1" fill="hold">
                                          <p:stCondLst>
                                            <p:cond delay="0"/>
                                          </p:stCondLst>
                                        </p:cTn>
                                        <p:tgtEl>
                                          <p:spTgt spid="104"/>
                                        </p:tgtEl>
                                        <p:attrNameLst>
                                          <p:attrName>style.visibility</p:attrName>
                                        </p:attrNameLst>
                                      </p:cBhvr>
                                      <p:to>
                                        <p:strVal val="visible"/>
                                      </p:to>
                                    </p:set>
                                    <p:animEffect transition="in" filter="barn(outVertical)">
                                      <p:cBhvr>
                                        <p:cTn id="19"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7127"/>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9993629"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1061809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11260099"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11885924"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sp>
        <p:nvSpPr>
          <p:cNvPr id="8" name="TextBox 7">
            <a:extLst>
              <a:ext uri="{FF2B5EF4-FFF2-40B4-BE49-F238E27FC236}">
                <a16:creationId xmlns:a16="http://schemas.microsoft.com/office/drawing/2014/main" id="{7F1115BA-AB6F-E1C2-BAF3-052A3832C58A}"/>
              </a:ext>
            </a:extLst>
          </p:cNvPr>
          <p:cNvSpPr txBox="1"/>
          <p:nvPr/>
        </p:nvSpPr>
        <p:spPr>
          <a:xfrm>
            <a:off x="1944876" y="6226139"/>
            <a:ext cx="184731" cy="369332"/>
          </a:xfrm>
          <a:prstGeom prst="rect">
            <a:avLst/>
          </a:prstGeom>
          <a:noFill/>
        </p:spPr>
        <p:txBody>
          <a:bodyPr wrap="none" rtlCol="0">
            <a:spAutoFit/>
          </a:bodyPr>
          <a:lstStyle/>
          <a:p>
            <a:endParaRPr lang="en-US"/>
          </a:p>
        </p:txBody>
      </p:sp>
      <p:grpSp>
        <p:nvGrpSpPr>
          <p:cNvPr id="85" name="Group 84">
            <a:extLst>
              <a:ext uri="{FF2B5EF4-FFF2-40B4-BE49-F238E27FC236}">
                <a16:creationId xmlns:a16="http://schemas.microsoft.com/office/drawing/2014/main" id="{FAF677E5-DDC1-6732-6295-F7ECA043FEAA}"/>
              </a:ext>
            </a:extLst>
          </p:cNvPr>
          <p:cNvGrpSpPr/>
          <p:nvPr/>
        </p:nvGrpSpPr>
        <p:grpSpPr>
          <a:xfrm>
            <a:off x="4685070" y="794694"/>
            <a:ext cx="5607826" cy="1512842"/>
            <a:chOff x="5679898" y="872353"/>
            <a:chExt cx="5607826" cy="1512842"/>
          </a:xfrm>
        </p:grpSpPr>
        <p:sp>
          <p:nvSpPr>
            <p:cNvPr id="47" name="Oval 46">
              <a:extLst>
                <a:ext uri="{FF2B5EF4-FFF2-40B4-BE49-F238E27FC236}">
                  <a16:creationId xmlns:a16="http://schemas.microsoft.com/office/drawing/2014/main" id="{A9F91520-602A-C998-ADE1-DCF77EFE9113}"/>
                </a:ext>
              </a:extLst>
            </p:cNvPr>
            <p:cNvSpPr/>
            <p:nvPr/>
          </p:nvSpPr>
          <p:spPr>
            <a:xfrm>
              <a:off x="5679898" y="872353"/>
              <a:ext cx="1466600" cy="1512842"/>
            </a:xfrm>
            <a:prstGeom prst="ellipse">
              <a:avLst/>
            </a:prstGeom>
            <a:noFill/>
            <a:ln>
              <a:solidFill>
                <a:schemeClr val="tx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solidFill>
                  <a:schemeClr val="accent1">
                    <a:lumMod val="60000"/>
                    <a:lumOff val="40000"/>
                  </a:schemeClr>
                </a:solidFill>
              </a:endParaRPr>
            </a:p>
          </p:txBody>
        </p:sp>
        <p:cxnSp>
          <p:nvCxnSpPr>
            <p:cNvPr id="49" name="Straight Connector 48">
              <a:extLst>
                <a:ext uri="{FF2B5EF4-FFF2-40B4-BE49-F238E27FC236}">
                  <a16:creationId xmlns:a16="http://schemas.microsoft.com/office/drawing/2014/main" id="{C09EB160-A6E5-31A6-577D-C164C0CDD57B}"/>
                </a:ext>
              </a:extLst>
            </p:cNvPr>
            <p:cNvCxnSpPr>
              <a:cxnSpLocks/>
              <a:stCxn id="61" idx="6"/>
              <a:endCxn id="58" idx="2"/>
            </p:cNvCxnSpPr>
            <p:nvPr/>
          </p:nvCxnSpPr>
          <p:spPr>
            <a:xfrm>
              <a:off x="6779848" y="1628774"/>
              <a:ext cx="1433760"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37A4C7CE-61E7-1362-2BFE-F4E885E96B9E}"/>
                </a:ext>
              </a:extLst>
            </p:cNvPr>
            <p:cNvSpPr/>
            <p:nvPr/>
          </p:nvSpPr>
          <p:spPr>
            <a:xfrm>
              <a:off x="8213608" y="1546148"/>
              <a:ext cx="157902" cy="1652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61" name="Oval 60">
              <a:extLst>
                <a:ext uri="{FF2B5EF4-FFF2-40B4-BE49-F238E27FC236}">
                  <a16:creationId xmlns:a16="http://schemas.microsoft.com/office/drawing/2014/main" id="{92222B71-BC1B-29DA-871D-927253A36007}"/>
                </a:ext>
              </a:extLst>
            </p:cNvPr>
            <p:cNvSpPr>
              <a:spLocks noChangeAspect="1"/>
            </p:cNvSpPr>
            <p:nvPr/>
          </p:nvSpPr>
          <p:spPr>
            <a:xfrm>
              <a:off x="6046548" y="1250563"/>
              <a:ext cx="733300" cy="756421"/>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solidFill>
                  <a:schemeClr val="accent1">
                    <a:lumMod val="60000"/>
                    <a:lumOff val="40000"/>
                  </a:schemeClr>
                </a:solidFill>
              </a:endParaRPr>
            </a:p>
          </p:txBody>
        </p:sp>
        <p:sp>
          <p:nvSpPr>
            <p:cNvPr id="63" name="Oval 62">
              <a:extLst>
                <a:ext uri="{FF2B5EF4-FFF2-40B4-BE49-F238E27FC236}">
                  <a16:creationId xmlns:a16="http://schemas.microsoft.com/office/drawing/2014/main" id="{92BFEED4-99AD-DAF0-1DCF-3B8081A052EF}"/>
                </a:ext>
              </a:extLst>
            </p:cNvPr>
            <p:cNvSpPr>
              <a:spLocks noChangeAspect="1"/>
            </p:cNvSpPr>
            <p:nvPr/>
          </p:nvSpPr>
          <p:spPr>
            <a:xfrm>
              <a:off x="5863223" y="1061457"/>
              <a:ext cx="1099950" cy="1134632"/>
            </a:xfrm>
            <a:prstGeom prst="ellipse">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u="sng">
                <a:solidFill>
                  <a:schemeClr val="accent1">
                    <a:lumMod val="60000"/>
                    <a:lumOff val="40000"/>
                  </a:schemeClr>
                </a:solidFill>
              </a:endParaRPr>
            </a:p>
          </p:txBody>
        </p:sp>
        <p:sp>
          <p:nvSpPr>
            <p:cNvPr id="64" name="TextBox 63">
              <a:extLst>
                <a:ext uri="{FF2B5EF4-FFF2-40B4-BE49-F238E27FC236}">
                  <a16:creationId xmlns:a16="http://schemas.microsoft.com/office/drawing/2014/main" id="{9784DA80-57B9-6307-2F96-3BC95D1FC9D2}"/>
                </a:ext>
              </a:extLst>
            </p:cNvPr>
            <p:cNvSpPr txBox="1"/>
            <p:nvPr/>
          </p:nvSpPr>
          <p:spPr>
            <a:xfrm>
              <a:off x="8656894" y="1203569"/>
              <a:ext cx="2630830" cy="1015663"/>
            </a:xfrm>
            <a:prstGeom prst="rect">
              <a:avLst/>
            </a:prstGeom>
            <a:noFill/>
          </p:spPr>
          <p:txBody>
            <a:bodyPr wrap="square" rtlCol="0">
              <a:spAutoFit/>
            </a:bodyPr>
            <a:lstStyle/>
            <a:p>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1950</a:t>
              </a:r>
            </a:p>
            <a:p>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Alan Turing</a:t>
              </a:r>
              <a:b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br>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Turing Test</a:t>
              </a:r>
            </a:p>
          </p:txBody>
        </p:sp>
        <p:cxnSp>
          <p:nvCxnSpPr>
            <p:cNvPr id="65" name="Straight Connector 64">
              <a:extLst>
                <a:ext uri="{FF2B5EF4-FFF2-40B4-BE49-F238E27FC236}">
                  <a16:creationId xmlns:a16="http://schemas.microsoft.com/office/drawing/2014/main" id="{BA724E34-E404-67DC-ED26-30256ED4E05A}"/>
                </a:ext>
              </a:extLst>
            </p:cNvPr>
            <p:cNvCxnSpPr>
              <a:cxnSpLocks/>
            </p:cNvCxnSpPr>
            <p:nvPr/>
          </p:nvCxnSpPr>
          <p:spPr>
            <a:xfrm flipH="1" flipV="1">
              <a:off x="8656894" y="1092314"/>
              <a:ext cx="5502" cy="1197156"/>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08A6E21-775A-CBB7-1B42-0671214A396A}"/>
              </a:ext>
            </a:extLst>
          </p:cNvPr>
          <p:cNvGrpSpPr/>
          <p:nvPr/>
        </p:nvGrpSpPr>
        <p:grpSpPr>
          <a:xfrm>
            <a:off x="4685070" y="4451220"/>
            <a:ext cx="5607826" cy="1512842"/>
            <a:chOff x="5577137" y="4721722"/>
            <a:chExt cx="5607826" cy="1512842"/>
          </a:xfrm>
        </p:grpSpPr>
        <p:sp>
          <p:nvSpPr>
            <p:cNvPr id="77" name="Oval 76">
              <a:extLst>
                <a:ext uri="{FF2B5EF4-FFF2-40B4-BE49-F238E27FC236}">
                  <a16:creationId xmlns:a16="http://schemas.microsoft.com/office/drawing/2014/main" id="{42C39399-14AA-9854-A323-3AA08F983DDE}"/>
                </a:ext>
              </a:extLst>
            </p:cNvPr>
            <p:cNvSpPr/>
            <p:nvPr/>
          </p:nvSpPr>
          <p:spPr>
            <a:xfrm>
              <a:off x="5577137" y="4721722"/>
              <a:ext cx="1466600" cy="1512842"/>
            </a:xfrm>
            <a:prstGeom prst="ellipse">
              <a:avLst/>
            </a:prstGeom>
            <a:noFill/>
            <a:ln>
              <a:solidFill>
                <a:schemeClr val="tx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solidFill>
                  <a:schemeClr val="accent1">
                    <a:lumMod val="60000"/>
                    <a:lumOff val="40000"/>
                  </a:schemeClr>
                </a:solidFill>
              </a:endParaRPr>
            </a:p>
          </p:txBody>
        </p:sp>
        <p:cxnSp>
          <p:nvCxnSpPr>
            <p:cNvPr id="78" name="Straight Connector 77">
              <a:extLst>
                <a:ext uri="{FF2B5EF4-FFF2-40B4-BE49-F238E27FC236}">
                  <a16:creationId xmlns:a16="http://schemas.microsoft.com/office/drawing/2014/main" id="{85AB9447-41A9-BB6E-49F2-F41CE1749A47}"/>
                </a:ext>
              </a:extLst>
            </p:cNvPr>
            <p:cNvCxnSpPr>
              <a:cxnSpLocks/>
              <a:stCxn id="80" idx="6"/>
              <a:endCxn id="79" idx="2"/>
            </p:cNvCxnSpPr>
            <p:nvPr/>
          </p:nvCxnSpPr>
          <p:spPr>
            <a:xfrm>
              <a:off x="6677087" y="5478143"/>
              <a:ext cx="1433760" cy="1"/>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5375BE14-822F-7FEB-8CAB-F2DA33A8A0D8}"/>
                </a:ext>
              </a:extLst>
            </p:cNvPr>
            <p:cNvSpPr/>
            <p:nvPr/>
          </p:nvSpPr>
          <p:spPr>
            <a:xfrm>
              <a:off x="8110847" y="5395517"/>
              <a:ext cx="157902" cy="1652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u="sng"/>
            </a:p>
          </p:txBody>
        </p:sp>
        <p:sp>
          <p:nvSpPr>
            <p:cNvPr id="80" name="Oval 79">
              <a:extLst>
                <a:ext uri="{FF2B5EF4-FFF2-40B4-BE49-F238E27FC236}">
                  <a16:creationId xmlns:a16="http://schemas.microsoft.com/office/drawing/2014/main" id="{8C3932AE-70FC-4F25-0068-A000DC49E78D}"/>
                </a:ext>
              </a:extLst>
            </p:cNvPr>
            <p:cNvSpPr>
              <a:spLocks noChangeAspect="1"/>
            </p:cNvSpPr>
            <p:nvPr/>
          </p:nvSpPr>
          <p:spPr>
            <a:xfrm>
              <a:off x="5943787" y="5099932"/>
              <a:ext cx="733300" cy="756421"/>
            </a:xfrm>
            <a:prstGeom prst="ellipse">
              <a:avLst/>
            </a:prstGeom>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solidFill>
                  <a:schemeClr val="accent1">
                    <a:lumMod val="60000"/>
                    <a:lumOff val="40000"/>
                  </a:schemeClr>
                </a:solidFill>
              </a:endParaRPr>
            </a:p>
          </p:txBody>
        </p:sp>
        <p:sp>
          <p:nvSpPr>
            <p:cNvPr id="81" name="Oval 80">
              <a:extLst>
                <a:ext uri="{FF2B5EF4-FFF2-40B4-BE49-F238E27FC236}">
                  <a16:creationId xmlns:a16="http://schemas.microsoft.com/office/drawing/2014/main" id="{122300CA-D36B-21F4-E005-DF99A6B1EABE}"/>
                </a:ext>
              </a:extLst>
            </p:cNvPr>
            <p:cNvSpPr>
              <a:spLocks noChangeAspect="1"/>
            </p:cNvSpPr>
            <p:nvPr/>
          </p:nvSpPr>
          <p:spPr>
            <a:xfrm>
              <a:off x="5760462" y="4910826"/>
              <a:ext cx="1099950" cy="1134632"/>
            </a:xfrm>
            <a:prstGeom prst="ellipse">
              <a:avLst/>
            </a:prstGeom>
            <a:noFill/>
            <a:ln>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u="sng">
                <a:solidFill>
                  <a:schemeClr val="accent1">
                    <a:lumMod val="60000"/>
                    <a:lumOff val="40000"/>
                  </a:schemeClr>
                </a:solidFill>
              </a:endParaRPr>
            </a:p>
          </p:txBody>
        </p:sp>
        <p:sp>
          <p:nvSpPr>
            <p:cNvPr id="82" name="TextBox 81">
              <a:extLst>
                <a:ext uri="{FF2B5EF4-FFF2-40B4-BE49-F238E27FC236}">
                  <a16:creationId xmlns:a16="http://schemas.microsoft.com/office/drawing/2014/main" id="{E4219A6B-214E-0721-0F19-ECE96AC8F47C}"/>
                </a:ext>
              </a:extLst>
            </p:cNvPr>
            <p:cNvSpPr txBox="1"/>
            <p:nvPr/>
          </p:nvSpPr>
          <p:spPr>
            <a:xfrm>
              <a:off x="8554133" y="5052938"/>
              <a:ext cx="2630830" cy="1015663"/>
            </a:xfrm>
            <a:prstGeom prst="rect">
              <a:avLst/>
            </a:prstGeom>
            <a:noFill/>
          </p:spPr>
          <p:txBody>
            <a:bodyPr wrap="square" rtlCol="0">
              <a:spAutoFit/>
            </a:bodyPr>
            <a:lstStyle/>
            <a:p>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1957</a:t>
              </a:r>
            </a:p>
            <a:p>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Frank Rosenblatt</a:t>
              </a:r>
              <a:b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br>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Perceptron</a:t>
              </a:r>
            </a:p>
          </p:txBody>
        </p:sp>
        <p:cxnSp>
          <p:nvCxnSpPr>
            <p:cNvPr id="83" name="Straight Connector 82">
              <a:extLst>
                <a:ext uri="{FF2B5EF4-FFF2-40B4-BE49-F238E27FC236}">
                  <a16:creationId xmlns:a16="http://schemas.microsoft.com/office/drawing/2014/main" id="{010EB56E-5B02-FE0F-5052-AE65252C6744}"/>
                </a:ext>
              </a:extLst>
            </p:cNvPr>
            <p:cNvCxnSpPr>
              <a:cxnSpLocks/>
            </p:cNvCxnSpPr>
            <p:nvPr/>
          </p:nvCxnSpPr>
          <p:spPr>
            <a:xfrm flipH="1" flipV="1">
              <a:off x="8554133" y="4941683"/>
              <a:ext cx="5502" cy="1197156"/>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C10B6892-D288-1084-6CDE-FBF31CB6E9B7}"/>
              </a:ext>
            </a:extLst>
          </p:cNvPr>
          <p:cNvGrpSpPr/>
          <p:nvPr/>
        </p:nvGrpSpPr>
        <p:grpSpPr>
          <a:xfrm>
            <a:off x="4614088" y="2665453"/>
            <a:ext cx="5979402" cy="1512842"/>
            <a:chOff x="5655311" y="2925222"/>
            <a:chExt cx="5979402" cy="1512842"/>
          </a:xfrm>
        </p:grpSpPr>
        <p:grpSp>
          <p:nvGrpSpPr>
            <p:cNvPr id="86" name="Group 85">
              <a:extLst>
                <a:ext uri="{FF2B5EF4-FFF2-40B4-BE49-F238E27FC236}">
                  <a16:creationId xmlns:a16="http://schemas.microsoft.com/office/drawing/2014/main" id="{D082AF7C-85D1-0EA7-6FF8-2924A99D601D}"/>
                </a:ext>
              </a:extLst>
            </p:cNvPr>
            <p:cNvGrpSpPr/>
            <p:nvPr/>
          </p:nvGrpSpPr>
          <p:grpSpPr>
            <a:xfrm>
              <a:off x="5655311" y="2925222"/>
              <a:ext cx="5979402" cy="1512842"/>
              <a:chOff x="5310369" y="2854111"/>
              <a:chExt cx="5979402" cy="1512842"/>
            </a:xfrm>
          </p:grpSpPr>
          <p:sp>
            <p:nvSpPr>
              <p:cNvPr id="70" name="Oval 69">
                <a:extLst>
                  <a:ext uri="{FF2B5EF4-FFF2-40B4-BE49-F238E27FC236}">
                    <a16:creationId xmlns:a16="http://schemas.microsoft.com/office/drawing/2014/main" id="{22CD1185-A5B4-5878-1891-DA6E3D5CB748}"/>
                  </a:ext>
                </a:extLst>
              </p:cNvPr>
              <p:cNvSpPr/>
              <p:nvPr/>
            </p:nvSpPr>
            <p:spPr>
              <a:xfrm rot="10800000">
                <a:off x="9823171" y="2854111"/>
                <a:ext cx="1466600" cy="1512842"/>
              </a:xfrm>
              <a:prstGeom prst="ellipse">
                <a:avLst/>
              </a:prstGeom>
              <a:noFill/>
              <a:ln>
                <a:solidFill>
                  <a:schemeClr val="tx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solidFill>
                    <a:schemeClr val="accent1">
                      <a:lumMod val="60000"/>
                      <a:lumOff val="40000"/>
                    </a:schemeClr>
                  </a:solidFill>
                </a:endParaRPr>
              </a:p>
            </p:txBody>
          </p:sp>
          <p:cxnSp>
            <p:nvCxnSpPr>
              <p:cNvPr id="69" name="Straight Connector 68">
                <a:extLst>
                  <a:ext uri="{FF2B5EF4-FFF2-40B4-BE49-F238E27FC236}">
                    <a16:creationId xmlns:a16="http://schemas.microsoft.com/office/drawing/2014/main" id="{D6025A8E-ACD5-C4A7-C079-1E2802D893A8}"/>
                  </a:ext>
                </a:extLst>
              </p:cNvPr>
              <p:cNvCxnSpPr>
                <a:cxnSpLocks/>
                <a:stCxn id="72" idx="6"/>
                <a:endCxn id="71" idx="2"/>
              </p:cNvCxnSpPr>
              <p:nvPr/>
            </p:nvCxnSpPr>
            <p:spPr>
              <a:xfrm flipH="1" flipV="1">
                <a:off x="8756061" y="3610531"/>
                <a:ext cx="1433760" cy="1"/>
              </a:xfrm>
              <a:prstGeom prst="line">
                <a:avLst/>
              </a:prstGeom>
              <a:ln/>
            </p:spPr>
            <p:style>
              <a:lnRef idx="3">
                <a:schemeClr val="accent6"/>
              </a:lnRef>
              <a:fillRef idx="0">
                <a:schemeClr val="accent6"/>
              </a:fillRef>
              <a:effectRef idx="2">
                <a:schemeClr val="accent6"/>
              </a:effectRef>
              <a:fontRef idx="minor">
                <a:schemeClr val="tx1"/>
              </a:fontRef>
            </p:style>
          </p:cxnSp>
          <p:sp>
            <p:nvSpPr>
              <p:cNvPr id="71" name="Oval 70">
                <a:extLst>
                  <a:ext uri="{FF2B5EF4-FFF2-40B4-BE49-F238E27FC236}">
                    <a16:creationId xmlns:a16="http://schemas.microsoft.com/office/drawing/2014/main" id="{A2D92238-7A53-6BBE-3B45-2CEA06A81E71}"/>
                  </a:ext>
                </a:extLst>
              </p:cNvPr>
              <p:cNvSpPr/>
              <p:nvPr/>
            </p:nvSpPr>
            <p:spPr>
              <a:xfrm rot="10800000">
                <a:off x="8598159" y="3527905"/>
                <a:ext cx="157902" cy="165253"/>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u="sng"/>
              </a:p>
            </p:txBody>
          </p:sp>
          <p:sp>
            <p:nvSpPr>
              <p:cNvPr id="72" name="Oval 71">
                <a:extLst>
                  <a:ext uri="{FF2B5EF4-FFF2-40B4-BE49-F238E27FC236}">
                    <a16:creationId xmlns:a16="http://schemas.microsoft.com/office/drawing/2014/main" id="{6EBD7E04-FEC8-446B-ECCF-A6F10CA26AE8}"/>
                  </a:ext>
                </a:extLst>
              </p:cNvPr>
              <p:cNvSpPr>
                <a:spLocks noChangeAspect="1"/>
              </p:cNvSpPr>
              <p:nvPr/>
            </p:nvSpPr>
            <p:spPr>
              <a:xfrm rot="10800000">
                <a:off x="10189821" y="3232322"/>
                <a:ext cx="733300" cy="75642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u="sng">
                  <a:solidFill>
                    <a:schemeClr val="accent1">
                      <a:lumMod val="60000"/>
                      <a:lumOff val="40000"/>
                    </a:schemeClr>
                  </a:solidFill>
                </a:endParaRPr>
              </a:p>
            </p:txBody>
          </p:sp>
          <p:sp>
            <p:nvSpPr>
              <p:cNvPr id="73" name="Oval 72">
                <a:extLst>
                  <a:ext uri="{FF2B5EF4-FFF2-40B4-BE49-F238E27FC236}">
                    <a16:creationId xmlns:a16="http://schemas.microsoft.com/office/drawing/2014/main" id="{E4E2C73E-4A5B-83B0-CE41-97680CAB5997}"/>
                  </a:ext>
                </a:extLst>
              </p:cNvPr>
              <p:cNvSpPr>
                <a:spLocks noChangeAspect="1"/>
              </p:cNvSpPr>
              <p:nvPr/>
            </p:nvSpPr>
            <p:spPr>
              <a:xfrm rot="10800000">
                <a:off x="10006496" y="3043217"/>
                <a:ext cx="1099950" cy="1134632"/>
              </a:xfrm>
              <a:prstGeom prst="ellipse">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u="sng">
                  <a:solidFill>
                    <a:schemeClr val="accent1">
                      <a:lumMod val="60000"/>
                      <a:lumOff val="40000"/>
                    </a:schemeClr>
                  </a:solidFill>
                </a:endParaRPr>
              </a:p>
            </p:txBody>
          </p:sp>
          <p:sp>
            <p:nvSpPr>
              <p:cNvPr id="74" name="TextBox 73">
                <a:extLst>
                  <a:ext uri="{FF2B5EF4-FFF2-40B4-BE49-F238E27FC236}">
                    <a16:creationId xmlns:a16="http://schemas.microsoft.com/office/drawing/2014/main" id="{96E22125-105B-ECFC-E3E6-D4201FF6308B}"/>
                  </a:ext>
                </a:extLst>
              </p:cNvPr>
              <p:cNvSpPr txBox="1"/>
              <p:nvPr/>
            </p:nvSpPr>
            <p:spPr>
              <a:xfrm>
                <a:off x="5310369" y="3020074"/>
                <a:ext cx="3002406" cy="1015663"/>
              </a:xfrm>
              <a:prstGeom prst="rect">
                <a:avLst/>
              </a:prstGeom>
              <a:noFill/>
            </p:spPr>
            <p:txBody>
              <a:bodyPr wrap="square" rtlCol="0">
                <a:spAutoFit/>
              </a:bodyPr>
              <a:lstStyle/>
              <a:p>
                <a:pPr algn="r"/>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1956</a:t>
                </a:r>
              </a:p>
              <a:p>
                <a:pPr algn="r"/>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Dartmouth Conf</a:t>
                </a:r>
                <a:b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br>
                <a:r>
                  <a:rPr lang="en-US" sz="2000" b="1">
                    <a:solidFill>
                      <a:schemeClr val="bg1"/>
                    </a:solidFill>
                    <a:latin typeface="ADLaM Display" panose="020F0502020204030204" pitchFamily="2" charset="0"/>
                    <a:ea typeface="ADLaM Display" panose="020F0502020204030204" pitchFamily="2" charset="0"/>
                    <a:cs typeface="ADLaM Display" panose="020F0502020204030204" pitchFamily="2" charset="0"/>
                  </a:rPr>
                  <a:t>“Artificial Intelligence”</a:t>
                </a:r>
              </a:p>
            </p:txBody>
          </p:sp>
        </p:grpSp>
        <p:cxnSp>
          <p:nvCxnSpPr>
            <p:cNvPr id="91" name="Straight Connector 90">
              <a:extLst>
                <a:ext uri="{FF2B5EF4-FFF2-40B4-BE49-F238E27FC236}">
                  <a16:creationId xmlns:a16="http://schemas.microsoft.com/office/drawing/2014/main" id="{9DED4C95-427A-CAFB-3803-AAF08DFBFD74}"/>
                </a:ext>
              </a:extLst>
            </p:cNvPr>
            <p:cNvCxnSpPr>
              <a:cxnSpLocks/>
            </p:cNvCxnSpPr>
            <p:nvPr/>
          </p:nvCxnSpPr>
          <p:spPr>
            <a:xfrm flipH="1" flipV="1">
              <a:off x="8701832" y="3037507"/>
              <a:ext cx="5502" cy="119715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304648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anim calcmode="lin" valueType="num">
                                      <p:cBhvr>
                                        <p:cTn id="8" dur="1000" fill="hold"/>
                                        <p:tgtEl>
                                          <p:spTgt spid="85"/>
                                        </p:tgtEl>
                                        <p:attrNameLst>
                                          <p:attrName>ppt_x</p:attrName>
                                        </p:attrNameLst>
                                      </p:cBhvr>
                                      <p:tavLst>
                                        <p:tav tm="0">
                                          <p:val>
                                            <p:strVal val="#ppt_x"/>
                                          </p:val>
                                        </p:tav>
                                        <p:tav tm="100000">
                                          <p:val>
                                            <p:strVal val="#ppt_x"/>
                                          </p:val>
                                        </p:tav>
                                      </p:tavLst>
                                    </p:anim>
                                    <p:anim calcmode="lin" valueType="num">
                                      <p:cBhvr>
                                        <p:cTn id="9" dur="1000" fill="hold"/>
                                        <p:tgtEl>
                                          <p:spTgt spid="85"/>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26" presetClass="emph" presetSubtype="0" fill="hold" nodeType="afterEffect">
                                  <p:stCondLst>
                                    <p:cond delay="0"/>
                                  </p:stCondLst>
                                  <p:childTnLst>
                                    <p:animEffect transition="out" filter="fade">
                                      <p:cBhvr>
                                        <p:cTn id="12" dur="500" tmFilter="0, 0; .2, .5; .8, .5; 1, 0"/>
                                        <p:tgtEl>
                                          <p:spTgt spid="85"/>
                                        </p:tgtEl>
                                      </p:cBhvr>
                                    </p:animEffect>
                                    <p:animScale>
                                      <p:cBhvr>
                                        <p:cTn id="13" dur="250" autoRev="1" fill="hold"/>
                                        <p:tgtEl>
                                          <p:spTgt spid="85"/>
                                        </p:tgtEl>
                                      </p:cBhvr>
                                      <p:by x="105000" y="105000"/>
                                    </p:animScale>
                                  </p:childTnLst>
                                </p:cTn>
                              </p:par>
                            </p:childTnLst>
                          </p:cTn>
                        </p:par>
                        <p:par>
                          <p:cTn id="14" fill="hold">
                            <p:stCondLst>
                              <p:cond delay="1750"/>
                            </p:stCondLst>
                            <p:childTnLst>
                              <p:par>
                                <p:cTn id="15" presetID="42" presetClass="entr" presetSubtype="0" fill="hold" nodeType="after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fade">
                                      <p:cBhvr>
                                        <p:cTn id="17" dur="1000"/>
                                        <p:tgtEl>
                                          <p:spTgt spid="92"/>
                                        </p:tgtEl>
                                      </p:cBhvr>
                                    </p:animEffect>
                                    <p:anim calcmode="lin" valueType="num">
                                      <p:cBhvr>
                                        <p:cTn id="18" dur="1000" fill="hold"/>
                                        <p:tgtEl>
                                          <p:spTgt spid="92"/>
                                        </p:tgtEl>
                                        <p:attrNameLst>
                                          <p:attrName>ppt_x</p:attrName>
                                        </p:attrNameLst>
                                      </p:cBhvr>
                                      <p:tavLst>
                                        <p:tav tm="0">
                                          <p:val>
                                            <p:strVal val="#ppt_x"/>
                                          </p:val>
                                        </p:tav>
                                        <p:tav tm="100000">
                                          <p:val>
                                            <p:strVal val="#ppt_x"/>
                                          </p:val>
                                        </p:tav>
                                      </p:tavLst>
                                    </p:anim>
                                    <p:anim calcmode="lin" valueType="num">
                                      <p:cBhvr>
                                        <p:cTn id="19" dur="1000" fill="hold"/>
                                        <p:tgtEl>
                                          <p:spTgt spid="92"/>
                                        </p:tgtEl>
                                        <p:attrNameLst>
                                          <p:attrName>ppt_y</p:attrName>
                                        </p:attrNameLst>
                                      </p:cBhvr>
                                      <p:tavLst>
                                        <p:tav tm="0">
                                          <p:val>
                                            <p:strVal val="#ppt_y+.1"/>
                                          </p:val>
                                        </p:tav>
                                        <p:tav tm="100000">
                                          <p:val>
                                            <p:strVal val="#ppt_y"/>
                                          </p:val>
                                        </p:tav>
                                      </p:tavLst>
                                    </p:anim>
                                  </p:childTnLst>
                                </p:cTn>
                              </p:par>
                            </p:childTnLst>
                          </p:cTn>
                        </p:par>
                        <p:par>
                          <p:cTn id="20" fill="hold">
                            <p:stCondLst>
                              <p:cond delay="2750"/>
                            </p:stCondLst>
                            <p:childTnLst>
                              <p:par>
                                <p:cTn id="21" presetID="26" presetClass="emph" presetSubtype="0" fill="hold" nodeType="afterEffect">
                                  <p:stCondLst>
                                    <p:cond delay="0"/>
                                  </p:stCondLst>
                                  <p:childTnLst>
                                    <p:animEffect transition="out" filter="fade">
                                      <p:cBhvr>
                                        <p:cTn id="22" dur="500" tmFilter="0, 0; .2, .5; .8, .5; 1, 0"/>
                                        <p:tgtEl>
                                          <p:spTgt spid="92"/>
                                        </p:tgtEl>
                                      </p:cBhvr>
                                    </p:animEffect>
                                    <p:animScale>
                                      <p:cBhvr>
                                        <p:cTn id="23" dur="250" autoRev="1" fill="hold"/>
                                        <p:tgtEl>
                                          <p:spTgt spid="92"/>
                                        </p:tgtEl>
                                      </p:cBhvr>
                                      <p:by x="105000" y="105000"/>
                                    </p:animScale>
                                  </p:childTnLst>
                                </p:cTn>
                              </p:par>
                            </p:childTnLst>
                          </p:cTn>
                        </p:par>
                        <p:par>
                          <p:cTn id="24" fill="hold">
                            <p:stCondLst>
                              <p:cond delay="3250"/>
                            </p:stCondLst>
                            <p:childTnLst>
                              <p:par>
                                <p:cTn id="25" presetID="42" presetClass="entr" presetSubtype="0" fill="hold" nodeType="afterEffect">
                                  <p:stCondLst>
                                    <p:cond delay="0"/>
                                  </p:stCondLst>
                                  <p:childTnLst>
                                    <p:set>
                                      <p:cBhvr>
                                        <p:cTn id="26" dur="1" fill="hold">
                                          <p:stCondLst>
                                            <p:cond delay="0"/>
                                          </p:stCondLst>
                                        </p:cTn>
                                        <p:tgtEl>
                                          <p:spTgt spid="87"/>
                                        </p:tgtEl>
                                        <p:attrNameLst>
                                          <p:attrName>style.visibility</p:attrName>
                                        </p:attrNameLst>
                                      </p:cBhvr>
                                      <p:to>
                                        <p:strVal val="visible"/>
                                      </p:to>
                                    </p:set>
                                    <p:animEffect transition="in" filter="fade">
                                      <p:cBhvr>
                                        <p:cTn id="27" dur="1000"/>
                                        <p:tgtEl>
                                          <p:spTgt spid="87"/>
                                        </p:tgtEl>
                                      </p:cBhvr>
                                    </p:animEffect>
                                    <p:anim calcmode="lin" valueType="num">
                                      <p:cBhvr>
                                        <p:cTn id="28" dur="1000" fill="hold"/>
                                        <p:tgtEl>
                                          <p:spTgt spid="87"/>
                                        </p:tgtEl>
                                        <p:attrNameLst>
                                          <p:attrName>ppt_x</p:attrName>
                                        </p:attrNameLst>
                                      </p:cBhvr>
                                      <p:tavLst>
                                        <p:tav tm="0">
                                          <p:val>
                                            <p:strVal val="#ppt_x"/>
                                          </p:val>
                                        </p:tav>
                                        <p:tav tm="100000">
                                          <p:val>
                                            <p:strVal val="#ppt_x"/>
                                          </p:val>
                                        </p:tav>
                                      </p:tavLst>
                                    </p:anim>
                                    <p:anim calcmode="lin" valueType="num">
                                      <p:cBhvr>
                                        <p:cTn id="29" dur="1000" fill="hold"/>
                                        <p:tgtEl>
                                          <p:spTgt spid="87"/>
                                        </p:tgtEl>
                                        <p:attrNameLst>
                                          <p:attrName>ppt_y</p:attrName>
                                        </p:attrNameLst>
                                      </p:cBhvr>
                                      <p:tavLst>
                                        <p:tav tm="0">
                                          <p:val>
                                            <p:strVal val="#ppt_y+.1"/>
                                          </p:val>
                                        </p:tav>
                                        <p:tav tm="100000">
                                          <p:val>
                                            <p:strVal val="#ppt_y"/>
                                          </p:val>
                                        </p:tav>
                                      </p:tavLst>
                                    </p:anim>
                                  </p:childTnLst>
                                </p:cTn>
                              </p:par>
                            </p:childTnLst>
                          </p:cTn>
                        </p:par>
                        <p:par>
                          <p:cTn id="30" fill="hold">
                            <p:stCondLst>
                              <p:cond delay="4250"/>
                            </p:stCondLst>
                            <p:childTnLst>
                              <p:par>
                                <p:cTn id="31" presetID="26" presetClass="emph" presetSubtype="0" fill="hold" nodeType="afterEffect">
                                  <p:stCondLst>
                                    <p:cond delay="0"/>
                                  </p:stCondLst>
                                  <p:childTnLst>
                                    <p:animEffect transition="out" filter="fade">
                                      <p:cBhvr>
                                        <p:cTn id="32" dur="500" tmFilter="0, 0; .2, .5; .8, .5; 1, 0"/>
                                        <p:tgtEl>
                                          <p:spTgt spid="87"/>
                                        </p:tgtEl>
                                      </p:cBhvr>
                                    </p:animEffect>
                                    <p:animScale>
                                      <p:cBhvr>
                                        <p:cTn id="33" dur="250" autoRev="1" fill="hold"/>
                                        <p:tgtEl>
                                          <p:spTgt spid="8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12602"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1061809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11260099"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11885924"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graphicFrame>
        <p:nvGraphicFramePr>
          <p:cNvPr id="9" name="Diagram 8">
            <a:extLst>
              <a:ext uri="{FF2B5EF4-FFF2-40B4-BE49-F238E27FC236}">
                <a16:creationId xmlns:a16="http://schemas.microsoft.com/office/drawing/2014/main" id="{44560A81-2B07-7F9C-1AE9-0E2DC923442F}"/>
              </a:ext>
            </a:extLst>
          </p:cNvPr>
          <p:cNvGraphicFramePr/>
          <p:nvPr>
            <p:extLst>
              <p:ext uri="{D42A27DB-BD31-4B8C-83A1-F6EECF244321}">
                <p14:modId xmlns:p14="http://schemas.microsoft.com/office/powerpoint/2010/main" val="4012561726"/>
              </p:ext>
            </p:extLst>
          </p:nvPr>
        </p:nvGraphicFramePr>
        <p:xfrm>
          <a:off x="4020551" y="1909948"/>
          <a:ext cx="6118411" cy="3038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76361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250"/>
                                  </p:stCondLst>
                                  <p:childTnLst>
                                    <p:set>
                                      <p:cBhvr>
                                        <p:cTn id="6" dur="1" fill="hold">
                                          <p:stCondLst>
                                            <p:cond delay="0"/>
                                          </p:stCondLst>
                                        </p:cTn>
                                        <p:tgtEl>
                                          <p:spTgt spid="9">
                                            <p:graphicEl>
                                              <a:dgm id="{B6CC06B3-DAE4-49F4-A81F-B5043DBBBF56}"/>
                                            </p:graphicEl>
                                          </p:spTgt>
                                        </p:tgtEl>
                                        <p:attrNameLst>
                                          <p:attrName>style.visibility</p:attrName>
                                        </p:attrNameLst>
                                      </p:cBhvr>
                                      <p:to>
                                        <p:strVal val="visible"/>
                                      </p:to>
                                    </p:set>
                                    <p:anim calcmode="lin" valueType="num">
                                      <p:cBhvr additive="base">
                                        <p:cTn id="7" dur="500" fill="hold"/>
                                        <p:tgtEl>
                                          <p:spTgt spid="9">
                                            <p:graphicEl>
                                              <a:dgm id="{B6CC06B3-DAE4-49F4-A81F-B5043DBBBF5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graphicEl>
                                              <a:dgm id="{B6CC06B3-DAE4-49F4-A81F-B5043DBBBF5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graphicEl>
                                              <a:dgm id="{EF2C5FB4-6675-4FA7-B7EC-EF15EF96DD46}"/>
                                            </p:graphicEl>
                                          </p:spTgt>
                                        </p:tgtEl>
                                        <p:attrNameLst>
                                          <p:attrName>style.visibility</p:attrName>
                                        </p:attrNameLst>
                                      </p:cBhvr>
                                      <p:to>
                                        <p:strVal val="visible"/>
                                      </p:to>
                                    </p:set>
                                    <p:anim calcmode="lin" valueType="num">
                                      <p:cBhvr additive="base">
                                        <p:cTn id="11" dur="500" fill="hold"/>
                                        <p:tgtEl>
                                          <p:spTgt spid="9">
                                            <p:graphicEl>
                                              <a:dgm id="{EF2C5FB4-6675-4FA7-B7EC-EF15EF96DD4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graphicEl>
                                              <a:dgm id="{EF2C5FB4-6675-4FA7-B7EC-EF15EF96DD46}"/>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graphicEl>
                                              <a:dgm id="{E67BD497-6BE3-4180-ABF4-CBD8EAED74A4}"/>
                                            </p:graphicEl>
                                          </p:spTgt>
                                        </p:tgtEl>
                                        <p:attrNameLst>
                                          <p:attrName>style.visibility</p:attrName>
                                        </p:attrNameLst>
                                      </p:cBhvr>
                                      <p:to>
                                        <p:strVal val="visible"/>
                                      </p:to>
                                    </p:set>
                                    <p:anim calcmode="lin" valueType="num">
                                      <p:cBhvr additive="base">
                                        <p:cTn id="15" dur="500" fill="hold"/>
                                        <p:tgtEl>
                                          <p:spTgt spid="9">
                                            <p:graphicEl>
                                              <a:dgm id="{E67BD497-6BE3-4180-ABF4-CBD8EAED74A4}"/>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graphicEl>
                                              <a:dgm id="{E67BD497-6BE3-4180-ABF4-CBD8EAED74A4}"/>
                                            </p:graphicEl>
                                          </p:spTgt>
                                        </p:tgtEl>
                                        <p:attrNameLst>
                                          <p:attrName>ppt_y</p:attrName>
                                        </p:attrNameLst>
                                      </p:cBhvr>
                                      <p:tavLst>
                                        <p:tav tm="0">
                                          <p:val>
                                            <p:strVal val="1+#ppt_h/2"/>
                                          </p:val>
                                        </p:tav>
                                        <p:tav tm="100000">
                                          <p:val>
                                            <p:strVal val="#ppt_y"/>
                                          </p:val>
                                        </p:tav>
                                      </p:tavLst>
                                    </p:anim>
                                  </p:childTnLst>
                                </p:cTn>
                              </p:par>
                            </p:childTnLst>
                          </p:cTn>
                        </p:par>
                        <p:par>
                          <p:cTn id="17" fill="hold">
                            <p:stCondLst>
                              <p:cond delay="750"/>
                            </p:stCondLst>
                            <p:childTnLst>
                              <p:par>
                                <p:cTn id="18" presetID="2" presetClass="entr" presetSubtype="8" decel="100000" fill="hold" grpId="0" nodeType="afterEffect">
                                  <p:stCondLst>
                                    <p:cond delay="0"/>
                                  </p:stCondLst>
                                  <p:childTnLst>
                                    <p:set>
                                      <p:cBhvr>
                                        <p:cTn id="19" dur="1" fill="hold">
                                          <p:stCondLst>
                                            <p:cond delay="0"/>
                                          </p:stCondLst>
                                        </p:cTn>
                                        <p:tgtEl>
                                          <p:spTgt spid="9">
                                            <p:graphicEl>
                                              <a:dgm id="{30064D44-5759-40CD-A8A3-396C2BE109DB}"/>
                                            </p:graphicEl>
                                          </p:spTgt>
                                        </p:tgtEl>
                                        <p:attrNameLst>
                                          <p:attrName>style.visibility</p:attrName>
                                        </p:attrNameLst>
                                      </p:cBhvr>
                                      <p:to>
                                        <p:strVal val="visible"/>
                                      </p:to>
                                    </p:set>
                                    <p:anim calcmode="lin" valueType="num">
                                      <p:cBhvr additive="base">
                                        <p:cTn id="20" dur="500" fill="hold"/>
                                        <p:tgtEl>
                                          <p:spTgt spid="9">
                                            <p:graphicEl>
                                              <a:dgm id="{30064D44-5759-40CD-A8A3-396C2BE109DB}"/>
                                            </p:graphic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9">
                                            <p:graphicEl>
                                              <a:dgm id="{30064D44-5759-40CD-A8A3-396C2BE109DB}"/>
                                            </p:graphicEl>
                                          </p:spTgt>
                                        </p:tgtEl>
                                        <p:attrNameLst>
                                          <p:attrName>ppt_y</p:attrName>
                                        </p:attrNameLst>
                                      </p:cBhvr>
                                      <p:tavLst>
                                        <p:tav tm="0">
                                          <p:val>
                                            <p:strVal val="#ppt_y"/>
                                          </p:val>
                                        </p:tav>
                                        <p:tav tm="100000">
                                          <p:val>
                                            <p:strVal val="#ppt_y"/>
                                          </p:val>
                                        </p:tav>
                                      </p:tavLst>
                                    </p:anim>
                                  </p:childTnLst>
                                </p:cTn>
                              </p:par>
                            </p:childTnLst>
                          </p:cTn>
                        </p:par>
                        <p:par>
                          <p:cTn id="22" fill="hold">
                            <p:stCondLst>
                              <p:cond delay="1250"/>
                            </p:stCondLst>
                            <p:childTnLst>
                              <p:par>
                                <p:cTn id="23" presetID="2" presetClass="entr" presetSubtype="8" decel="100000" fill="hold" grpId="0" nodeType="afterEffect">
                                  <p:stCondLst>
                                    <p:cond delay="0"/>
                                  </p:stCondLst>
                                  <p:childTnLst>
                                    <p:set>
                                      <p:cBhvr>
                                        <p:cTn id="24" dur="1" fill="hold">
                                          <p:stCondLst>
                                            <p:cond delay="0"/>
                                          </p:stCondLst>
                                        </p:cTn>
                                        <p:tgtEl>
                                          <p:spTgt spid="9">
                                            <p:graphicEl>
                                              <a:dgm id="{0E77E4CE-D124-458C-BE80-732A52A1D2EF}"/>
                                            </p:graphicEl>
                                          </p:spTgt>
                                        </p:tgtEl>
                                        <p:attrNameLst>
                                          <p:attrName>style.visibility</p:attrName>
                                        </p:attrNameLst>
                                      </p:cBhvr>
                                      <p:to>
                                        <p:strVal val="visible"/>
                                      </p:to>
                                    </p:set>
                                    <p:anim calcmode="lin" valueType="num">
                                      <p:cBhvr additive="base">
                                        <p:cTn id="25" dur="500" fill="hold"/>
                                        <p:tgtEl>
                                          <p:spTgt spid="9">
                                            <p:graphicEl>
                                              <a:dgm id="{0E77E4CE-D124-458C-BE80-732A52A1D2EF}"/>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
                                            <p:graphicEl>
                                              <a:dgm id="{0E77E4CE-D124-458C-BE80-732A52A1D2EF}"/>
                                            </p:graphicEl>
                                          </p:spTgt>
                                        </p:tgtEl>
                                        <p:attrNameLst>
                                          <p:attrName>ppt_y</p:attrName>
                                        </p:attrNameLst>
                                      </p:cBhvr>
                                      <p:tavLst>
                                        <p:tav tm="0">
                                          <p:val>
                                            <p:strVal val="#ppt_y"/>
                                          </p:val>
                                        </p:tav>
                                        <p:tav tm="100000">
                                          <p:val>
                                            <p:strVal val="#ppt_y"/>
                                          </p:val>
                                        </p:tav>
                                      </p:tavLst>
                                    </p:anim>
                                  </p:childTnLst>
                                </p:cTn>
                              </p:par>
                            </p:childTnLst>
                          </p:cTn>
                        </p:par>
                        <p:par>
                          <p:cTn id="27" fill="hold">
                            <p:stCondLst>
                              <p:cond delay="1750"/>
                            </p:stCondLst>
                            <p:childTnLst>
                              <p:par>
                                <p:cTn id="28" presetID="2" presetClass="entr" presetSubtype="8" decel="100000" fill="hold" grpId="0" nodeType="afterEffect">
                                  <p:stCondLst>
                                    <p:cond delay="0"/>
                                  </p:stCondLst>
                                  <p:childTnLst>
                                    <p:set>
                                      <p:cBhvr>
                                        <p:cTn id="29" dur="1" fill="hold">
                                          <p:stCondLst>
                                            <p:cond delay="0"/>
                                          </p:stCondLst>
                                        </p:cTn>
                                        <p:tgtEl>
                                          <p:spTgt spid="9">
                                            <p:graphicEl>
                                              <a:dgm id="{F8FDF758-6774-4E18-ADDE-3388179FFD53}"/>
                                            </p:graphicEl>
                                          </p:spTgt>
                                        </p:tgtEl>
                                        <p:attrNameLst>
                                          <p:attrName>style.visibility</p:attrName>
                                        </p:attrNameLst>
                                      </p:cBhvr>
                                      <p:to>
                                        <p:strVal val="visible"/>
                                      </p:to>
                                    </p:set>
                                    <p:anim calcmode="lin" valueType="num">
                                      <p:cBhvr additive="base">
                                        <p:cTn id="30" dur="500" fill="hold"/>
                                        <p:tgtEl>
                                          <p:spTgt spid="9">
                                            <p:graphicEl>
                                              <a:dgm id="{F8FDF758-6774-4E18-ADDE-3388179FFD53}"/>
                                            </p:graphic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
                                            <p:graphicEl>
                                              <a:dgm id="{F8FDF758-6774-4E18-ADDE-3388179FFD53}"/>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AtOnc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50222"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11260099"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11885924"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graphicFrame>
        <p:nvGraphicFramePr>
          <p:cNvPr id="8" name="Diagram 7">
            <a:extLst>
              <a:ext uri="{FF2B5EF4-FFF2-40B4-BE49-F238E27FC236}">
                <a16:creationId xmlns:a16="http://schemas.microsoft.com/office/drawing/2014/main" id="{910CDBA5-5571-5B31-13D0-0A41EC042170}"/>
              </a:ext>
            </a:extLst>
          </p:cNvPr>
          <p:cNvGraphicFramePr/>
          <p:nvPr>
            <p:extLst>
              <p:ext uri="{D42A27DB-BD31-4B8C-83A1-F6EECF244321}">
                <p14:modId xmlns:p14="http://schemas.microsoft.com/office/powerpoint/2010/main" val="1338765889"/>
              </p:ext>
            </p:extLst>
          </p:nvPr>
        </p:nvGraphicFramePr>
        <p:xfrm>
          <a:off x="4343046" y="342559"/>
          <a:ext cx="4156803" cy="61728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9702B12C-6CE6-9741-F8D1-20ACB353A053}"/>
              </a:ext>
            </a:extLst>
          </p:cNvPr>
          <p:cNvSpPr txBox="1"/>
          <p:nvPr/>
        </p:nvSpPr>
        <p:spPr>
          <a:xfrm>
            <a:off x="3409598" y="2095587"/>
            <a:ext cx="2191657" cy="646331"/>
          </a:xfrm>
          <a:prstGeom prst="rect">
            <a:avLst/>
          </a:prstGeom>
          <a:noFill/>
        </p:spPr>
        <p:txBody>
          <a:bodyPr wrap="square" rtlCol="0">
            <a:spAutoFit/>
          </a:bodyPr>
          <a:lstStyle/>
          <a:p>
            <a:r>
              <a:rPr lang="en-US">
                <a:solidFill>
                  <a:schemeClr val="bg1"/>
                </a:solidFill>
                <a:latin typeface="Montserrat" panose="00000500000000000000" pitchFamily="2" charset="0"/>
              </a:rPr>
              <a:t>Terry Winograd</a:t>
            </a:r>
            <a:br>
              <a:rPr lang="en-US">
                <a:solidFill>
                  <a:schemeClr val="bg1"/>
                </a:solidFill>
                <a:latin typeface="Montserrat" panose="00000500000000000000" pitchFamily="2" charset="0"/>
              </a:rPr>
            </a:br>
            <a:r>
              <a:rPr lang="en-US">
                <a:solidFill>
                  <a:schemeClr val="bg1"/>
                </a:solidFill>
                <a:latin typeface="Montserrat" panose="00000500000000000000" pitchFamily="2" charset="0"/>
              </a:rPr>
              <a:t>SHRDLU</a:t>
            </a:r>
          </a:p>
        </p:txBody>
      </p:sp>
      <p:sp>
        <p:nvSpPr>
          <p:cNvPr id="10" name="TextBox 9">
            <a:extLst>
              <a:ext uri="{FF2B5EF4-FFF2-40B4-BE49-F238E27FC236}">
                <a16:creationId xmlns:a16="http://schemas.microsoft.com/office/drawing/2014/main" id="{22617A55-2F67-7369-FD87-63261218EA69}"/>
              </a:ext>
            </a:extLst>
          </p:cNvPr>
          <p:cNvSpPr txBox="1"/>
          <p:nvPr/>
        </p:nvSpPr>
        <p:spPr>
          <a:xfrm>
            <a:off x="6945274" y="3242009"/>
            <a:ext cx="2924443" cy="646331"/>
          </a:xfrm>
          <a:prstGeom prst="rect">
            <a:avLst/>
          </a:prstGeom>
          <a:noFill/>
        </p:spPr>
        <p:txBody>
          <a:bodyPr wrap="square" rtlCol="0">
            <a:spAutoFit/>
          </a:bodyPr>
          <a:lstStyle/>
          <a:p>
            <a:r>
              <a:rPr lang="en-US" err="1">
                <a:solidFill>
                  <a:schemeClr val="bg1"/>
                </a:solidFill>
                <a:latin typeface="Montserrat" panose="00000500000000000000" pitchFamily="2" charset="0"/>
              </a:rPr>
              <a:t>Colmerauer</a:t>
            </a:r>
            <a:r>
              <a:rPr lang="en-US">
                <a:solidFill>
                  <a:schemeClr val="bg1"/>
                </a:solidFill>
                <a:latin typeface="Montserrat" panose="00000500000000000000" pitchFamily="2" charset="0"/>
              </a:rPr>
              <a:t> &amp; Roussel</a:t>
            </a:r>
          </a:p>
          <a:p>
            <a:r>
              <a:rPr lang="en-US">
                <a:solidFill>
                  <a:schemeClr val="bg1"/>
                </a:solidFill>
                <a:latin typeface="Montserrat" panose="00000500000000000000" pitchFamily="2" charset="0"/>
              </a:rPr>
              <a:t>PROLOG</a:t>
            </a:r>
          </a:p>
        </p:txBody>
      </p:sp>
      <p:sp>
        <p:nvSpPr>
          <p:cNvPr id="11" name="TextBox 10">
            <a:extLst>
              <a:ext uri="{FF2B5EF4-FFF2-40B4-BE49-F238E27FC236}">
                <a16:creationId xmlns:a16="http://schemas.microsoft.com/office/drawing/2014/main" id="{5E4EEAE4-AD71-461D-98AD-AF84B385AB2E}"/>
              </a:ext>
            </a:extLst>
          </p:cNvPr>
          <p:cNvSpPr txBox="1"/>
          <p:nvPr/>
        </p:nvSpPr>
        <p:spPr>
          <a:xfrm>
            <a:off x="3415695" y="4479157"/>
            <a:ext cx="3254141" cy="646331"/>
          </a:xfrm>
          <a:prstGeom prst="rect">
            <a:avLst/>
          </a:prstGeom>
          <a:noFill/>
        </p:spPr>
        <p:txBody>
          <a:bodyPr wrap="square" rtlCol="0">
            <a:spAutoFit/>
          </a:bodyPr>
          <a:lstStyle/>
          <a:p>
            <a:r>
              <a:rPr lang="en-US">
                <a:solidFill>
                  <a:schemeClr val="bg1"/>
                </a:solidFill>
                <a:latin typeface="Montserrat" panose="00000500000000000000" pitchFamily="2" charset="0"/>
              </a:rPr>
              <a:t>Edward </a:t>
            </a:r>
            <a:r>
              <a:rPr lang="en-US" err="1">
                <a:solidFill>
                  <a:schemeClr val="bg1"/>
                </a:solidFill>
                <a:latin typeface="Montserrat" panose="00000500000000000000" pitchFamily="2" charset="0"/>
              </a:rPr>
              <a:t>Shortcliffe</a:t>
            </a:r>
            <a:endParaRPr lang="en-US">
              <a:solidFill>
                <a:schemeClr val="bg1"/>
              </a:solidFill>
              <a:latin typeface="Montserrat" panose="00000500000000000000" pitchFamily="2" charset="0"/>
            </a:endParaRPr>
          </a:p>
          <a:p>
            <a:r>
              <a:rPr lang="en-US">
                <a:solidFill>
                  <a:schemeClr val="bg1"/>
                </a:solidFill>
                <a:latin typeface="Montserrat" panose="00000500000000000000" pitchFamily="2" charset="0"/>
              </a:rPr>
              <a:t>MYCIN</a:t>
            </a:r>
          </a:p>
        </p:txBody>
      </p:sp>
    </p:spTree>
    <p:extLst>
      <p:ext uri="{BB962C8B-B14F-4D97-AF65-F5344CB8AC3E}">
        <p14:creationId xmlns:p14="http://schemas.microsoft.com/office/powerpoint/2010/main" val="1656412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250"/>
                                  </p:stCondLst>
                                  <p:childTnLst>
                                    <p:set>
                                      <p:cBhvr>
                                        <p:cTn id="6" dur="1" fill="hold">
                                          <p:stCondLst>
                                            <p:cond delay="0"/>
                                          </p:stCondLst>
                                        </p:cTn>
                                        <p:tgtEl>
                                          <p:spTgt spid="8">
                                            <p:graphicEl>
                                              <a:dgm id="{8B4FDAAB-0636-4959-BEA9-139B0061BC0D}"/>
                                            </p:graphicEl>
                                          </p:spTgt>
                                        </p:tgtEl>
                                        <p:attrNameLst>
                                          <p:attrName>style.visibility</p:attrName>
                                        </p:attrNameLst>
                                      </p:cBhvr>
                                      <p:to>
                                        <p:strVal val="visible"/>
                                      </p:to>
                                    </p:set>
                                    <p:animEffect transition="in" filter="circle(in)">
                                      <p:cBhvr>
                                        <p:cTn id="7" dur="2000"/>
                                        <p:tgtEl>
                                          <p:spTgt spid="8">
                                            <p:graphicEl>
                                              <a:dgm id="{8B4FDAAB-0636-4959-BEA9-139B0061BC0D}"/>
                                            </p:graphic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
                                            <p:graphicEl>
                                              <a:dgm id="{272A8100-3A94-4BD8-A724-F802046E4A41}"/>
                                            </p:graphicEl>
                                          </p:spTgt>
                                        </p:tgtEl>
                                        <p:attrNameLst>
                                          <p:attrName>style.visibility</p:attrName>
                                        </p:attrNameLst>
                                      </p:cBhvr>
                                      <p:to>
                                        <p:strVal val="visible"/>
                                      </p:to>
                                    </p:set>
                                    <p:animEffect transition="in" filter="circle(in)">
                                      <p:cBhvr>
                                        <p:cTn id="10" dur="2000"/>
                                        <p:tgtEl>
                                          <p:spTgt spid="8">
                                            <p:graphicEl>
                                              <a:dgm id="{272A8100-3A94-4BD8-A724-F802046E4A41}"/>
                                            </p:graphicEl>
                                          </p:spTgt>
                                        </p:tgtEl>
                                      </p:cBhvr>
                                    </p:animEffect>
                                  </p:childTnLst>
                                </p:cTn>
                              </p:par>
                            </p:childTnLst>
                          </p:cTn>
                        </p:par>
                        <p:par>
                          <p:cTn id="11" fill="hold">
                            <p:stCondLst>
                              <p:cond delay="225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par>
                          <p:cTn id="17" fill="hold">
                            <p:stCondLst>
                              <p:cond delay="2750"/>
                            </p:stCondLst>
                            <p:childTnLst>
                              <p:par>
                                <p:cTn id="18" presetID="6" presetClass="entr" presetSubtype="16" fill="hold" grpId="0" nodeType="afterEffect">
                                  <p:stCondLst>
                                    <p:cond delay="0"/>
                                  </p:stCondLst>
                                  <p:childTnLst>
                                    <p:set>
                                      <p:cBhvr>
                                        <p:cTn id="19" dur="1" fill="hold">
                                          <p:stCondLst>
                                            <p:cond delay="0"/>
                                          </p:stCondLst>
                                        </p:cTn>
                                        <p:tgtEl>
                                          <p:spTgt spid="8">
                                            <p:graphicEl>
                                              <a:dgm id="{F545589E-D537-4CA2-A146-9863BC2E13AA}"/>
                                            </p:graphicEl>
                                          </p:spTgt>
                                        </p:tgtEl>
                                        <p:attrNameLst>
                                          <p:attrName>style.visibility</p:attrName>
                                        </p:attrNameLst>
                                      </p:cBhvr>
                                      <p:to>
                                        <p:strVal val="visible"/>
                                      </p:to>
                                    </p:set>
                                    <p:animEffect transition="in" filter="circle(in)">
                                      <p:cBhvr>
                                        <p:cTn id="20" dur="2000"/>
                                        <p:tgtEl>
                                          <p:spTgt spid="8">
                                            <p:graphicEl>
                                              <a:dgm id="{F545589E-D537-4CA2-A146-9863BC2E13AA}"/>
                                            </p:graphicEl>
                                          </p:spTgt>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8">
                                            <p:graphicEl>
                                              <a:dgm id="{B63CA93F-207D-4F8A-BA03-0009C566B36D}"/>
                                            </p:graphicEl>
                                          </p:spTgt>
                                        </p:tgtEl>
                                        <p:attrNameLst>
                                          <p:attrName>style.visibility</p:attrName>
                                        </p:attrNameLst>
                                      </p:cBhvr>
                                      <p:to>
                                        <p:strVal val="visible"/>
                                      </p:to>
                                    </p:set>
                                    <p:animEffect transition="in" filter="circle(in)">
                                      <p:cBhvr>
                                        <p:cTn id="23" dur="2000"/>
                                        <p:tgtEl>
                                          <p:spTgt spid="8">
                                            <p:graphicEl>
                                              <a:dgm id="{B63CA93F-207D-4F8A-BA03-0009C566B36D}"/>
                                            </p:graphicEl>
                                          </p:spTgt>
                                        </p:tgtEl>
                                      </p:cBhvr>
                                    </p:animEffect>
                                  </p:childTnLst>
                                </p:cTn>
                              </p:par>
                            </p:childTnLst>
                          </p:cTn>
                        </p:par>
                        <p:par>
                          <p:cTn id="24" fill="hold">
                            <p:stCondLst>
                              <p:cond delay="4750"/>
                            </p:stCondLst>
                            <p:childTnLst>
                              <p:par>
                                <p:cTn id="25" presetID="53" presetClass="entr" presetSubtype="16"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par>
                          <p:cTn id="30" fill="hold">
                            <p:stCondLst>
                              <p:cond delay="5250"/>
                            </p:stCondLst>
                            <p:childTnLst>
                              <p:par>
                                <p:cTn id="31" presetID="6" presetClass="entr" presetSubtype="16" fill="hold" grpId="0" nodeType="afterEffect">
                                  <p:stCondLst>
                                    <p:cond delay="0"/>
                                  </p:stCondLst>
                                  <p:childTnLst>
                                    <p:set>
                                      <p:cBhvr>
                                        <p:cTn id="32" dur="1" fill="hold">
                                          <p:stCondLst>
                                            <p:cond delay="0"/>
                                          </p:stCondLst>
                                        </p:cTn>
                                        <p:tgtEl>
                                          <p:spTgt spid="8">
                                            <p:graphicEl>
                                              <a:dgm id="{6673A1F2-8631-44D3-A8A9-1FBA1DA34E1F}"/>
                                            </p:graphicEl>
                                          </p:spTgt>
                                        </p:tgtEl>
                                        <p:attrNameLst>
                                          <p:attrName>style.visibility</p:attrName>
                                        </p:attrNameLst>
                                      </p:cBhvr>
                                      <p:to>
                                        <p:strVal val="visible"/>
                                      </p:to>
                                    </p:set>
                                    <p:animEffect transition="in" filter="circle(in)">
                                      <p:cBhvr>
                                        <p:cTn id="33" dur="2000"/>
                                        <p:tgtEl>
                                          <p:spTgt spid="8">
                                            <p:graphicEl>
                                              <a:dgm id="{6673A1F2-8631-44D3-A8A9-1FBA1DA34E1F}"/>
                                            </p:graphicEl>
                                          </p:spTgt>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8">
                                            <p:graphicEl>
                                              <a:dgm id="{C75023A7-0DB8-4E7C-B23E-00604128ABD5}"/>
                                            </p:graphicEl>
                                          </p:spTgt>
                                        </p:tgtEl>
                                        <p:attrNameLst>
                                          <p:attrName>style.visibility</p:attrName>
                                        </p:attrNameLst>
                                      </p:cBhvr>
                                      <p:to>
                                        <p:strVal val="visible"/>
                                      </p:to>
                                    </p:set>
                                    <p:animEffect transition="in" filter="circle(in)">
                                      <p:cBhvr>
                                        <p:cTn id="36" dur="2000"/>
                                        <p:tgtEl>
                                          <p:spTgt spid="8">
                                            <p:graphicEl>
                                              <a:dgm id="{C75023A7-0DB8-4E7C-B23E-00604128ABD5}"/>
                                            </p:graphicEl>
                                          </p:spTgt>
                                        </p:tgtEl>
                                      </p:cBhvr>
                                    </p:animEffect>
                                  </p:childTnLst>
                                </p:cTn>
                              </p:par>
                            </p:childTnLst>
                          </p:cTn>
                        </p:par>
                        <p:par>
                          <p:cTn id="37" fill="hold">
                            <p:stCondLst>
                              <p:cond delay="7250"/>
                            </p:stCondLst>
                            <p:childTnLst>
                              <p:par>
                                <p:cTn id="38" presetID="53" presetClass="entr" presetSubtype="16"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One"/>
        </p:bldSub>
      </p:bldGraphic>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9238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4629866"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11885924"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cxnSp>
        <p:nvCxnSpPr>
          <p:cNvPr id="60" name="Straight Connector 59">
            <a:extLst>
              <a:ext uri="{FF2B5EF4-FFF2-40B4-BE49-F238E27FC236}">
                <a16:creationId xmlns:a16="http://schemas.microsoft.com/office/drawing/2014/main" id="{63D1A165-3914-E838-F908-84F55BBFFD76}"/>
              </a:ext>
            </a:extLst>
          </p:cNvPr>
          <p:cNvCxnSpPr>
            <a:cxnSpLocks/>
            <a:stCxn id="8" idx="6"/>
            <a:endCxn id="62" idx="2"/>
          </p:cNvCxnSpPr>
          <p:nvPr/>
        </p:nvCxnSpPr>
        <p:spPr>
          <a:xfrm flipV="1">
            <a:off x="4518139" y="1573633"/>
            <a:ext cx="1150324" cy="1"/>
          </a:xfrm>
          <a:prstGeom prst="line">
            <a:avLst/>
          </a:prstGeom>
          <a:ln w="34925">
            <a:solidFill>
              <a:schemeClr val="tx1">
                <a:lumMod val="50000"/>
              </a:schemeClr>
            </a:solidFill>
          </a:ln>
        </p:spPr>
        <p:style>
          <a:lnRef idx="3">
            <a:schemeClr val="accent6"/>
          </a:lnRef>
          <a:fillRef idx="0">
            <a:schemeClr val="accent6"/>
          </a:fillRef>
          <a:effectRef idx="2">
            <a:schemeClr val="accent6"/>
          </a:effectRef>
          <a:fontRef idx="minor">
            <a:schemeClr val="tx1"/>
          </a:fontRef>
        </p:style>
      </p:cxnSp>
      <p:sp>
        <p:nvSpPr>
          <p:cNvPr id="8" name="Oval 7">
            <a:extLst>
              <a:ext uri="{FF2B5EF4-FFF2-40B4-BE49-F238E27FC236}">
                <a16:creationId xmlns:a16="http://schemas.microsoft.com/office/drawing/2014/main" id="{F5BEFC47-39ED-24A6-CF95-024F77F72811}"/>
              </a:ext>
            </a:extLst>
          </p:cNvPr>
          <p:cNvSpPr/>
          <p:nvPr/>
        </p:nvSpPr>
        <p:spPr>
          <a:xfrm>
            <a:off x="3105633" y="907234"/>
            <a:ext cx="1412506" cy="1332799"/>
          </a:xfrm>
          <a:prstGeom prst="ellipse">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BC7F70C6-F077-2142-65E9-B2008518374F}"/>
              </a:ext>
            </a:extLst>
          </p:cNvPr>
          <p:cNvSpPr txBox="1"/>
          <p:nvPr/>
        </p:nvSpPr>
        <p:spPr>
          <a:xfrm>
            <a:off x="4508018" y="1109911"/>
            <a:ext cx="1079328" cy="461665"/>
          </a:xfrm>
          <a:prstGeom prst="rect">
            <a:avLst/>
          </a:prstGeom>
          <a:noFill/>
        </p:spPr>
        <p:txBody>
          <a:bodyPr wrap="square" rtlCol="0">
            <a:spAutoFit/>
          </a:bodyPr>
          <a:lstStyle/>
          <a:p>
            <a:pPr algn="ctr"/>
            <a:r>
              <a:rPr lang="en-US" sz="2400" b="1">
                <a:solidFill>
                  <a:schemeClr val="bg1"/>
                </a:solidFill>
              </a:rPr>
              <a:t>1985</a:t>
            </a:r>
            <a:endParaRPr lang="en-US" sz="1200" b="1">
              <a:solidFill>
                <a:schemeClr val="bg1"/>
              </a:solidFill>
            </a:endParaRPr>
          </a:p>
        </p:txBody>
      </p:sp>
      <p:sp>
        <p:nvSpPr>
          <p:cNvPr id="62" name="Oval 61">
            <a:extLst>
              <a:ext uri="{FF2B5EF4-FFF2-40B4-BE49-F238E27FC236}">
                <a16:creationId xmlns:a16="http://schemas.microsoft.com/office/drawing/2014/main" id="{20F8A07D-0092-370E-7BD3-01DA42CD0502}"/>
              </a:ext>
            </a:extLst>
          </p:cNvPr>
          <p:cNvSpPr/>
          <p:nvPr/>
        </p:nvSpPr>
        <p:spPr>
          <a:xfrm>
            <a:off x="5668463" y="1345033"/>
            <a:ext cx="457200" cy="457200"/>
          </a:xfrm>
          <a:prstGeom prst="ellipse">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4C7A83E-032E-FCE2-CEB1-6965A80CF654}"/>
              </a:ext>
            </a:extLst>
          </p:cNvPr>
          <p:cNvSpPr/>
          <p:nvPr/>
        </p:nvSpPr>
        <p:spPr>
          <a:xfrm>
            <a:off x="7292999" y="2864505"/>
            <a:ext cx="1412506" cy="13327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3810684B-20C6-5DAE-00D0-F448ADB1C2DC}"/>
              </a:ext>
            </a:extLst>
          </p:cNvPr>
          <p:cNvCxnSpPr>
            <a:cxnSpLocks/>
            <a:stCxn id="69" idx="6"/>
            <a:endCxn id="66" idx="2"/>
          </p:cNvCxnSpPr>
          <p:nvPr/>
        </p:nvCxnSpPr>
        <p:spPr>
          <a:xfrm>
            <a:off x="6123445" y="3517791"/>
            <a:ext cx="1169554" cy="13114"/>
          </a:xfrm>
          <a:prstGeom prst="line">
            <a:avLst/>
          </a:prstGeom>
          <a:ln w="34925">
            <a:solidFill>
              <a:schemeClr val="tx1">
                <a:lumMod val="50000"/>
              </a:schemeClr>
            </a:solidFill>
          </a:ln>
        </p:spPr>
        <p:style>
          <a:lnRef idx="3">
            <a:schemeClr val="accent6"/>
          </a:lnRef>
          <a:fillRef idx="0">
            <a:schemeClr val="accent6"/>
          </a:fillRef>
          <a:effectRef idx="2">
            <a:schemeClr val="accent6"/>
          </a:effectRef>
          <a:fontRef idx="minor">
            <a:schemeClr val="tx1"/>
          </a:fontRef>
        </p:style>
      </p:cxnSp>
      <p:sp>
        <p:nvSpPr>
          <p:cNvPr id="67" name="TextBox 66">
            <a:extLst>
              <a:ext uri="{FF2B5EF4-FFF2-40B4-BE49-F238E27FC236}">
                <a16:creationId xmlns:a16="http://schemas.microsoft.com/office/drawing/2014/main" id="{E1687835-EEEA-7742-F2E0-21DE1314BE89}"/>
              </a:ext>
            </a:extLst>
          </p:cNvPr>
          <p:cNvSpPr txBox="1"/>
          <p:nvPr/>
        </p:nvSpPr>
        <p:spPr>
          <a:xfrm>
            <a:off x="6233292" y="3081101"/>
            <a:ext cx="1079328" cy="461665"/>
          </a:xfrm>
          <a:prstGeom prst="rect">
            <a:avLst/>
          </a:prstGeom>
          <a:noFill/>
        </p:spPr>
        <p:txBody>
          <a:bodyPr wrap="square" rtlCol="0">
            <a:spAutoFit/>
          </a:bodyPr>
          <a:lstStyle/>
          <a:p>
            <a:pPr algn="ctr"/>
            <a:r>
              <a:rPr lang="en-US" sz="2400" b="1">
                <a:solidFill>
                  <a:schemeClr val="bg1"/>
                </a:solidFill>
              </a:rPr>
              <a:t>1986</a:t>
            </a:r>
            <a:endParaRPr lang="en-US" sz="1200" b="1">
              <a:solidFill>
                <a:schemeClr val="bg1"/>
              </a:solidFill>
            </a:endParaRPr>
          </a:p>
        </p:txBody>
      </p:sp>
      <p:cxnSp>
        <p:nvCxnSpPr>
          <p:cNvPr id="76" name="Straight Connector 75">
            <a:extLst>
              <a:ext uri="{FF2B5EF4-FFF2-40B4-BE49-F238E27FC236}">
                <a16:creationId xmlns:a16="http://schemas.microsoft.com/office/drawing/2014/main" id="{20E5BFC4-BAAC-10DC-F478-9907F8CFCBCC}"/>
              </a:ext>
            </a:extLst>
          </p:cNvPr>
          <p:cNvCxnSpPr>
            <a:cxnSpLocks/>
            <a:stCxn id="71" idx="6"/>
            <a:endCxn id="77" idx="2"/>
          </p:cNvCxnSpPr>
          <p:nvPr/>
        </p:nvCxnSpPr>
        <p:spPr>
          <a:xfrm flipV="1">
            <a:off x="4518139" y="5273737"/>
            <a:ext cx="1060051" cy="10631"/>
          </a:xfrm>
          <a:prstGeom prst="line">
            <a:avLst/>
          </a:prstGeom>
          <a:ln w="34925">
            <a:solidFill>
              <a:schemeClr val="tx1">
                <a:lumMod val="50000"/>
              </a:schemeClr>
            </a:solidFill>
          </a:ln>
        </p:spPr>
        <p:style>
          <a:lnRef idx="3">
            <a:schemeClr val="accent6"/>
          </a:lnRef>
          <a:fillRef idx="0">
            <a:schemeClr val="accent6"/>
          </a:fillRef>
          <a:effectRef idx="2">
            <a:schemeClr val="accent6"/>
          </a:effectRef>
          <a:fontRef idx="minor">
            <a:schemeClr val="tx1"/>
          </a:fontRef>
        </p:style>
      </p:cxnSp>
      <p:sp>
        <p:nvSpPr>
          <p:cNvPr id="69" name="Oval 68">
            <a:extLst>
              <a:ext uri="{FF2B5EF4-FFF2-40B4-BE49-F238E27FC236}">
                <a16:creationId xmlns:a16="http://schemas.microsoft.com/office/drawing/2014/main" id="{50EDC400-782D-7B0F-32D2-AC4AAF1D72BE}"/>
              </a:ext>
            </a:extLst>
          </p:cNvPr>
          <p:cNvSpPr/>
          <p:nvPr/>
        </p:nvSpPr>
        <p:spPr>
          <a:xfrm>
            <a:off x="5666245" y="3289191"/>
            <a:ext cx="457200" cy="457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C32929A8-1847-CE79-4F9C-DE91274E0F71}"/>
              </a:ext>
            </a:extLst>
          </p:cNvPr>
          <p:cNvSpPr/>
          <p:nvPr/>
        </p:nvSpPr>
        <p:spPr>
          <a:xfrm>
            <a:off x="3105633" y="4617968"/>
            <a:ext cx="1412506" cy="1332799"/>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E11C8062-741A-8DA1-1951-1B22397244B7}"/>
              </a:ext>
            </a:extLst>
          </p:cNvPr>
          <p:cNvSpPr txBox="1"/>
          <p:nvPr/>
        </p:nvSpPr>
        <p:spPr>
          <a:xfrm>
            <a:off x="4506839" y="5232183"/>
            <a:ext cx="1079328" cy="461665"/>
          </a:xfrm>
          <a:prstGeom prst="rect">
            <a:avLst/>
          </a:prstGeom>
          <a:noFill/>
        </p:spPr>
        <p:txBody>
          <a:bodyPr wrap="square" rtlCol="0">
            <a:spAutoFit/>
          </a:bodyPr>
          <a:lstStyle/>
          <a:p>
            <a:pPr algn="ctr"/>
            <a:r>
              <a:rPr lang="en-US" sz="2400" b="1">
                <a:solidFill>
                  <a:schemeClr val="bg1"/>
                </a:solidFill>
              </a:rPr>
              <a:t>1989</a:t>
            </a:r>
            <a:endParaRPr lang="en-US" sz="1200" b="1">
              <a:solidFill>
                <a:schemeClr val="bg1"/>
              </a:solidFill>
            </a:endParaRPr>
          </a:p>
        </p:txBody>
      </p:sp>
      <p:sp>
        <p:nvSpPr>
          <p:cNvPr id="77" name="Oval 76">
            <a:extLst>
              <a:ext uri="{FF2B5EF4-FFF2-40B4-BE49-F238E27FC236}">
                <a16:creationId xmlns:a16="http://schemas.microsoft.com/office/drawing/2014/main" id="{6288FD55-CBDB-73F6-08BF-D8793823D9D2}"/>
              </a:ext>
            </a:extLst>
          </p:cNvPr>
          <p:cNvSpPr/>
          <p:nvPr/>
        </p:nvSpPr>
        <p:spPr>
          <a:xfrm>
            <a:off x="5578190" y="5045137"/>
            <a:ext cx="457200" cy="457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56B9DABC-FD80-2D5B-172E-ADAB1EA03ABA}"/>
              </a:ext>
            </a:extLst>
          </p:cNvPr>
          <p:cNvSpPr txBox="1"/>
          <p:nvPr/>
        </p:nvSpPr>
        <p:spPr>
          <a:xfrm>
            <a:off x="6241129" y="1240855"/>
            <a:ext cx="2994770" cy="646331"/>
          </a:xfrm>
          <a:prstGeom prst="rect">
            <a:avLst/>
          </a:prstGeom>
          <a:noFill/>
        </p:spPr>
        <p:txBody>
          <a:bodyPr wrap="square" rtlCol="0">
            <a:spAutoFit/>
          </a:bodyPr>
          <a:lstStyle/>
          <a:p>
            <a:r>
              <a:rPr lang="en-US" b="1">
                <a:solidFill>
                  <a:schemeClr val="bg1"/>
                </a:solidFill>
              </a:rPr>
              <a:t>Sutton &amp; </a:t>
            </a:r>
            <a:r>
              <a:rPr lang="en-US" b="1" err="1">
                <a:solidFill>
                  <a:schemeClr val="bg1"/>
                </a:solidFill>
              </a:rPr>
              <a:t>Barto</a:t>
            </a:r>
            <a:endParaRPr lang="en-US" b="1">
              <a:solidFill>
                <a:schemeClr val="bg1"/>
              </a:solidFill>
            </a:endParaRPr>
          </a:p>
          <a:p>
            <a:r>
              <a:rPr lang="en-US" i="1">
                <a:solidFill>
                  <a:schemeClr val="bg1"/>
                </a:solidFill>
              </a:rPr>
              <a:t>Reinforcement Training</a:t>
            </a:r>
          </a:p>
        </p:txBody>
      </p:sp>
      <p:sp>
        <p:nvSpPr>
          <p:cNvPr id="110" name="TextBox 109">
            <a:extLst>
              <a:ext uri="{FF2B5EF4-FFF2-40B4-BE49-F238E27FC236}">
                <a16:creationId xmlns:a16="http://schemas.microsoft.com/office/drawing/2014/main" id="{986E912E-D903-EE10-9681-B241A41E5ED0}"/>
              </a:ext>
            </a:extLst>
          </p:cNvPr>
          <p:cNvSpPr txBox="1"/>
          <p:nvPr/>
        </p:nvSpPr>
        <p:spPr>
          <a:xfrm>
            <a:off x="3347495" y="3201637"/>
            <a:ext cx="2329455" cy="646331"/>
          </a:xfrm>
          <a:prstGeom prst="rect">
            <a:avLst/>
          </a:prstGeom>
          <a:noFill/>
        </p:spPr>
        <p:txBody>
          <a:bodyPr wrap="square" rtlCol="0">
            <a:spAutoFit/>
          </a:bodyPr>
          <a:lstStyle/>
          <a:p>
            <a:r>
              <a:rPr lang="en-US" b="1">
                <a:solidFill>
                  <a:schemeClr val="bg1"/>
                </a:solidFill>
              </a:rPr>
              <a:t>Hinton &amp; </a:t>
            </a:r>
            <a:r>
              <a:rPr lang="en-US" b="1" err="1">
                <a:solidFill>
                  <a:schemeClr val="bg1"/>
                </a:solidFill>
              </a:rPr>
              <a:t>Rumelhart</a:t>
            </a:r>
            <a:endParaRPr lang="en-US" b="1">
              <a:solidFill>
                <a:schemeClr val="bg1"/>
              </a:solidFill>
            </a:endParaRPr>
          </a:p>
          <a:p>
            <a:pPr algn="r"/>
            <a:r>
              <a:rPr lang="en-US" i="1">
                <a:solidFill>
                  <a:schemeClr val="bg1"/>
                </a:solidFill>
              </a:rPr>
              <a:t>Backpropagation</a:t>
            </a:r>
          </a:p>
        </p:txBody>
      </p:sp>
      <p:sp>
        <p:nvSpPr>
          <p:cNvPr id="111" name="TextBox 110">
            <a:extLst>
              <a:ext uri="{FF2B5EF4-FFF2-40B4-BE49-F238E27FC236}">
                <a16:creationId xmlns:a16="http://schemas.microsoft.com/office/drawing/2014/main" id="{CF8D4CA1-1018-BA4D-27BF-EC33C6ED280F}"/>
              </a:ext>
            </a:extLst>
          </p:cNvPr>
          <p:cNvSpPr txBox="1"/>
          <p:nvPr/>
        </p:nvSpPr>
        <p:spPr>
          <a:xfrm>
            <a:off x="6030419" y="4915285"/>
            <a:ext cx="2994770" cy="923330"/>
          </a:xfrm>
          <a:prstGeom prst="rect">
            <a:avLst/>
          </a:prstGeom>
          <a:noFill/>
        </p:spPr>
        <p:txBody>
          <a:bodyPr wrap="square" rtlCol="0">
            <a:spAutoFit/>
          </a:bodyPr>
          <a:lstStyle/>
          <a:p>
            <a:r>
              <a:rPr lang="en-US" b="1">
                <a:solidFill>
                  <a:schemeClr val="bg1"/>
                </a:solidFill>
              </a:rPr>
              <a:t>Yann </a:t>
            </a:r>
            <a:r>
              <a:rPr lang="en-US" b="1" err="1">
                <a:solidFill>
                  <a:schemeClr val="bg1"/>
                </a:solidFill>
              </a:rPr>
              <a:t>LeCunn</a:t>
            </a:r>
            <a:endParaRPr lang="en-US" b="1">
              <a:solidFill>
                <a:schemeClr val="bg1"/>
              </a:solidFill>
            </a:endParaRPr>
          </a:p>
          <a:p>
            <a:r>
              <a:rPr lang="en-US" i="1">
                <a:solidFill>
                  <a:schemeClr val="bg1"/>
                </a:solidFill>
              </a:rPr>
              <a:t>Convolutional Neural Networks (CNNs)</a:t>
            </a:r>
          </a:p>
        </p:txBody>
      </p:sp>
    </p:spTree>
    <p:extLst>
      <p:ext uri="{BB962C8B-B14F-4D97-AF65-F5344CB8AC3E}">
        <p14:creationId xmlns:p14="http://schemas.microsoft.com/office/powerpoint/2010/main" val="6948579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750"/>
                            </p:stCondLst>
                            <p:childTnLst>
                              <p:par>
                                <p:cTn id="11" presetID="22" presetClass="entr" presetSubtype="8" fill="hold" nodeType="after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500"/>
                                        <p:tgtEl>
                                          <p:spTgt spid="6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childTnLst>
                          </p:cTn>
                        </p:par>
                        <p:par>
                          <p:cTn id="17" fill="hold">
                            <p:stCondLst>
                              <p:cond delay="1250"/>
                            </p:stCondLst>
                            <p:childTnLst>
                              <p:par>
                                <p:cTn id="18" presetID="53" presetClass="entr" presetSubtype="16" fill="hold" grpId="0" nodeType="afterEffect">
                                  <p:stCondLst>
                                    <p:cond delay="0"/>
                                  </p:stCondLst>
                                  <p:childTnLst>
                                    <p:set>
                                      <p:cBhvr>
                                        <p:cTn id="19" dur="1" fill="hold">
                                          <p:stCondLst>
                                            <p:cond delay="0"/>
                                          </p:stCondLst>
                                        </p:cTn>
                                        <p:tgtEl>
                                          <p:spTgt spid="62"/>
                                        </p:tgtEl>
                                        <p:attrNameLst>
                                          <p:attrName>style.visibility</p:attrName>
                                        </p:attrNameLst>
                                      </p:cBhvr>
                                      <p:to>
                                        <p:strVal val="visible"/>
                                      </p:to>
                                    </p:set>
                                    <p:anim calcmode="lin" valueType="num">
                                      <p:cBhvr>
                                        <p:cTn id="20" dur="500" fill="hold"/>
                                        <p:tgtEl>
                                          <p:spTgt spid="62"/>
                                        </p:tgtEl>
                                        <p:attrNameLst>
                                          <p:attrName>ppt_w</p:attrName>
                                        </p:attrNameLst>
                                      </p:cBhvr>
                                      <p:tavLst>
                                        <p:tav tm="0">
                                          <p:val>
                                            <p:fltVal val="0"/>
                                          </p:val>
                                        </p:tav>
                                        <p:tav tm="100000">
                                          <p:val>
                                            <p:strVal val="#ppt_w"/>
                                          </p:val>
                                        </p:tav>
                                      </p:tavLst>
                                    </p:anim>
                                    <p:anim calcmode="lin" valueType="num">
                                      <p:cBhvr>
                                        <p:cTn id="21" dur="500" fill="hold"/>
                                        <p:tgtEl>
                                          <p:spTgt spid="62"/>
                                        </p:tgtEl>
                                        <p:attrNameLst>
                                          <p:attrName>ppt_h</p:attrName>
                                        </p:attrNameLst>
                                      </p:cBhvr>
                                      <p:tavLst>
                                        <p:tav tm="0">
                                          <p:val>
                                            <p:fltVal val="0"/>
                                          </p:val>
                                        </p:tav>
                                        <p:tav tm="100000">
                                          <p:val>
                                            <p:strVal val="#ppt_h"/>
                                          </p:val>
                                        </p:tav>
                                      </p:tavLst>
                                    </p:anim>
                                    <p:animEffect transition="in" filter="fade">
                                      <p:cBhvr>
                                        <p:cTn id="22" dur="500"/>
                                        <p:tgtEl>
                                          <p:spTgt spid="62"/>
                                        </p:tgtEl>
                                      </p:cBhvr>
                                    </p:animEffect>
                                  </p:childTnLst>
                                </p:cTn>
                              </p:par>
                            </p:childTnLst>
                          </p:cTn>
                        </p:par>
                        <p:par>
                          <p:cTn id="23" fill="hold">
                            <p:stCondLst>
                              <p:cond delay="1750"/>
                            </p:stCondLst>
                            <p:childTnLst>
                              <p:par>
                                <p:cTn id="24" presetID="26" presetClass="emph" presetSubtype="0" fill="hold" grpId="1" nodeType="afterEffect">
                                  <p:stCondLst>
                                    <p:cond delay="0"/>
                                  </p:stCondLst>
                                  <p:childTnLst>
                                    <p:animEffect transition="out" filter="fade">
                                      <p:cBhvr>
                                        <p:cTn id="25" dur="500" tmFilter="0, 0; .2, .5; .8, .5; 1, 0"/>
                                        <p:tgtEl>
                                          <p:spTgt spid="62"/>
                                        </p:tgtEl>
                                      </p:cBhvr>
                                    </p:animEffect>
                                    <p:animScale>
                                      <p:cBhvr>
                                        <p:cTn id="26" dur="250" autoRev="1" fill="hold"/>
                                        <p:tgtEl>
                                          <p:spTgt spid="62"/>
                                        </p:tgtEl>
                                      </p:cBhvr>
                                      <p:by x="105000" y="105000"/>
                                    </p:animScale>
                                  </p:childTnLst>
                                </p:cTn>
                              </p:par>
                              <p:par>
                                <p:cTn id="27" presetID="1" presetClass="entr" presetSubtype="0" fill="hold" grpId="0" nodeType="with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childTnLst>
                          </p:cTn>
                        </p:par>
                        <p:par>
                          <p:cTn id="29" fill="hold">
                            <p:stCondLst>
                              <p:cond delay="2250"/>
                            </p:stCondLst>
                            <p:childTnLst>
                              <p:par>
                                <p:cTn id="30" presetID="53" presetClass="entr" presetSubtype="16" fill="hold" grpId="0" nodeType="after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p:cTn id="32" dur="500" fill="hold"/>
                                        <p:tgtEl>
                                          <p:spTgt spid="66"/>
                                        </p:tgtEl>
                                        <p:attrNameLst>
                                          <p:attrName>ppt_w</p:attrName>
                                        </p:attrNameLst>
                                      </p:cBhvr>
                                      <p:tavLst>
                                        <p:tav tm="0">
                                          <p:val>
                                            <p:fltVal val="0"/>
                                          </p:val>
                                        </p:tav>
                                        <p:tav tm="100000">
                                          <p:val>
                                            <p:strVal val="#ppt_w"/>
                                          </p:val>
                                        </p:tav>
                                      </p:tavLst>
                                    </p:anim>
                                    <p:anim calcmode="lin" valueType="num">
                                      <p:cBhvr>
                                        <p:cTn id="33" dur="500" fill="hold"/>
                                        <p:tgtEl>
                                          <p:spTgt spid="66"/>
                                        </p:tgtEl>
                                        <p:attrNameLst>
                                          <p:attrName>ppt_h</p:attrName>
                                        </p:attrNameLst>
                                      </p:cBhvr>
                                      <p:tavLst>
                                        <p:tav tm="0">
                                          <p:val>
                                            <p:fltVal val="0"/>
                                          </p:val>
                                        </p:tav>
                                        <p:tav tm="100000">
                                          <p:val>
                                            <p:strVal val="#ppt_h"/>
                                          </p:val>
                                        </p:tav>
                                      </p:tavLst>
                                    </p:anim>
                                    <p:animEffect transition="in" filter="fade">
                                      <p:cBhvr>
                                        <p:cTn id="34" dur="500"/>
                                        <p:tgtEl>
                                          <p:spTgt spid="66"/>
                                        </p:tgtEl>
                                      </p:cBhvr>
                                    </p:animEffect>
                                  </p:childTnLst>
                                </p:cTn>
                              </p:par>
                            </p:childTnLst>
                          </p:cTn>
                        </p:par>
                        <p:par>
                          <p:cTn id="35" fill="hold">
                            <p:stCondLst>
                              <p:cond delay="2750"/>
                            </p:stCondLst>
                            <p:childTnLst>
                              <p:par>
                                <p:cTn id="36" presetID="22" presetClass="entr" presetSubtype="2" fill="hold" nodeType="after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wipe(right)">
                                      <p:cBhvr>
                                        <p:cTn id="38" dur="500"/>
                                        <p:tgtEl>
                                          <p:spTgt spid="6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fade">
                                      <p:cBhvr>
                                        <p:cTn id="41" dur="500"/>
                                        <p:tgtEl>
                                          <p:spTgt spid="67"/>
                                        </p:tgtEl>
                                      </p:cBhvr>
                                    </p:animEffect>
                                  </p:childTnLst>
                                </p:cTn>
                              </p:par>
                            </p:childTnLst>
                          </p:cTn>
                        </p:par>
                        <p:par>
                          <p:cTn id="42" fill="hold">
                            <p:stCondLst>
                              <p:cond delay="3250"/>
                            </p:stCondLst>
                            <p:childTnLst>
                              <p:par>
                                <p:cTn id="43" presetID="53" presetClass="entr" presetSubtype="16" fill="hold" grpId="0" nodeType="afterEffect">
                                  <p:stCondLst>
                                    <p:cond delay="0"/>
                                  </p:stCondLst>
                                  <p:childTnLst>
                                    <p:set>
                                      <p:cBhvr>
                                        <p:cTn id="44" dur="1" fill="hold">
                                          <p:stCondLst>
                                            <p:cond delay="0"/>
                                          </p:stCondLst>
                                        </p:cTn>
                                        <p:tgtEl>
                                          <p:spTgt spid="69"/>
                                        </p:tgtEl>
                                        <p:attrNameLst>
                                          <p:attrName>style.visibility</p:attrName>
                                        </p:attrNameLst>
                                      </p:cBhvr>
                                      <p:to>
                                        <p:strVal val="visible"/>
                                      </p:to>
                                    </p:set>
                                    <p:anim calcmode="lin" valueType="num">
                                      <p:cBhvr>
                                        <p:cTn id="45" dur="500" fill="hold"/>
                                        <p:tgtEl>
                                          <p:spTgt spid="69"/>
                                        </p:tgtEl>
                                        <p:attrNameLst>
                                          <p:attrName>ppt_w</p:attrName>
                                        </p:attrNameLst>
                                      </p:cBhvr>
                                      <p:tavLst>
                                        <p:tav tm="0">
                                          <p:val>
                                            <p:fltVal val="0"/>
                                          </p:val>
                                        </p:tav>
                                        <p:tav tm="100000">
                                          <p:val>
                                            <p:strVal val="#ppt_w"/>
                                          </p:val>
                                        </p:tav>
                                      </p:tavLst>
                                    </p:anim>
                                    <p:anim calcmode="lin" valueType="num">
                                      <p:cBhvr>
                                        <p:cTn id="46" dur="500" fill="hold"/>
                                        <p:tgtEl>
                                          <p:spTgt spid="69"/>
                                        </p:tgtEl>
                                        <p:attrNameLst>
                                          <p:attrName>ppt_h</p:attrName>
                                        </p:attrNameLst>
                                      </p:cBhvr>
                                      <p:tavLst>
                                        <p:tav tm="0">
                                          <p:val>
                                            <p:fltVal val="0"/>
                                          </p:val>
                                        </p:tav>
                                        <p:tav tm="100000">
                                          <p:val>
                                            <p:strVal val="#ppt_h"/>
                                          </p:val>
                                        </p:tav>
                                      </p:tavLst>
                                    </p:anim>
                                    <p:animEffect transition="in" filter="fade">
                                      <p:cBhvr>
                                        <p:cTn id="47" dur="500"/>
                                        <p:tgtEl>
                                          <p:spTgt spid="69"/>
                                        </p:tgtEl>
                                      </p:cBhvr>
                                    </p:animEffect>
                                  </p:childTnLst>
                                </p:cTn>
                              </p:par>
                            </p:childTnLst>
                          </p:cTn>
                        </p:par>
                        <p:par>
                          <p:cTn id="48" fill="hold">
                            <p:stCondLst>
                              <p:cond delay="3750"/>
                            </p:stCondLst>
                            <p:childTnLst>
                              <p:par>
                                <p:cTn id="49" presetID="26" presetClass="emph" presetSubtype="0" fill="hold" grpId="1" nodeType="afterEffect">
                                  <p:stCondLst>
                                    <p:cond delay="0"/>
                                  </p:stCondLst>
                                  <p:childTnLst>
                                    <p:animEffect transition="out" filter="fade">
                                      <p:cBhvr>
                                        <p:cTn id="50" dur="500" tmFilter="0, 0; .2, .5; .8, .5; 1, 0"/>
                                        <p:tgtEl>
                                          <p:spTgt spid="69"/>
                                        </p:tgtEl>
                                      </p:cBhvr>
                                    </p:animEffect>
                                    <p:animScale>
                                      <p:cBhvr>
                                        <p:cTn id="51" dur="250" autoRev="1" fill="hold"/>
                                        <p:tgtEl>
                                          <p:spTgt spid="69"/>
                                        </p:tgtEl>
                                      </p:cBhvr>
                                      <p:by x="105000" y="105000"/>
                                    </p:animScale>
                                  </p:childTnLst>
                                </p:cTn>
                              </p:par>
                            </p:childTnLst>
                          </p:cTn>
                        </p:par>
                        <p:par>
                          <p:cTn id="52" fill="hold">
                            <p:stCondLst>
                              <p:cond delay="4250"/>
                            </p:stCondLst>
                            <p:childTnLst>
                              <p:par>
                                <p:cTn id="53" presetID="1" presetClass="entr" presetSubtype="0" fill="hold" grpId="0" nodeType="afterEffect">
                                  <p:stCondLst>
                                    <p:cond delay="0"/>
                                  </p:stCondLst>
                                  <p:childTnLst>
                                    <p:set>
                                      <p:cBhvr>
                                        <p:cTn id="54" dur="1" fill="hold">
                                          <p:stCondLst>
                                            <p:cond delay="0"/>
                                          </p:stCondLst>
                                        </p:cTn>
                                        <p:tgtEl>
                                          <p:spTgt spid="110"/>
                                        </p:tgtEl>
                                        <p:attrNameLst>
                                          <p:attrName>style.visibility</p:attrName>
                                        </p:attrNameLst>
                                      </p:cBhvr>
                                      <p:to>
                                        <p:strVal val="visible"/>
                                      </p:to>
                                    </p:set>
                                  </p:childTnLst>
                                </p:cTn>
                              </p:par>
                            </p:childTnLst>
                          </p:cTn>
                        </p:par>
                        <p:par>
                          <p:cTn id="55" fill="hold">
                            <p:stCondLst>
                              <p:cond delay="4250"/>
                            </p:stCondLst>
                            <p:childTnLst>
                              <p:par>
                                <p:cTn id="56" presetID="53" presetClass="entr" presetSubtype="16" fill="hold" grpId="0" nodeType="afterEffect">
                                  <p:stCondLst>
                                    <p:cond delay="0"/>
                                  </p:stCondLst>
                                  <p:childTnLst>
                                    <p:set>
                                      <p:cBhvr>
                                        <p:cTn id="57" dur="1" fill="hold">
                                          <p:stCondLst>
                                            <p:cond delay="0"/>
                                          </p:stCondLst>
                                        </p:cTn>
                                        <p:tgtEl>
                                          <p:spTgt spid="71"/>
                                        </p:tgtEl>
                                        <p:attrNameLst>
                                          <p:attrName>style.visibility</p:attrName>
                                        </p:attrNameLst>
                                      </p:cBhvr>
                                      <p:to>
                                        <p:strVal val="visible"/>
                                      </p:to>
                                    </p:set>
                                    <p:anim calcmode="lin" valueType="num">
                                      <p:cBhvr>
                                        <p:cTn id="58" dur="500" fill="hold"/>
                                        <p:tgtEl>
                                          <p:spTgt spid="71"/>
                                        </p:tgtEl>
                                        <p:attrNameLst>
                                          <p:attrName>ppt_w</p:attrName>
                                        </p:attrNameLst>
                                      </p:cBhvr>
                                      <p:tavLst>
                                        <p:tav tm="0">
                                          <p:val>
                                            <p:fltVal val="0"/>
                                          </p:val>
                                        </p:tav>
                                        <p:tav tm="100000">
                                          <p:val>
                                            <p:strVal val="#ppt_w"/>
                                          </p:val>
                                        </p:tav>
                                      </p:tavLst>
                                    </p:anim>
                                    <p:anim calcmode="lin" valueType="num">
                                      <p:cBhvr>
                                        <p:cTn id="59" dur="500" fill="hold"/>
                                        <p:tgtEl>
                                          <p:spTgt spid="71"/>
                                        </p:tgtEl>
                                        <p:attrNameLst>
                                          <p:attrName>ppt_h</p:attrName>
                                        </p:attrNameLst>
                                      </p:cBhvr>
                                      <p:tavLst>
                                        <p:tav tm="0">
                                          <p:val>
                                            <p:fltVal val="0"/>
                                          </p:val>
                                        </p:tav>
                                        <p:tav tm="100000">
                                          <p:val>
                                            <p:strVal val="#ppt_h"/>
                                          </p:val>
                                        </p:tav>
                                      </p:tavLst>
                                    </p:anim>
                                    <p:animEffect transition="in" filter="fade">
                                      <p:cBhvr>
                                        <p:cTn id="60" dur="500"/>
                                        <p:tgtEl>
                                          <p:spTgt spid="71"/>
                                        </p:tgtEl>
                                      </p:cBhvr>
                                    </p:animEffect>
                                  </p:childTnLst>
                                </p:cTn>
                              </p:par>
                            </p:childTnLst>
                          </p:cTn>
                        </p:par>
                        <p:par>
                          <p:cTn id="61" fill="hold">
                            <p:stCondLst>
                              <p:cond delay="4750"/>
                            </p:stCondLst>
                            <p:childTnLst>
                              <p:par>
                                <p:cTn id="62" presetID="22" presetClass="entr" presetSubtype="8" fill="hold" nodeType="after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wipe(left)">
                                      <p:cBhvr>
                                        <p:cTn id="64" dur="5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500"/>
                                        <p:tgtEl>
                                          <p:spTgt spid="75"/>
                                        </p:tgtEl>
                                      </p:cBhvr>
                                    </p:animEffect>
                                  </p:childTnLst>
                                </p:cTn>
                              </p:par>
                            </p:childTnLst>
                          </p:cTn>
                        </p:par>
                        <p:par>
                          <p:cTn id="68" fill="hold">
                            <p:stCondLst>
                              <p:cond delay="5250"/>
                            </p:stCondLst>
                            <p:childTnLst>
                              <p:par>
                                <p:cTn id="69" presetID="53" presetClass="entr" presetSubtype="16" fill="hold" grpId="0" nodeType="after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p:cTn id="71" dur="500" fill="hold"/>
                                        <p:tgtEl>
                                          <p:spTgt spid="77"/>
                                        </p:tgtEl>
                                        <p:attrNameLst>
                                          <p:attrName>ppt_w</p:attrName>
                                        </p:attrNameLst>
                                      </p:cBhvr>
                                      <p:tavLst>
                                        <p:tav tm="0">
                                          <p:val>
                                            <p:fltVal val="0"/>
                                          </p:val>
                                        </p:tav>
                                        <p:tav tm="100000">
                                          <p:val>
                                            <p:strVal val="#ppt_w"/>
                                          </p:val>
                                        </p:tav>
                                      </p:tavLst>
                                    </p:anim>
                                    <p:anim calcmode="lin" valueType="num">
                                      <p:cBhvr>
                                        <p:cTn id="72" dur="500" fill="hold"/>
                                        <p:tgtEl>
                                          <p:spTgt spid="77"/>
                                        </p:tgtEl>
                                        <p:attrNameLst>
                                          <p:attrName>ppt_h</p:attrName>
                                        </p:attrNameLst>
                                      </p:cBhvr>
                                      <p:tavLst>
                                        <p:tav tm="0">
                                          <p:val>
                                            <p:fltVal val="0"/>
                                          </p:val>
                                        </p:tav>
                                        <p:tav tm="100000">
                                          <p:val>
                                            <p:strVal val="#ppt_h"/>
                                          </p:val>
                                        </p:tav>
                                      </p:tavLst>
                                    </p:anim>
                                    <p:animEffect transition="in" filter="fade">
                                      <p:cBhvr>
                                        <p:cTn id="73" dur="500"/>
                                        <p:tgtEl>
                                          <p:spTgt spid="77"/>
                                        </p:tgtEl>
                                      </p:cBhvr>
                                    </p:animEffect>
                                  </p:childTnLst>
                                </p:cTn>
                              </p:par>
                            </p:childTnLst>
                          </p:cTn>
                        </p:par>
                        <p:par>
                          <p:cTn id="74" fill="hold">
                            <p:stCondLst>
                              <p:cond delay="5750"/>
                            </p:stCondLst>
                            <p:childTnLst>
                              <p:par>
                                <p:cTn id="75" presetID="26" presetClass="emph" presetSubtype="0" fill="hold" grpId="1" nodeType="afterEffect">
                                  <p:stCondLst>
                                    <p:cond delay="0"/>
                                  </p:stCondLst>
                                  <p:childTnLst>
                                    <p:animEffect transition="out" filter="fade">
                                      <p:cBhvr>
                                        <p:cTn id="76" dur="500" tmFilter="0, 0; .2, .5; .8, .5; 1, 0"/>
                                        <p:tgtEl>
                                          <p:spTgt spid="77"/>
                                        </p:tgtEl>
                                      </p:cBhvr>
                                    </p:animEffect>
                                    <p:animScale>
                                      <p:cBhvr>
                                        <p:cTn id="77" dur="250" autoRev="1" fill="hold"/>
                                        <p:tgtEl>
                                          <p:spTgt spid="77"/>
                                        </p:tgtEl>
                                      </p:cBhvr>
                                      <p:by x="105000" y="105000"/>
                                    </p:animScale>
                                  </p:childTnLst>
                                </p:cTn>
                              </p:par>
                            </p:childTnLst>
                          </p:cTn>
                        </p:par>
                        <p:par>
                          <p:cTn id="78" fill="hold">
                            <p:stCondLst>
                              <p:cond delay="6250"/>
                            </p:stCondLst>
                            <p:childTnLst>
                              <p:par>
                                <p:cTn id="79" presetID="1" presetClass="entr" presetSubtype="0" fill="hold" grpId="0" nodeType="afterEffect">
                                  <p:stCondLst>
                                    <p:cond delay="0"/>
                                  </p:stCondLst>
                                  <p:childTnLst>
                                    <p:set>
                                      <p:cBhvr>
                                        <p:cTn id="80"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1" grpId="0"/>
      <p:bldP spid="62" grpId="0" animBg="1"/>
      <p:bldP spid="62" grpId="1" animBg="1"/>
      <p:bldP spid="66" grpId="0" animBg="1"/>
      <p:bldP spid="67" grpId="0"/>
      <p:bldP spid="69" grpId="0" animBg="1"/>
      <p:bldP spid="69" grpId="1" animBg="1"/>
      <p:bldP spid="71" grpId="0" animBg="1"/>
      <p:bldP spid="75" grpId="0"/>
      <p:bldP spid="77" grpId="0" animBg="1"/>
      <p:bldP spid="77" grpId="1" animBg="1"/>
      <p:bldP spid="109" grpId="0"/>
      <p:bldP spid="110" grpId="0"/>
      <p:bldP spid="1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9238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4633324"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5275523" y="-2420"/>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12526948" y="-2"/>
            <a:ext cx="1430473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grpSp>
        <p:nvGrpSpPr>
          <p:cNvPr id="16" name="Group 15">
            <a:extLst>
              <a:ext uri="{FF2B5EF4-FFF2-40B4-BE49-F238E27FC236}">
                <a16:creationId xmlns:a16="http://schemas.microsoft.com/office/drawing/2014/main" id="{336CB2DA-4CA0-F614-E3E9-544D531890DA}"/>
              </a:ext>
            </a:extLst>
          </p:cNvPr>
          <p:cNvGrpSpPr/>
          <p:nvPr/>
        </p:nvGrpSpPr>
        <p:grpSpPr>
          <a:xfrm>
            <a:off x="5318406" y="861237"/>
            <a:ext cx="2377611" cy="1516161"/>
            <a:chOff x="4829306" y="861237"/>
            <a:chExt cx="2377611" cy="1516161"/>
          </a:xfrm>
        </p:grpSpPr>
        <p:sp>
          <p:nvSpPr>
            <p:cNvPr id="13" name="Rectangle: Top Corners Rounded 12">
              <a:extLst>
                <a:ext uri="{FF2B5EF4-FFF2-40B4-BE49-F238E27FC236}">
                  <a16:creationId xmlns:a16="http://schemas.microsoft.com/office/drawing/2014/main" id="{A5810B3E-DD52-EF71-1CB6-06FA04B96BC2}"/>
                </a:ext>
              </a:extLst>
            </p:cNvPr>
            <p:cNvSpPr/>
            <p:nvPr/>
          </p:nvSpPr>
          <p:spPr>
            <a:xfrm rot="5400000">
              <a:off x="5170633" y="519910"/>
              <a:ext cx="1516161" cy="2198815"/>
            </a:xfrm>
            <a:prstGeom prst="round2Same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E25E102-977A-2D9C-44BE-D4CA642D8EFD}"/>
                </a:ext>
              </a:extLst>
            </p:cNvPr>
            <p:cNvSpPr txBox="1"/>
            <p:nvPr/>
          </p:nvSpPr>
          <p:spPr>
            <a:xfrm>
              <a:off x="5361921" y="1296151"/>
              <a:ext cx="1844996" cy="646331"/>
            </a:xfrm>
            <a:prstGeom prst="rect">
              <a:avLst/>
            </a:prstGeom>
            <a:noFill/>
          </p:spPr>
          <p:txBody>
            <a:bodyPr wrap="square" rtlCol="0">
              <a:spAutoFit/>
            </a:bodyPr>
            <a:lstStyle/>
            <a:p>
              <a:pPr algn="ctr"/>
              <a:r>
                <a:rPr lang="en-US" sz="3600" b="1"/>
                <a:t>1997</a:t>
              </a:r>
            </a:p>
          </p:txBody>
        </p:sp>
      </p:grpSp>
      <p:sp>
        <p:nvSpPr>
          <p:cNvPr id="12" name="Freeform: Shape 11">
            <a:extLst>
              <a:ext uri="{FF2B5EF4-FFF2-40B4-BE49-F238E27FC236}">
                <a16:creationId xmlns:a16="http://schemas.microsoft.com/office/drawing/2014/main" id="{5A5B1D5B-31F9-BEE7-55AC-C20BD3E6588C}"/>
              </a:ext>
            </a:extLst>
          </p:cNvPr>
          <p:cNvSpPr/>
          <p:nvPr/>
        </p:nvSpPr>
        <p:spPr>
          <a:xfrm rot="16200000">
            <a:off x="3691009" y="-267894"/>
            <a:ext cx="1516159" cy="3774427"/>
          </a:xfrm>
          <a:custGeom>
            <a:avLst/>
            <a:gdLst>
              <a:gd name="connsiteX0" fmla="*/ 1169776 w 1169776"/>
              <a:gd name="connsiteY0" fmla="*/ 194967 h 2936306"/>
              <a:gd name="connsiteX1" fmla="*/ 1169776 w 1169776"/>
              <a:gd name="connsiteY1" fmla="*/ 2936306 h 2936306"/>
              <a:gd name="connsiteX2" fmla="*/ 1041953 w 1169776"/>
              <a:gd name="connsiteY2" fmla="*/ 2936306 h 2936306"/>
              <a:gd name="connsiteX3" fmla="*/ 1032800 w 1169776"/>
              <a:gd name="connsiteY3" fmla="*/ 2845511 h 2936306"/>
              <a:gd name="connsiteX4" fmla="*/ 584889 w 1169776"/>
              <a:gd name="connsiteY4" fmla="*/ 2480453 h 2936306"/>
              <a:gd name="connsiteX5" fmla="*/ 136978 w 1169776"/>
              <a:gd name="connsiteY5" fmla="*/ 2845511 h 2936306"/>
              <a:gd name="connsiteX6" fmla="*/ 127825 w 1169776"/>
              <a:gd name="connsiteY6" fmla="*/ 2936306 h 2936306"/>
              <a:gd name="connsiteX7" fmla="*/ 0 w 1169776"/>
              <a:gd name="connsiteY7" fmla="*/ 2936306 h 2936306"/>
              <a:gd name="connsiteX8" fmla="*/ 0 w 1169776"/>
              <a:gd name="connsiteY8" fmla="*/ 194967 h 2936306"/>
              <a:gd name="connsiteX9" fmla="*/ 194967 w 1169776"/>
              <a:gd name="connsiteY9" fmla="*/ 0 h 2936306"/>
              <a:gd name="connsiteX10" fmla="*/ 974809 w 1169776"/>
              <a:gd name="connsiteY10" fmla="*/ 0 h 2936306"/>
              <a:gd name="connsiteX11" fmla="*/ 1169776 w 1169776"/>
              <a:gd name="connsiteY11" fmla="*/ 194967 h 293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9776" h="2936306">
                <a:moveTo>
                  <a:pt x="1169776" y="194967"/>
                </a:moveTo>
                <a:lnTo>
                  <a:pt x="1169776" y="2936306"/>
                </a:lnTo>
                <a:lnTo>
                  <a:pt x="1041953" y="2936306"/>
                </a:lnTo>
                <a:lnTo>
                  <a:pt x="1032800" y="2845511"/>
                </a:lnTo>
                <a:cubicBezTo>
                  <a:pt x="990168" y="2637173"/>
                  <a:pt x="805831" y="2480453"/>
                  <a:pt x="584889" y="2480453"/>
                </a:cubicBezTo>
                <a:cubicBezTo>
                  <a:pt x="363947" y="2480453"/>
                  <a:pt x="179610" y="2637173"/>
                  <a:pt x="136978" y="2845511"/>
                </a:cubicBezTo>
                <a:lnTo>
                  <a:pt x="127825" y="2936306"/>
                </a:lnTo>
                <a:lnTo>
                  <a:pt x="0" y="2936306"/>
                </a:lnTo>
                <a:lnTo>
                  <a:pt x="0" y="194967"/>
                </a:lnTo>
                <a:cubicBezTo>
                  <a:pt x="0" y="87290"/>
                  <a:pt x="87290" y="0"/>
                  <a:pt x="194967" y="0"/>
                </a:cubicBezTo>
                <a:lnTo>
                  <a:pt x="974809" y="0"/>
                </a:lnTo>
                <a:cubicBezTo>
                  <a:pt x="1082486" y="0"/>
                  <a:pt x="1169776" y="87290"/>
                  <a:pt x="1169776" y="194967"/>
                </a:cubicBezTo>
                <a:close/>
              </a:path>
            </a:pathLst>
          </a:custGeom>
          <a:solidFill>
            <a:schemeClr val="tx1"/>
          </a:solidFill>
          <a:ln>
            <a:noFill/>
          </a:ln>
          <a:effectLst>
            <a:outerShdw blurRad="127000" sx="107000" sy="107000" algn="ctr" rotWithShape="0">
              <a:schemeClr val="bg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1" name="TextBox 20">
            <a:extLst>
              <a:ext uri="{FF2B5EF4-FFF2-40B4-BE49-F238E27FC236}">
                <a16:creationId xmlns:a16="http://schemas.microsoft.com/office/drawing/2014/main" id="{264D073B-6FCE-B74A-3D76-73EFF21F5E8C}"/>
              </a:ext>
            </a:extLst>
          </p:cNvPr>
          <p:cNvSpPr txBox="1"/>
          <p:nvPr/>
        </p:nvSpPr>
        <p:spPr>
          <a:xfrm>
            <a:off x="3060729" y="1265373"/>
            <a:ext cx="2438562" cy="707886"/>
          </a:xfrm>
          <a:prstGeom prst="rect">
            <a:avLst/>
          </a:prstGeom>
          <a:noFill/>
        </p:spPr>
        <p:txBody>
          <a:bodyPr wrap="square" rtlCol="0">
            <a:spAutoFit/>
          </a:bodyPr>
          <a:lstStyle/>
          <a:p>
            <a:pPr algn="ctr"/>
            <a:r>
              <a:rPr lang="en-US" sz="2000" b="1">
                <a:solidFill>
                  <a:srgbClr val="00C6BB"/>
                </a:solidFill>
              </a:rPr>
              <a:t>IBM</a:t>
            </a:r>
            <a:br>
              <a:rPr lang="en-US" sz="2000" b="1">
                <a:solidFill>
                  <a:srgbClr val="00C6BB"/>
                </a:solidFill>
              </a:rPr>
            </a:br>
            <a:r>
              <a:rPr lang="en-US" sz="2000" b="1">
                <a:solidFill>
                  <a:srgbClr val="00C6BB"/>
                </a:solidFill>
              </a:rPr>
              <a:t>Deep Blue</a:t>
            </a:r>
          </a:p>
        </p:txBody>
      </p:sp>
      <p:grpSp>
        <p:nvGrpSpPr>
          <p:cNvPr id="57" name="Group 56">
            <a:extLst>
              <a:ext uri="{FF2B5EF4-FFF2-40B4-BE49-F238E27FC236}">
                <a16:creationId xmlns:a16="http://schemas.microsoft.com/office/drawing/2014/main" id="{0F4F07A2-0D78-D312-A358-3816C9ABA020}"/>
              </a:ext>
            </a:extLst>
          </p:cNvPr>
          <p:cNvGrpSpPr/>
          <p:nvPr/>
        </p:nvGrpSpPr>
        <p:grpSpPr>
          <a:xfrm>
            <a:off x="2372446" y="2812311"/>
            <a:ext cx="2377611" cy="1516161"/>
            <a:chOff x="1883346" y="2812311"/>
            <a:chExt cx="2377611" cy="1516161"/>
          </a:xfrm>
        </p:grpSpPr>
        <p:sp>
          <p:nvSpPr>
            <p:cNvPr id="47" name="Rectangle: Top Corners Rounded 46">
              <a:extLst>
                <a:ext uri="{FF2B5EF4-FFF2-40B4-BE49-F238E27FC236}">
                  <a16:creationId xmlns:a16="http://schemas.microsoft.com/office/drawing/2014/main" id="{A34CAB20-658B-23D6-65E7-637931E4F2C9}"/>
                </a:ext>
              </a:extLst>
            </p:cNvPr>
            <p:cNvSpPr/>
            <p:nvPr/>
          </p:nvSpPr>
          <p:spPr>
            <a:xfrm rot="16200000">
              <a:off x="2403469" y="2470984"/>
              <a:ext cx="1516161" cy="2198815"/>
            </a:xfrm>
            <a:prstGeom prst="round2Same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15BB3C2-07A9-EE85-60BE-399CABE53219}"/>
                </a:ext>
              </a:extLst>
            </p:cNvPr>
            <p:cNvSpPr txBox="1"/>
            <p:nvPr/>
          </p:nvSpPr>
          <p:spPr>
            <a:xfrm>
              <a:off x="1883346" y="3247227"/>
              <a:ext cx="1844996" cy="646331"/>
            </a:xfrm>
            <a:prstGeom prst="rect">
              <a:avLst/>
            </a:prstGeom>
            <a:noFill/>
          </p:spPr>
          <p:txBody>
            <a:bodyPr wrap="square" rtlCol="0">
              <a:spAutoFit/>
            </a:bodyPr>
            <a:lstStyle/>
            <a:p>
              <a:pPr algn="ctr"/>
              <a:r>
                <a:rPr lang="en-US" sz="3600" b="1"/>
                <a:t>1999</a:t>
              </a:r>
            </a:p>
          </p:txBody>
        </p:sp>
      </p:grpSp>
      <p:sp>
        <p:nvSpPr>
          <p:cNvPr id="49" name="Freeform: Shape 48">
            <a:extLst>
              <a:ext uri="{FF2B5EF4-FFF2-40B4-BE49-F238E27FC236}">
                <a16:creationId xmlns:a16="http://schemas.microsoft.com/office/drawing/2014/main" id="{527B2495-1EB7-C6F2-2295-B9E46C5B0807}"/>
              </a:ext>
            </a:extLst>
          </p:cNvPr>
          <p:cNvSpPr/>
          <p:nvPr/>
        </p:nvSpPr>
        <p:spPr>
          <a:xfrm rot="5400000">
            <a:off x="4871928" y="1683176"/>
            <a:ext cx="1516159" cy="3774427"/>
          </a:xfrm>
          <a:custGeom>
            <a:avLst/>
            <a:gdLst>
              <a:gd name="connsiteX0" fmla="*/ 1169776 w 1169776"/>
              <a:gd name="connsiteY0" fmla="*/ 194967 h 2936306"/>
              <a:gd name="connsiteX1" fmla="*/ 1169776 w 1169776"/>
              <a:gd name="connsiteY1" fmla="*/ 2936306 h 2936306"/>
              <a:gd name="connsiteX2" fmla="*/ 1041953 w 1169776"/>
              <a:gd name="connsiteY2" fmla="*/ 2936306 h 2936306"/>
              <a:gd name="connsiteX3" fmla="*/ 1032800 w 1169776"/>
              <a:gd name="connsiteY3" fmla="*/ 2845511 h 2936306"/>
              <a:gd name="connsiteX4" fmla="*/ 584889 w 1169776"/>
              <a:gd name="connsiteY4" fmla="*/ 2480453 h 2936306"/>
              <a:gd name="connsiteX5" fmla="*/ 136978 w 1169776"/>
              <a:gd name="connsiteY5" fmla="*/ 2845511 h 2936306"/>
              <a:gd name="connsiteX6" fmla="*/ 127825 w 1169776"/>
              <a:gd name="connsiteY6" fmla="*/ 2936306 h 2936306"/>
              <a:gd name="connsiteX7" fmla="*/ 0 w 1169776"/>
              <a:gd name="connsiteY7" fmla="*/ 2936306 h 2936306"/>
              <a:gd name="connsiteX8" fmla="*/ 0 w 1169776"/>
              <a:gd name="connsiteY8" fmla="*/ 194967 h 2936306"/>
              <a:gd name="connsiteX9" fmla="*/ 194967 w 1169776"/>
              <a:gd name="connsiteY9" fmla="*/ 0 h 2936306"/>
              <a:gd name="connsiteX10" fmla="*/ 974809 w 1169776"/>
              <a:gd name="connsiteY10" fmla="*/ 0 h 2936306"/>
              <a:gd name="connsiteX11" fmla="*/ 1169776 w 1169776"/>
              <a:gd name="connsiteY11" fmla="*/ 194967 h 293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9776" h="2936306">
                <a:moveTo>
                  <a:pt x="1169776" y="194967"/>
                </a:moveTo>
                <a:lnTo>
                  <a:pt x="1169776" y="2936306"/>
                </a:lnTo>
                <a:lnTo>
                  <a:pt x="1041953" y="2936306"/>
                </a:lnTo>
                <a:lnTo>
                  <a:pt x="1032800" y="2845511"/>
                </a:lnTo>
                <a:cubicBezTo>
                  <a:pt x="990168" y="2637173"/>
                  <a:pt x="805831" y="2480453"/>
                  <a:pt x="584889" y="2480453"/>
                </a:cubicBezTo>
                <a:cubicBezTo>
                  <a:pt x="363947" y="2480453"/>
                  <a:pt x="179610" y="2637173"/>
                  <a:pt x="136978" y="2845511"/>
                </a:cubicBezTo>
                <a:lnTo>
                  <a:pt x="127825" y="2936306"/>
                </a:lnTo>
                <a:lnTo>
                  <a:pt x="0" y="2936306"/>
                </a:lnTo>
                <a:lnTo>
                  <a:pt x="0" y="194967"/>
                </a:lnTo>
                <a:cubicBezTo>
                  <a:pt x="0" y="87290"/>
                  <a:pt x="87290" y="0"/>
                  <a:pt x="194967" y="0"/>
                </a:cubicBezTo>
                <a:lnTo>
                  <a:pt x="974809" y="0"/>
                </a:lnTo>
                <a:cubicBezTo>
                  <a:pt x="1082486" y="0"/>
                  <a:pt x="1169776" y="87290"/>
                  <a:pt x="1169776" y="194967"/>
                </a:cubicBezTo>
                <a:close/>
              </a:path>
            </a:pathLst>
          </a:custGeom>
          <a:solidFill>
            <a:schemeClr val="tx1"/>
          </a:solidFill>
          <a:ln>
            <a:noFill/>
          </a:ln>
          <a:effectLst>
            <a:outerShdw blurRad="127000" sx="107000" sy="107000" algn="ctr" rotWithShape="0">
              <a:schemeClr val="bg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0" name="TextBox 49">
            <a:extLst>
              <a:ext uri="{FF2B5EF4-FFF2-40B4-BE49-F238E27FC236}">
                <a16:creationId xmlns:a16="http://schemas.microsoft.com/office/drawing/2014/main" id="{F512B73A-9192-7D19-785C-B72123E1FF77}"/>
              </a:ext>
            </a:extLst>
          </p:cNvPr>
          <p:cNvSpPr txBox="1"/>
          <p:nvPr/>
        </p:nvSpPr>
        <p:spPr>
          <a:xfrm>
            <a:off x="4563492" y="3093340"/>
            <a:ext cx="2438562" cy="1015663"/>
          </a:xfrm>
          <a:prstGeom prst="rect">
            <a:avLst/>
          </a:prstGeom>
          <a:noFill/>
        </p:spPr>
        <p:txBody>
          <a:bodyPr wrap="square" rtlCol="0">
            <a:spAutoFit/>
          </a:bodyPr>
          <a:lstStyle/>
          <a:p>
            <a:pPr algn="ctr"/>
            <a:r>
              <a:rPr lang="en-US" sz="2000" b="1">
                <a:solidFill>
                  <a:srgbClr val="7030A0"/>
                </a:solidFill>
              </a:rPr>
              <a:t>Rodney Brooks</a:t>
            </a:r>
          </a:p>
          <a:p>
            <a:pPr algn="ctr"/>
            <a:r>
              <a:rPr lang="en-US" sz="2000" b="1">
                <a:solidFill>
                  <a:srgbClr val="7030A0"/>
                </a:solidFill>
              </a:rPr>
              <a:t>Behavior-based Robotics</a:t>
            </a:r>
          </a:p>
        </p:txBody>
      </p:sp>
      <p:grpSp>
        <p:nvGrpSpPr>
          <p:cNvPr id="52" name="Group 51">
            <a:extLst>
              <a:ext uri="{FF2B5EF4-FFF2-40B4-BE49-F238E27FC236}">
                <a16:creationId xmlns:a16="http://schemas.microsoft.com/office/drawing/2014/main" id="{5ACACB9D-C5FB-2485-7095-2D0FF3BD1EF6}"/>
              </a:ext>
            </a:extLst>
          </p:cNvPr>
          <p:cNvGrpSpPr/>
          <p:nvPr/>
        </p:nvGrpSpPr>
        <p:grpSpPr>
          <a:xfrm>
            <a:off x="5318406" y="4738441"/>
            <a:ext cx="2377611" cy="1516161"/>
            <a:chOff x="4829306" y="861237"/>
            <a:chExt cx="2377611" cy="1516161"/>
          </a:xfrm>
        </p:grpSpPr>
        <p:sp>
          <p:nvSpPr>
            <p:cNvPr id="53" name="Rectangle: Top Corners Rounded 52">
              <a:extLst>
                <a:ext uri="{FF2B5EF4-FFF2-40B4-BE49-F238E27FC236}">
                  <a16:creationId xmlns:a16="http://schemas.microsoft.com/office/drawing/2014/main" id="{3A640481-BCEB-734F-0BD7-2A3DB3A1EB59}"/>
                </a:ext>
              </a:extLst>
            </p:cNvPr>
            <p:cNvSpPr/>
            <p:nvPr/>
          </p:nvSpPr>
          <p:spPr>
            <a:xfrm rot="5400000">
              <a:off x="5170633" y="519910"/>
              <a:ext cx="1516161" cy="2198815"/>
            </a:xfrm>
            <a:prstGeom prst="round2Same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A1FBF469-6F4F-A8C4-708F-6F4AF20FA8E0}"/>
                </a:ext>
              </a:extLst>
            </p:cNvPr>
            <p:cNvSpPr txBox="1"/>
            <p:nvPr/>
          </p:nvSpPr>
          <p:spPr>
            <a:xfrm>
              <a:off x="5361921" y="1296151"/>
              <a:ext cx="1844996" cy="646331"/>
            </a:xfrm>
            <a:prstGeom prst="rect">
              <a:avLst/>
            </a:prstGeom>
            <a:noFill/>
          </p:spPr>
          <p:txBody>
            <a:bodyPr wrap="square" rtlCol="0">
              <a:spAutoFit/>
            </a:bodyPr>
            <a:lstStyle/>
            <a:p>
              <a:pPr algn="ctr"/>
              <a:r>
                <a:rPr lang="en-US" sz="3600" b="1"/>
                <a:t>1999</a:t>
              </a:r>
            </a:p>
          </p:txBody>
        </p:sp>
      </p:grpSp>
      <p:sp>
        <p:nvSpPr>
          <p:cNvPr id="55" name="Freeform: Shape 54">
            <a:extLst>
              <a:ext uri="{FF2B5EF4-FFF2-40B4-BE49-F238E27FC236}">
                <a16:creationId xmlns:a16="http://schemas.microsoft.com/office/drawing/2014/main" id="{3AA7CCAF-7447-2AF8-2CEF-6BB10107CD5F}"/>
              </a:ext>
            </a:extLst>
          </p:cNvPr>
          <p:cNvSpPr/>
          <p:nvPr/>
        </p:nvSpPr>
        <p:spPr>
          <a:xfrm rot="16200000">
            <a:off x="3691009" y="3609310"/>
            <a:ext cx="1516159" cy="3774427"/>
          </a:xfrm>
          <a:custGeom>
            <a:avLst/>
            <a:gdLst>
              <a:gd name="connsiteX0" fmla="*/ 1169776 w 1169776"/>
              <a:gd name="connsiteY0" fmla="*/ 194967 h 2936306"/>
              <a:gd name="connsiteX1" fmla="*/ 1169776 w 1169776"/>
              <a:gd name="connsiteY1" fmla="*/ 2936306 h 2936306"/>
              <a:gd name="connsiteX2" fmla="*/ 1041953 w 1169776"/>
              <a:gd name="connsiteY2" fmla="*/ 2936306 h 2936306"/>
              <a:gd name="connsiteX3" fmla="*/ 1032800 w 1169776"/>
              <a:gd name="connsiteY3" fmla="*/ 2845511 h 2936306"/>
              <a:gd name="connsiteX4" fmla="*/ 584889 w 1169776"/>
              <a:gd name="connsiteY4" fmla="*/ 2480453 h 2936306"/>
              <a:gd name="connsiteX5" fmla="*/ 136978 w 1169776"/>
              <a:gd name="connsiteY5" fmla="*/ 2845511 h 2936306"/>
              <a:gd name="connsiteX6" fmla="*/ 127825 w 1169776"/>
              <a:gd name="connsiteY6" fmla="*/ 2936306 h 2936306"/>
              <a:gd name="connsiteX7" fmla="*/ 0 w 1169776"/>
              <a:gd name="connsiteY7" fmla="*/ 2936306 h 2936306"/>
              <a:gd name="connsiteX8" fmla="*/ 0 w 1169776"/>
              <a:gd name="connsiteY8" fmla="*/ 194967 h 2936306"/>
              <a:gd name="connsiteX9" fmla="*/ 194967 w 1169776"/>
              <a:gd name="connsiteY9" fmla="*/ 0 h 2936306"/>
              <a:gd name="connsiteX10" fmla="*/ 974809 w 1169776"/>
              <a:gd name="connsiteY10" fmla="*/ 0 h 2936306"/>
              <a:gd name="connsiteX11" fmla="*/ 1169776 w 1169776"/>
              <a:gd name="connsiteY11" fmla="*/ 194967 h 293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9776" h="2936306">
                <a:moveTo>
                  <a:pt x="1169776" y="194967"/>
                </a:moveTo>
                <a:lnTo>
                  <a:pt x="1169776" y="2936306"/>
                </a:lnTo>
                <a:lnTo>
                  <a:pt x="1041953" y="2936306"/>
                </a:lnTo>
                <a:lnTo>
                  <a:pt x="1032800" y="2845511"/>
                </a:lnTo>
                <a:cubicBezTo>
                  <a:pt x="990168" y="2637173"/>
                  <a:pt x="805831" y="2480453"/>
                  <a:pt x="584889" y="2480453"/>
                </a:cubicBezTo>
                <a:cubicBezTo>
                  <a:pt x="363947" y="2480453"/>
                  <a:pt x="179610" y="2637173"/>
                  <a:pt x="136978" y="2845511"/>
                </a:cubicBezTo>
                <a:lnTo>
                  <a:pt x="127825" y="2936306"/>
                </a:lnTo>
                <a:lnTo>
                  <a:pt x="0" y="2936306"/>
                </a:lnTo>
                <a:lnTo>
                  <a:pt x="0" y="194967"/>
                </a:lnTo>
                <a:cubicBezTo>
                  <a:pt x="0" y="87290"/>
                  <a:pt x="87290" y="0"/>
                  <a:pt x="194967" y="0"/>
                </a:cubicBezTo>
                <a:lnTo>
                  <a:pt x="974809" y="0"/>
                </a:lnTo>
                <a:cubicBezTo>
                  <a:pt x="1082486" y="0"/>
                  <a:pt x="1169776" y="87290"/>
                  <a:pt x="1169776" y="194967"/>
                </a:cubicBezTo>
                <a:close/>
              </a:path>
            </a:pathLst>
          </a:custGeom>
          <a:solidFill>
            <a:schemeClr val="tx1"/>
          </a:solidFill>
          <a:ln>
            <a:noFill/>
          </a:ln>
          <a:effectLst>
            <a:outerShdw blurRad="127000" sx="107000" sy="107000" algn="ctr" rotWithShape="0">
              <a:schemeClr val="bg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6" name="TextBox 55">
            <a:extLst>
              <a:ext uri="{FF2B5EF4-FFF2-40B4-BE49-F238E27FC236}">
                <a16:creationId xmlns:a16="http://schemas.microsoft.com/office/drawing/2014/main" id="{460BE1E7-6C85-4B00-AA6D-830386724DE9}"/>
              </a:ext>
            </a:extLst>
          </p:cNvPr>
          <p:cNvSpPr txBox="1"/>
          <p:nvPr/>
        </p:nvSpPr>
        <p:spPr>
          <a:xfrm>
            <a:off x="3060729" y="5142577"/>
            <a:ext cx="2438562" cy="707886"/>
          </a:xfrm>
          <a:prstGeom prst="rect">
            <a:avLst/>
          </a:prstGeom>
          <a:noFill/>
        </p:spPr>
        <p:txBody>
          <a:bodyPr wrap="square" rtlCol="0">
            <a:spAutoFit/>
          </a:bodyPr>
          <a:lstStyle/>
          <a:p>
            <a:pPr algn="ctr"/>
            <a:r>
              <a:rPr lang="en-US" sz="2000" b="1">
                <a:solidFill>
                  <a:schemeClr val="accent6"/>
                </a:solidFill>
              </a:rPr>
              <a:t>Fei-Fei Li</a:t>
            </a:r>
          </a:p>
          <a:p>
            <a:pPr algn="ctr"/>
            <a:r>
              <a:rPr lang="en-US" sz="2000" b="1">
                <a:solidFill>
                  <a:schemeClr val="accent6"/>
                </a:solidFill>
              </a:rPr>
              <a:t>Image Net</a:t>
            </a:r>
          </a:p>
        </p:txBody>
      </p:sp>
    </p:spTree>
    <p:extLst>
      <p:ext uri="{BB962C8B-B14F-4D97-AF65-F5344CB8AC3E}">
        <p14:creationId xmlns:p14="http://schemas.microsoft.com/office/powerpoint/2010/main" val="9945965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8" fill="hold" nodeType="afterEffect">
                                  <p:stCondLst>
                                    <p:cond delay="25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0-#ppt_w/2"/>
                                          </p:val>
                                        </p:tav>
                                        <p:tav tm="100000">
                                          <p:val>
                                            <p:strVal val="#ppt_x"/>
                                          </p:val>
                                        </p:tav>
                                      </p:tavLst>
                                    </p:anim>
                                    <p:anim calcmode="lin" valueType="num">
                                      <p:cBhvr additive="base">
                                        <p:cTn id="13" dur="500" fill="hold"/>
                                        <p:tgtEl>
                                          <p:spTgt spid="16"/>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25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par>
                          <p:cTn id="20" fill="hold">
                            <p:stCondLst>
                              <p:cond delay="2250"/>
                            </p:stCondLst>
                            <p:childTnLst>
                              <p:par>
                                <p:cTn id="21" presetID="2" presetClass="entr" presetSubtype="2" fill="hold" grpId="0" nodeType="afterEffect">
                                  <p:stCondLst>
                                    <p:cond delay="25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1+#ppt_w/2"/>
                                          </p:val>
                                        </p:tav>
                                        <p:tav tm="100000">
                                          <p:val>
                                            <p:strVal val="#ppt_x"/>
                                          </p:val>
                                        </p:tav>
                                      </p:tavLst>
                                    </p:anim>
                                    <p:anim calcmode="lin" valueType="num">
                                      <p:cBhvr additive="base">
                                        <p:cTn id="24" dur="500" fill="hold"/>
                                        <p:tgtEl>
                                          <p:spTgt spid="49"/>
                                        </p:tgtEl>
                                        <p:attrNameLst>
                                          <p:attrName>ppt_y</p:attrName>
                                        </p:attrNameLst>
                                      </p:cBhvr>
                                      <p:tavLst>
                                        <p:tav tm="0">
                                          <p:val>
                                            <p:strVal val="#ppt_y"/>
                                          </p:val>
                                        </p:tav>
                                        <p:tav tm="100000">
                                          <p:val>
                                            <p:strVal val="#ppt_y"/>
                                          </p:val>
                                        </p:tav>
                                      </p:tavLst>
                                    </p:anim>
                                  </p:childTnLst>
                                </p:cTn>
                              </p:par>
                            </p:childTnLst>
                          </p:cTn>
                        </p:par>
                        <p:par>
                          <p:cTn id="25" fill="hold">
                            <p:stCondLst>
                              <p:cond delay="3000"/>
                            </p:stCondLst>
                            <p:childTnLst>
                              <p:par>
                                <p:cTn id="26" presetID="2" presetClass="entr" presetSubtype="2" fill="hold" nodeType="afterEffect">
                                  <p:stCondLst>
                                    <p:cond delay="250"/>
                                  </p:stCondLst>
                                  <p:childTnLst>
                                    <p:set>
                                      <p:cBhvr>
                                        <p:cTn id="27" dur="1" fill="hold">
                                          <p:stCondLst>
                                            <p:cond delay="0"/>
                                          </p:stCondLst>
                                        </p:cTn>
                                        <p:tgtEl>
                                          <p:spTgt spid="57"/>
                                        </p:tgtEl>
                                        <p:attrNameLst>
                                          <p:attrName>style.visibility</p:attrName>
                                        </p:attrNameLst>
                                      </p:cBhvr>
                                      <p:to>
                                        <p:strVal val="visible"/>
                                      </p:to>
                                    </p:set>
                                    <p:anim calcmode="lin" valueType="num">
                                      <p:cBhvr additive="base">
                                        <p:cTn id="28" dur="500" fill="hold"/>
                                        <p:tgtEl>
                                          <p:spTgt spid="57"/>
                                        </p:tgtEl>
                                        <p:attrNameLst>
                                          <p:attrName>ppt_x</p:attrName>
                                        </p:attrNameLst>
                                      </p:cBhvr>
                                      <p:tavLst>
                                        <p:tav tm="0">
                                          <p:val>
                                            <p:strVal val="1+#ppt_w/2"/>
                                          </p:val>
                                        </p:tav>
                                        <p:tav tm="100000">
                                          <p:val>
                                            <p:strVal val="#ppt_x"/>
                                          </p:val>
                                        </p:tav>
                                      </p:tavLst>
                                    </p:anim>
                                    <p:anim calcmode="lin" valueType="num">
                                      <p:cBhvr additive="base">
                                        <p:cTn id="29" dur="500" fill="hold"/>
                                        <p:tgtEl>
                                          <p:spTgt spid="57"/>
                                        </p:tgtEl>
                                        <p:attrNameLst>
                                          <p:attrName>ppt_y</p:attrName>
                                        </p:attrNameLst>
                                      </p:cBhvr>
                                      <p:tavLst>
                                        <p:tav tm="0">
                                          <p:val>
                                            <p:strVal val="#ppt_y"/>
                                          </p:val>
                                        </p:tav>
                                        <p:tav tm="100000">
                                          <p:val>
                                            <p:strVal val="#ppt_y"/>
                                          </p:val>
                                        </p:tav>
                                      </p:tavLst>
                                    </p:anim>
                                  </p:childTnLst>
                                </p:cTn>
                              </p:par>
                            </p:childTnLst>
                          </p:cTn>
                        </p:par>
                        <p:par>
                          <p:cTn id="30" fill="hold">
                            <p:stCondLst>
                              <p:cond delay="3750"/>
                            </p:stCondLst>
                            <p:childTnLst>
                              <p:par>
                                <p:cTn id="31" presetID="53" presetClass="entr" presetSubtype="16" fill="hold" grpId="0" nodeType="afterEffect">
                                  <p:stCondLst>
                                    <p:cond delay="250"/>
                                  </p:stCondLst>
                                  <p:childTnLst>
                                    <p:set>
                                      <p:cBhvr>
                                        <p:cTn id="32" dur="1" fill="hold">
                                          <p:stCondLst>
                                            <p:cond delay="0"/>
                                          </p:stCondLst>
                                        </p:cTn>
                                        <p:tgtEl>
                                          <p:spTgt spid="50"/>
                                        </p:tgtEl>
                                        <p:attrNameLst>
                                          <p:attrName>style.visibility</p:attrName>
                                        </p:attrNameLst>
                                      </p:cBhvr>
                                      <p:to>
                                        <p:strVal val="visible"/>
                                      </p:to>
                                    </p:set>
                                    <p:anim calcmode="lin" valueType="num">
                                      <p:cBhvr>
                                        <p:cTn id="33" dur="500" fill="hold"/>
                                        <p:tgtEl>
                                          <p:spTgt spid="50"/>
                                        </p:tgtEl>
                                        <p:attrNameLst>
                                          <p:attrName>ppt_w</p:attrName>
                                        </p:attrNameLst>
                                      </p:cBhvr>
                                      <p:tavLst>
                                        <p:tav tm="0">
                                          <p:val>
                                            <p:fltVal val="0"/>
                                          </p:val>
                                        </p:tav>
                                        <p:tav tm="100000">
                                          <p:val>
                                            <p:strVal val="#ppt_w"/>
                                          </p:val>
                                        </p:tav>
                                      </p:tavLst>
                                    </p:anim>
                                    <p:anim calcmode="lin" valueType="num">
                                      <p:cBhvr>
                                        <p:cTn id="34" dur="500" fill="hold"/>
                                        <p:tgtEl>
                                          <p:spTgt spid="50"/>
                                        </p:tgtEl>
                                        <p:attrNameLst>
                                          <p:attrName>ppt_h</p:attrName>
                                        </p:attrNameLst>
                                      </p:cBhvr>
                                      <p:tavLst>
                                        <p:tav tm="0">
                                          <p:val>
                                            <p:fltVal val="0"/>
                                          </p:val>
                                        </p:tav>
                                        <p:tav tm="100000">
                                          <p:val>
                                            <p:strVal val="#ppt_h"/>
                                          </p:val>
                                        </p:tav>
                                      </p:tavLst>
                                    </p:anim>
                                    <p:animEffect transition="in" filter="fade">
                                      <p:cBhvr>
                                        <p:cTn id="35" dur="500"/>
                                        <p:tgtEl>
                                          <p:spTgt spid="50"/>
                                        </p:tgtEl>
                                      </p:cBhvr>
                                    </p:animEffect>
                                  </p:childTnLst>
                                </p:cTn>
                              </p:par>
                            </p:childTnLst>
                          </p:cTn>
                        </p:par>
                        <p:par>
                          <p:cTn id="36" fill="hold">
                            <p:stCondLst>
                              <p:cond delay="4500"/>
                            </p:stCondLst>
                            <p:childTnLst>
                              <p:par>
                                <p:cTn id="37" presetID="2" presetClass="entr" presetSubtype="8" fill="hold" grpId="0" nodeType="afterEffect">
                                  <p:stCondLst>
                                    <p:cond delay="25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0-#ppt_w/2"/>
                                          </p:val>
                                        </p:tav>
                                        <p:tav tm="100000">
                                          <p:val>
                                            <p:strVal val="#ppt_x"/>
                                          </p:val>
                                        </p:tav>
                                      </p:tavLst>
                                    </p:anim>
                                    <p:anim calcmode="lin" valueType="num">
                                      <p:cBhvr additive="base">
                                        <p:cTn id="40" dur="500" fill="hold"/>
                                        <p:tgtEl>
                                          <p:spTgt spid="55"/>
                                        </p:tgtEl>
                                        <p:attrNameLst>
                                          <p:attrName>ppt_y</p:attrName>
                                        </p:attrNameLst>
                                      </p:cBhvr>
                                      <p:tavLst>
                                        <p:tav tm="0">
                                          <p:val>
                                            <p:strVal val="#ppt_y"/>
                                          </p:val>
                                        </p:tav>
                                        <p:tav tm="100000">
                                          <p:val>
                                            <p:strVal val="#ppt_y"/>
                                          </p:val>
                                        </p:tav>
                                      </p:tavLst>
                                    </p:anim>
                                  </p:childTnLst>
                                </p:cTn>
                              </p:par>
                            </p:childTnLst>
                          </p:cTn>
                        </p:par>
                        <p:par>
                          <p:cTn id="41" fill="hold">
                            <p:stCondLst>
                              <p:cond delay="5250"/>
                            </p:stCondLst>
                            <p:childTnLst>
                              <p:par>
                                <p:cTn id="42" presetID="2" presetClass="entr" presetSubtype="8" fill="hold" nodeType="afterEffect">
                                  <p:stCondLst>
                                    <p:cond delay="250"/>
                                  </p:stCondLst>
                                  <p:childTnLst>
                                    <p:set>
                                      <p:cBhvr>
                                        <p:cTn id="43" dur="1" fill="hold">
                                          <p:stCondLst>
                                            <p:cond delay="0"/>
                                          </p:stCondLst>
                                        </p:cTn>
                                        <p:tgtEl>
                                          <p:spTgt spid="52"/>
                                        </p:tgtEl>
                                        <p:attrNameLst>
                                          <p:attrName>style.visibility</p:attrName>
                                        </p:attrNameLst>
                                      </p:cBhvr>
                                      <p:to>
                                        <p:strVal val="visible"/>
                                      </p:to>
                                    </p:set>
                                    <p:anim calcmode="lin" valueType="num">
                                      <p:cBhvr additive="base">
                                        <p:cTn id="44" dur="500" fill="hold"/>
                                        <p:tgtEl>
                                          <p:spTgt spid="52"/>
                                        </p:tgtEl>
                                        <p:attrNameLst>
                                          <p:attrName>ppt_x</p:attrName>
                                        </p:attrNameLst>
                                      </p:cBhvr>
                                      <p:tavLst>
                                        <p:tav tm="0">
                                          <p:val>
                                            <p:strVal val="0-#ppt_w/2"/>
                                          </p:val>
                                        </p:tav>
                                        <p:tav tm="100000">
                                          <p:val>
                                            <p:strVal val="#ppt_x"/>
                                          </p:val>
                                        </p:tav>
                                      </p:tavLst>
                                    </p:anim>
                                    <p:anim calcmode="lin" valueType="num">
                                      <p:cBhvr additive="base">
                                        <p:cTn id="45" dur="500" fill="hold"/>
                                        <p:tgtEl>
                                          <p:spTgt spid="52"/>
                                        </p:tgtEl>
                                        <p:attrNameLst>
                                          <p:attrName>ppt_y</p:attrName>
                                        </p:attrNameLst>
                                      </p:cBhvr>
                                      <p:tavLst>
                                        <p:tav tm="0">
                                          <p:val>
                                            <p:strVal val="#ppt_y"/>
                                          </p:val>
                                        </p:tav>
                                        <p:tav tm="100000">
                                          <p:val>
                                            <p:strVal val="#ppt_y"/>
                                          </p:val>
                                        </p:tav>
                                      </p:tavLst>
                                    </p:anim>
                                  </p:childTnLst>
                                </p:cTn>
                              </p:par>
                            </p:childTnLst>
                          </p:cTn>
                        </p:par>
                        <p:par>
                          <p:cTn id="46" fill="hold">
                            <p:stCondLst>
                              <p:cond delay="6000"/>
                            </p:stCondLst>
                            <p:childTnLst>
                              <p:par>
                                <p:cTn id="47" presetID="53" presetClass="entr" presetSubtype="16" fill="hold" grpId="0" nodeType="afterEffect">
                                  <p:stCondLst>
                                    <p:cond delay="250"/>
                                  </p:stCondLst>
                                  <p:childTnLst>
                                    <p:set>
                                      <p:cBhvr>
                                        <p:cTn id="48" dur="1" fill="hold">
                                          <p:stCondLst>
                                            <p:cond delay="0"/>
                                          </p:stCondLst>
                                        </p:cTn>
                                        <p:tgtEl>
                                          <p:spTgt spid="56"/>
                                        </p:tgtEl>
                                        <p:attrNameLst>
                                          <p:attrName>style.visibility</p:attrName>
                                        </p:attrNameLst>
                                      </p:cBhvr>
                                      <p:to>
                                        <p:strVal val="visible"/>
                                      </p:to>
                                    </p:set>
                                    <p:anim calcmode="lin" valueType="num">
                                      <p:cBhvr>
                                        <p:cTn id="49" dur="500" fill="hold"/>
                                        <p:tgtEl>
                                          <p:spTgt spid="56"/>
                                        </p:tgtEl>
                                        <p:attrNameLst>
                                          <p:attrName>ppt_w</p:attrName>
                                        </p:attrNameLst>
                                      </p:cBhvr>
                                      <p:tavLst>
                                        <p:tav tm="0">
                                          <p:val>
                                            <p:fltVal val="0"/>
                                          </p:val>
                                        </p:tav>
                                        <p:tav tm="100000">
                                          <p:val>
                                            <p:strVal val="#ppt_w"/>
                                          </p:val>
                                        </p:tav>
                                      </p:tavLst>
                                    </p:anim>
                                    <p:anim calcmode="lin" valueType="num">
                                      <p:cBhvr>
                                        <p:cTn id="50" dur="500" fill="hold"/>
                                        <p:tgtEl>
                                          <p:spTgt spid="56"/>
                                        </p:tgtEl>
                                        <p:attrNameLst>
                                          <p:attrName>ppt_h</p:attrName>
                                        </p:attrNameLst>
                                      </p:cBhvr>
                                      <p:tavLst>
                                        <p:tav tm="0">
                                          <p:val>
                                            <p:fltVal val="0"/>
                                          </p:val>
                                        </p:tav>
                                        <p:tav tm="100000">
                                          <p:val>
                                            <p:strVal val="#ppt_h"/>
                                          </p:val>
                                        </p:tav>
                                      </p:tavLst>
                                    </p:anim>
                                    <p:animEffect transition="in" filter="fade">
                                      <p:cBhvr>
                                        <p:cTn id="5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p:bldP spid="49" grpId="0" animBg="1"/>
      <p:bldP spid="50" grpId="0"/>
      <p:bldP spid="55" grpId="0" animBg="1"/>
      <p:bldP spid="5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9238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4633324"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5266751"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4588598" y="-2"/>
            <a:ext cx="13004290" cy="6858000"/>
            <a:chOff x="-795532" y="-1"/>
            <a:chExt cx="12199389"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2" y="-1"/>
              <a:ext cx="1219202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18" y="2665456"/>
              <a:ext cx="546539"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13168950"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62484" y="-4"/>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graphicFrame>
        <p:nvGraphicFramePr>
          <p:cNvPr id="10" name="Diagram 9">
            <a:extLst>
              <a:ext uri="{FF2B5EF4-FFF2-40B4-BE49-F238E27FC236}">
                <a16:creationId xmlns:a16="http://schemas.microsoft.com/office/drawing/2014/main" id="{4237A944-7487-C8DF-3529-7142CAFE9CE4}"/>
              </a:ext>
            </a:extLst>
          </p:cNvPr>
          <p:cNvGraphicFramePr/>
          <p:nvPr>
            <p:extLst>
              <p:ext uri="{D42A27DB-BD31-4B8C-83A1-F6EECF244321}">
                <p14:modId xmlns:p14="http://schemas.microsoft.com/office/powerpoint/2010/main" val="1993969393"/>
              </p:ext>
            </p:extLst>
          </p:nvPr>
        </p:nvGraphicFramePr>
        <p:xfrm>
          <a:off x="1652089" y="653899"/>
          <a:ext cx="5652219" cy="55501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2581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50"/>
                                  </p:stCondLst>
                                  <p:childTnLst>
                                    <p:set>
                                      <p:cBhvr>
                                        <p:cTn id="6" dur="1" fill="hold">
                                          <p:stCondLst>
                                            <p:cond delay="0"/>
                                          </p:stCondLst>
                                        </p:cTn>
                                        <p:tgtEl>
                                          <p:spTgt spid="10">
                                            <p:graphicEl>
                                              <a:dgm id="{5D818409-4E4C-4649-8EBA-52030FB8BA0A}"/>
                                            </p:graphicEl>
                                          </p:spTgt>
                                        </p:tgtEl>
                                        <p:attrNameLst>
                                          <p:attrName>style.visibility</p:attrName>
                                        </p:attrNameLst>
                                      </p:cBhvr>
                                      <p:to>
                                        <p:strVal val="visible"/>
                                      </p:to>
                                    </p:set>
                                    <p:animEffect transition="in" filter="wipe(up)">
                                      <p:cBhvr>
                                        <p:cTn id="7" dur="500"/>
                                        <p:tgtEl>
                                          <p:spTgt spid="10">
                                            <p:graphicEl>
                                              <a:dgm id="{5D818409-4E4C-4649-8EBA-52030FB8BA0A}"/>
                                            </p:graphicEl>
                                          </p:spTgt>
                                        </p:tgtEl>
                                      </p:cBhvr>
                                    </p:animEffect>
                                  </p:childTnLst>
                                </p:cTn>
                              </p:par>
                            </p:childTnLst>
                          </p:cTn>
                        </p:par>
                        <p:par>
                          <p:cTn id="8" fill="hold">
                            <p:stCondLst>
                              <p:cond delay="750"/>
                            </p:stCondLst>
                            <p:childTnLst>
                              <p:par>
                                <p:cTn id="9" presetID="22" presetClass="entr" presetSubtype="4" fill="hold" grpId="0" nodeType="afterEffect">
                                  <p:stCondLst>
                                    <p:cond delay="0"/>
                                  </p:stCondLst>
                                  <p:childTnLst>
                                    <p:set>
                                      <p:cBhvr>
                                        <p:cTn id="10" dur="1" fill="hold">
                                          <p:stCondLst>
                                            <p:cond delay="0"/>
                                          </p:stCondLst>
                                        </p:cTn>
                                        <p:tgtEl>
                                          <p:spTgt spid="10">
                                            <p:graphicEl>
                                              <a:dgm id="{02ABE945-EDBD-4C6C-999B-5B01D721175F}"/>
                                            </p:graphicEl>
                                          </p:spTgt>
                                        </p:tgtEl>
                                        <p:attrNameLst>
                                          <p:attrName>style.visibility</p:attrName>
                                        </p:attrNameLst>
                                      </p:cBhvr>
                                      <p:to>
                                        <p:strVal val="visible"/>
                                      </p:to>
                                    </p:set>
                                    <p:animEffect transition="in" filter="wipe(down)">
                                      <p:cBhvr>
                                        <p:cTn id="11" dur="500"/>
                                        <p:tgtEl>
                                          <p:spTgt spid="10">
                                            <p:graphicEl>
                                              <a:dgm id="{02ABE945-EDBD-4C6C-999B-5B01D721175F}"/>
                                            </p:graphicEl>
                                          </p:spTgt>
                                        </p:tgtEl>
                                      </p:cBhvr>
                                    </p:animEffect>
                                  </p:childTnLst>
                                </p:cTn>
                              </p:par>
                            </p:childTnLst>
                          </p:cTn>
                        </p:par>
                        <p:par>
                          <p:cTn id="12" fill="hold">
                            <p:stCondLst>
                              <p:cond delay="1250"/>
                            </p:stCondLst>
                            <p:childTnLst>
                              <p:par>
                                <p:cTn id="13" presetID="22" presetClass="entr" presetSubtype="4" fill="hold" grpId="0" nodeType="afterEffect">
                                  <p:stCondLst>
                                    <p:cond delay="0"/>
                                  </p:stCondLst>
                                  <p:childTnLst>
                                    <p:set>
                                      <p:cBhvr>
                                        <p:cTn id="14" dur="1" fill="hold">
                                          <p:stCondLst>
                                            <p:cond delay="0"/>
                                          </p:stCondLst>
                                        </p:cTn>
                                        <p:tgtEl>
                                          <p:spTgt spid="10">
                                            <p:graphicEl>
                                              <a:dgm id="{C9B8AEE9-74BB-4104-830E-3136BD1DAA60}"/>
                                            </p:graphicEl>
                                          </p:spTgt>
                                        </p:tgtEl>
                                        <p:attrNameLst>
                                          <p:attrName>style.visibility</p:attrName>
                                        </p:attrNameLst>
                                      </p:cBhvr>
                                      <p:to>
                                        <p:strVal val="visible"/>
                                      </p:to>
                                    </p:set>
                                    <p:animEffect transition="in" filter="wipe(down)">
                                      <p:cBhvr>
                                        <p:cTn id="15" dur="500"/>
                                        <p:tgtEl>
                                          <p:spTgt spid="10">
                                            <p:graphicEl>
                                              <a:dgm id="{C9B8AEE9-74BB-4104-830E-3136BD1DAA60}"/>
                                            </p:graphicEl>
                                          </p:spTgt>
                                        </p:tgtEl>
                                      </p:cBhvr>
                                    </p:animEffect>
                                  </p:childTnLst>
                                </p:cTn>
                              </p:par>
                            </p:childTnLst>
                          </p:cTn>
                        </p:par>
                        <p:par>
                          <p:cTn id="16" fill="hold">
                            <p:stCondLst>
                              <p:cond delay="1750"/>
                            </p:stCondLst>
                            <p:childTnLst>
                              <p:par>
                                <p:cTn id="17" presetID="22" presetClass="entr" presetSubtype="4" fill="hold" grpId="0" nodeType="afterEffect">
                                  <p:stCondLst>
                                    <p:cond delay="0"/>
                                  </p:stCondLst>
                                  <p:childTnLst>
                                    <p:set>
                                      <p:cBhvr>
                                        <p:cTn id="18" dur="1" fill="hold">
                                          <p:stCondLst>
                                            <p:cond delay="0"/>
                                          </p:stCondLst>
                                        </p:cTn>
                                        <p:tgtEl>
                                          <p:spTgt spid="10">
                                            <p:graphicEl>
                                              <a:dgm id="{DF10F3A7-3439-4FAD-900B-A2786C3B865C}"/>
                                            </p:graphicEl>
                                          </p:spTgt>
                                        </p:tgtEl>
                                        <p:attrNameLst>
                                          <p:attrName>style.visibility</p:attrName>
                                        </p:attrNameLst>
                                      </p:cBhvr>
                                      <p:to>
                                        <p:strVal val="visible"/>
                                      </p:to>
                                    </p:set>
                                    <p:animEffect transition="in" filter="wipe(down)">
                                      <p:cBhvr>
                                        <p:cTn id="19" dur="500"/>
                                        <p:tgtEl>
                                          <p:spTgt spid="10">
                                            <p:graphicEl>
                                              <a:dgm id="{DF10F3A7-3439-4FAD-900B-A2786C3B865C}"/>
                                            </p:graphicEl>
                                          </p:spTgt>
                                        </p:tgtEl>
                                      </p:cBhvr>
                                    </p:animEffect>
                                  </p:childTnLst>
                                </p:cTn>
                              </p:par>
                            </p:childTnLst>
                          </p:cTn>
                        </p:par>
                        <p:par>
                          <p:cTn id="20" fill="hold">
                            <p:stCondLst>
                              <p:cond delay="2250"/>
                            </p:stCondLst>
                            <p:childTnLst>
                              <p:par>
                                <p:cTn id="21" presetID="22" presetClass="entr" presetSubtype="4" fill="hold" grpId="0" nodeType="afterEffect">
                                  <p:stCondLst>
                                    <p:cond delay="0"/>
                                  </p:stCondLst>
                                  <p:childTnLst>
                                    <p:set>
                                      <p:cBhvr>
                                        <p:cTn id="22" dur="1" fill="hold">
                                          <p:stCondLst>
                                            <p:cond delay="0"/>
                                          </p:stCondLst>
                                        </p:cTn>
                                        <p:tgtEl>
                                          <p:spTgt spid="10">
                                            <p:graphicEl>
                                              <a:dgm id="{20CF3202-850D-45FF-9C4C-2988912EECEC}"/>
                                            </p:graphicEl>
                                          </p:spTgt>
                                        </p:tgtEl>
                                        <p:attrNameLst>
                                          <p:attrName>style.visibility</p:attrName>
                                        </p:attrNameLst>
                                      </p:cBhvr>
                                      <p:to>
                                        <p:strVal val="visible"/>
                                      </p:to>
                                    </p:set>
                                    <p:animEffect transition="in" filter="wipe(down)">
                                      <p:cBhvr>
                                        <p:cTn id="23" dur="500"/>
                                        <p:tgtEl>
                                          <p:spTgt spid="10">
                                            <p:graphicEl>
                                              <a:dgm id="{20CF3202-850D-45FF-9C4C-2988912EECE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9238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4633324"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5266751"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4588598" y="-2"/>
            <a:ext cx="1300430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6460353"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13793608" y="-2"/>
            <a:ext cx="14304730" cy="6858000"/>
            <a:chOff x="-795531" y="-1"/>
            <a:chExt cx="12199378"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57309" y="2665456"/>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sp>
        <p:nvSpPr>
          <p:cNvPr id="7" name="Oval 6">
            <a:extLst>
              <a:ext uri="{FF2B5EF4-FFF2-40B4-BE49-F238E27FC236}">
                <a16:creationId xmlns:a16="http://schemas.microsoft.com/office/drawing/2014/main" id="{6CE4D14B-563A-4A54-EFDD-9B83E743A09D}"/>
              </a:ext>
            </a:extLst>
          </p:cNvPr>
          <p:cNvSpPr/>
          <p:nvPr/>
        </p:nvSpPr>
        <p:spPr>
          <a:xfrm>
            <a:off x="1247370" y="850605"/>
            <a:ext cx="1828800" cy="1828800"/>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CBF42D2-1778-E62A-47B9-2A929C23B1FF}"/>
              </a:ext>
            </a:extLst>
          </p:cNvPr>
          <p:cNvSpPr/>
          <p:nvPr/>
        </p:nvSpPr>
        <p:spPr>
          <a:xfrm>
            <a:off x="1320297" y="919185"/>
            <a:ext cx="1691640" cy="16916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CA45D7E-62A6-7683-1613-8EE2E91D0687}"/>
              </a:ext>
            </a:extLst>
          </p:cNvPr>
          <p:cNvSpPr/>
          <p:nvPr/>
        </p:nvSpPr>
        <p:spPr>
          <a:xfrm>
            <a:off x="1384530" y="987765"/>
            <a:ext cx="1554480" cy="1554480"/>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7A28FCA-7D1E-436F-ECEB-CA7E0248C1C7}"/>
              </a:ext>
            </a:extLst>
          </p:cNvPr>
          <p:cNvSpPr/>
          <p:nvPr/>
        </p:nvSpPr>
        <p:spPr>
          <a:xfrm>
            <a:off x="1472697" y="1071585"/>
            <a:ext cx="1371600" cy="1371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A0AEB6-CF9A-310B-9EE5-752477692131}"/>
              </a:ext>
            </a:extLst>
          </p:cNvPr>
          <p:cNvSpPr txBox="1"/>
          <p:nvPr/>
        </p:nvSpPr>
        <p:spPr>
          <a:xfrm>
            <a:off x="3281469" y="1295720"/>
            <a:ext cx="3041566" cy="923330"/>
          </a:xfrm>
          <a:prstGeom prst="rect">
            <a:avLst/>
          </a:prstGeom>
          <a:noFill/>
        </p:spPr>
        <p:txBody>
          <a:bodyPr wrap="square" rtlCol="0">
            <a:spAutoFit/>
          </a:bodyPr>
          <a:lstStyle/>
          <a:p>
            <a:r>
              <a:rPr lang="en-US" b="1">
                <a:solidFill>
                  <a:schemeClr val="bg1"/>
                </a:solidFill>
              </a:rPr>
              <a:t>2016</a:t>
            </a:r>
          </a:p>
          <a:p>
            <a:r>
              <a:rPr lang="en-US">
                <a:solidFill>
                  <a:schemeClr val="bg1"/>
                </a:solidFill>
              </a:rPr>
              <a:t>Google</a:t>
            </a:r>
          </a:p>
          <a:p>
            <a:r>
              <a:rPr lang="en-US">
                <a:solidFill>
                  <a:schemeClr val="bg1"/>
                </a:solidFill>
              </a:rPr>
              <a:t>AlphaGo Victory</a:t>
            </a:r>
          </a:p>
        </p:txBody>
      </p:sp>
      <p:sp>
        <p:nvSpPr>
          <p:cNvPr id="12" name="Oval 11">
            <a:extLst>
              <a:ext uri="{FF2B5EF4-FFF2-40B4-BE49-F238E27FC236}">
                <a16:creationId xmlns:a16="http://schemas.microsoft.com/office/drawing/2014/main" id="{7A630DE7-42F9-3477-8B04-EEB9F8778B8A}"/>
              </a:ext>
            </a:extLst>
          </p:cNvPr>
          <p:cNvSpPr/>
          <p:nvPr/>
        </p:nvSpPr>
        <p:spPr>
          <a:xfrm>
            <a:off x="1241533" y="4405423"/>
            <a:ext cx="1828800" cy="1828800"/>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4C6F6D2-4CAC-CBCF-B7C2-44A5482C83E7}"/>
              </a:ext>
            </a:extLst>
          </p:cNvPr>
          <p:cNvSpPr/>
          <p:nvPr/>
        </p:nvSpPr>
        <p:spPr>
          <a:xfrm>
            <a:off x="1314460" y="4474003"/>
            <a:ext cx="1691640" cy="16916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3C180E2-9A31-937D-0496-B40EC0D91E7C}"/>
              </a:ext>
            </a:extLst>
          </p:cNvPr>
          <p:cNvSpPr/>
          <p:nvPr/>
        </p:nvSpPr>
        <p:spPr>
          <a:xfrm>
            <a:off x="1378693" y="4542583"/>
            <a:ext cx="1554480" cy="1554480"/>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D6421B-F0A5-CA2F-7689-CA9A1AA22626}"/>
              </a:ext>
            </a:extLst>
          </p:cNvPr>
          <p:cNvSpPr/>
          <p:nvPr/>
        </p:nvSpPr>
        <p:spPr>
          <a:xfrm>
            <a:off x="1466860" y="4626403"/>
            <a:ext cx="1371600" cy="1371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20853AA-6227-5CED-AD6D-28B3E2A45C06}"/>
              </a:ext>
            </a:extLst>
          </p:cNvPr>
          <p:cNvSpPr/>
          <p:nvPr/>
        </p:nvSpPr>
        <p:spPr>
          <a:xfrm>
            <a:off x="5160692" y="2514600"/>
            <a:ext cx="1828800" cy="1828800"/>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802A4A-26C3-26C5-75E0-BA96007A7B5D}"/>
              </a:ext>
            </a:extLst>
          </p:cNvPr>
          <p:cNvSpPr/>
          <p:nvPr/>
        </p:nvSpPr>
        <p:spPr>
          <a:xfrm>
            <a:off x="5233619" y="2583180"/>
            <a:ext cx="1691640" cy="16916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D12A42C-46DD-C7D3-A096-A52D34B7CFD8}"/>
              </a:ext>
            </a:extLst>
          </p:cNvPr>
          <p:cNvSpPr/>
          <p:nvPr/>
        </p:nvSpPr>
        <p:spPr>
          <a:xfrm>
            <a:off x="5297852" y="2651760"/>
            <a:ext cx="1554480" cy="1554480"/>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E6B0E7C-142C-F74B-EBED-6516DD130EE9}"/>
              </a:ext>
            </a:extLst>
          </p:cNvPr>
          <p:cNvSpPr/>
          <p:nvPr/>
        </p:nvSpPr>
        <p:spPr>
          <a:xfrm>
            <a:off x="5386019" y="2735580"/>
            <a:ext cx="1371600" cy="1371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FCFD7746-2FD5-2A0C-A65A-3F9292A78646}"/>
              </a:ext>
            </a:extLst>
          </p:cNvPr>
          <p:cNvSpPr txBox="1"/>
          <p:nvPr/>
        </p:nvSpPr>
        <p:spPr>
          <a:xfrm>
            <a:off x="1907512" y="2969714"/>
            <a:ext cx="3041566" cy="923330"/>
          </a:xfrm>
          <a:prstGeom prst="rect">
            <a:avLst/>
          </a:prstGeom>
          <a:noFill/>
        </p:spPr>
        <p:txBody>
          <a:bodyPr wrap="square" rtlCol="0">
            <a:spAutoFit/>
          </a:bodyPr>
          <a:lstStyle/>
          <a:p>
            <a:pPr algn="r"/>
            <a:r>
              <a:rPr lang="en-US" b="1">
                <a:solidFill>
                  <a:schemeClr val="bg1"/>
                </a:solidFill>
              </a:rPr>
              <a:t>2018</a:t>
            </a:r>
          </a:p>
          <a:p>
            <a:pPr algn="r"/>
            <a:r>
              <a:rPr lang="en-US">
                <a:solidFill>
                  <a:schemeClr val="bg1"/>
                </a:solidFill>
              </a:rPr>
              <a:t>Google</a:t>
            </a:r>
          </a:p>
          <a:p>
            <a:pPr algn="r"/>
            <a:r>
              <a:rPr lang="en-US">
                <a:solidFill>
                  <a:schemeClr val="bg1"/>
                </a:solidFill>
              </a:rPr>
              <a:t>Duplex</a:t>
            </a:r>
          </a:p>
        </p:txBody>
      </p:sp>
      <p:pic>
        <p:nvPicPr>
          <p:cNvPr id="53" name="Graphic 52" descr="Hamburger Menu Icon outline">
            <a:extLst>
              <a:ext uri="{FF2B5EF4-FFF2-40B4-BE49-F238E27FC236}">
                <a16:creationId xmlns:a16="http://schemas.microsoft.com/office/drawing/2014/main" id="{B903D997-A989-3499-D4F0-3AEBE4B9D0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2069" y="1236439"/>
            <a:ext cx="1496652" cy="1075220"/>
          </a:xfrm>
          <a:prstGeom prst="rect">
            <a:avLst/>
          </a:prstGeom>
        </p:spPr>
      </p:pic>
      <p:pic>
        <p:nvPicPr>
          <p:cNvPr id="54" name="Graphic 53" descr="Hamburger Menu Icon outline">
            <a:extLst>
              <a:ext uri="{FF2B5EF4-FFF2-40B4-BE49-F238E27FC236}">
                <a16:creationId xmlns:a16="http://schemas.microsoft.com/office/drawing/2014/main" id="{B421D28F-F203-7748-3D30-2ED313E514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46730" y="2891388"/>
            <a:ext cx="1496652" cy="1075220"/>
          </a:xfrm>
          <a:prstGeom prst="rect">
            <a:avLst/>
          </a:prstGeom>
        </p:spPr>
      </p:pic>
      <p:pic>
        <p:nvPicPr>
          <p:cNvPr id="55" name="Graphic 54" descr="Hamburger Menu Icon outline">
            <a:extLst>
              <a:ext uri="{FF2B5EF4-FFF2-40B4-BE49-F238E27FC236}">
                <a16:creationId xmlns:a16="http://schemas.microsoft.com/office/drawing/2014/main" id="{A328A9FC-28A0-5515-0CDD-C7300F0415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54830" y="4802323"/>
            <a:ext cx="1496652" cy="1075220"/>
          </a:xfrm>
          <a:prstGeom prst="rect">
            <a:avLst/>
          </a:prstGeom>
        </p:spPr>
      </p:pic>
      <p:sp>
        <p:nvSpPr>
          <p:cNvPr id="56" name="TextBox 55">
            <a:extLst>
              <a:ext uri="{FF2B5EF4-FFF2-40B4-BE49-F238E27FC236}">
                <a16:creationId xmlns:a16="http://schemas.microsoft.com/office/drawing/2014/main" id="{30B37248-1CC2-7553-DB90-3C2127247A6E}"/>
              </a:ext>
            </a:extLst>
          </p:cNvPr>
          <p:cNvSpPr txBox="1"/>
          <p:nvPr/>
        </p:nvSpPr>
        <p:spPr>
          <a:xfrm>
            <a:off x="3428295" y="4878268"/>
            <a:ext cx="3041566" cy="923330"/>
          </a:xfrm>
          <a:prstGeom prst="rect">
            <a:avLst/>
          </a:prstGeom>
          <a:noFill/>
        </p:spPr>
        <p:txBody>
          <a:bodyPr wrap="square" rtlCol="0">
            <a:spAutoFit/>
          </a:bodyPr>
          <a:lstStyle/>
          <a:p>
            <a:r>
              <a:rPr lang="en-US" b="1">
                <a:solidFill>
                  <a:schemeClr val="bg1"/>
                </a:solidFill>
              </a:rPr>
              <a:t>2018</a:t>
            </a:r>
          </a:p>
          <a:p>
            <a:r>
              <a:rPr lang="en-US">
                <a:solidFill>
                  <a:schemeClr val="bg1"/>
                </a:solidFill>
              </a:rPr>
              <a:t>OpenAI</a:t>
            </a:r>
          </a:p>
          <a:p>
            <a:r>
              <a:rPr lang="en-US">
                <a:solidFill>
                  <a:schemeClr val="bg1"/>
                </a:solidFill>
              </a:rPr>
              <a:t>GPT-2</a:t>
            </a:r>
          </a:p>
        </p:txBody>
      </p:sp>
    </p:spTree>
    <p:extLst>
      <p:ext uri="{BB962C8B-B14F-4D97-AF65-F5344CB8AC3E}">
        <p14:creationId xmlns:p14="http://schemas.microsoft.com/office/powerpoint/2010/main" val="3897859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750"/>
                            </p:stCondLst>
                            <p:childTnLst>
                              <p:par>
                                <p:cTn id="11" presetID="45" presetClass="entr" presetSubtype="0" fill="hold" grpId="0" nodeType="afterEffect">
                                  <p:stCondLst>
                                    <p:cond delay="2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0"/>
                                        <p:tgtEl>
                                          <p:spTgt spid="8"/>
                                        </p:tgtEl>
                                      </p:cBhvr>
                                    </p:animEffect>
                                    <p:anim calcmode="lin" valueType="num">
                                      <p:cBhvr>
                                        <p:cTn id="14" dur="2000" fill="hold"/>
                                        <p:tgtEl>
                                          <p:spTgt spid="8"/>
                                        </p:tgtEl>
                                        <p:attrNameLst>
                                          <p:attrName>ppt_w</p:attrName>
                                        </p:attrNameLst>
                                      </p:cBhvr>
                                      <p:tavLst>
                                        <p:tav tm="0" fmla="#ppt_w*sin(2.5*pi*$)">
                                          <p:val>
                                            <p:fltVal val="0"/>
                                          </p:val>
                                        </p:tav>
                                        <p:tav tm="100000">
                                          <p:val>
                                            <p:fltVal val="1"/>
                                          </p:val>
                                        </p:tav>
                                      </p:tavLst>
                                    </p:anim>
                                    <p:anim calcmode="lin" valueType="num">
                                      <p:cBhvr>
                                        <p:cTn id="15" dur="2000" fill="hold"/>
                                        <p:tgtEl>
                                          <p:spTgt spid="8"/>
                                        </p:tgtEl>
                                        <p:attrNameLst>
                                          <p:attrName>ppt_h</p:attrName>
                                        </p:attrNameLst>
                                      </p:cBhvr>
                                      <p:tavLst>
                                        <p:tav tm="0">
                                          <p:val>
                                            <p:strVal val="#ppt_h"/>
                                          </p:val>
                                        </p:tav>
                                        <p:tav tm="100000">
                                          <p:val>
                                            <p:strVal val="#ppt_h"/>
                                          </p:val>
                                        </p:tav>
                                      </p:tavLst>
                                    </p:anim>
                                  </p:childTnLst>
                                </p:cTn>
                              </p:par>
                              <p:par>
                                <p:cTn id="16" presetID="45" presetClass="entr" presetSubtype="0" fill="hold" grpId="0" nodeType="withEffect">
                                  <p:stCondLst>
                                    <p:cond delay="5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0"/>
                                        <p:tgtEl>
                                          <p:spTgt spid="10"/>
                                        </p:tgtEl>
                                      </p:cBhvr>
                                    </p:animEffect>
                                    <p:anim calcmode="lin" valueType="num">
                                      <p:cBhvr>
                                        <p:cTn id="19" dur="2000" fill="hold"/>
                                        <p:tgtEl>
                                          <p:spTgt spid="10"/>
                                        </p:tgtEl>
                                        <p:attrNameLst>
                                          <p:attrName>ppt_w</p:attrName>
                                        </p:attrNameLst>
                                      </p:cBhvr>
                                      <p:tavLst>
                                        <p:tav tm="0" fmla="#ppt_w*sin(2.5*pi*$)">
                                          <p:val>
                                            <p:fltVal val="0"/>
                                          </p:val>
                                        </p:tav>
                                        <p:tav tm="100000">
                                          <p:val>
                                            <p:fltVal val="1"/>
                                          </p:val>
                                        </p:tav>
                                      </p:tavLst>
                                    </p:anim>
                                    <p:anim calcmode="lin" valueType="num">
                                      <p:cBhvr>
                                        <p:cTn id="20" dur="2000" fill="hold"/>
                                        <p:tgtEl>
                                          <p:spTgt spid="10"/>
                                        </p:tgtEl>
                                        <p:attrNameLst>
                                          <p:attrName>ppt_h</p:attrName>
                                        </p:attrNameLst>
                                      </p:cBhvr>
                                      <p:tavLst>
                                        <p:tav tm="0">
                                          <p:val>
                                            <p:strVal val="#ppt_h"/>
                                          </p:val>
                                        </p:tav>
                                        <p:tav tm="100000">
                                          <p:val>
                                            <p:strVal val="#ppt_h"/>
                                          </p:val>
                                        </p:tav>
                                      </p:tavLst>
                                    </p:anim>
                                  </p:childTnLst>
                                </p:cTn>
                              </p:par>
                              <p:par>
                                <p:cTn id="21" presetID="45"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0"/>
                                        <p:tgtEl>
                                          <p:spTgt spid="9"/>
                                        </p:tgtEl>
                                      </p:cBhvr>
                                    </p:animEffect>
                                    <p:anim calcmode="lin" valueType="num">
                                      <p:cBhvr>
                                        <p:cTn id="24" dur="2000" fill="hold"/>
                                        <p:tgtEl>
                                          <p:spTgt spid="9"/>
                                        </p:tgtEl>
                                        <p:attrNameLst>
                                          <p:attrName>ppt_w</p:attrName>
                                        </p:attrNameLst>
                                      </p:cBhvr>
                                      <p:tavLst>
                                        <p:tav tm="0" fmla="#ppt_w*sin(2.5*pi*$)">
                                          <p:val>
                                            <p:fltVal val="0"/>
                                          </p:val>
                                        </p:tav>
                                        <p:tav tm="100000">
                                          <p:val>
                                            <p:fltVal val="1"/>
                                          </p:val>
                                        </p:tav>
                                      </p:tavLst>
                                    </p:anim>
                                    <p:anim calcmode="lin" valueType="num">
                                      <p:cBhvr>
                                        <p:cTn id="25" dur="2000" fill="hold"/>
                                        <p:tgtEl>
                                          <p:spTgt spid="9"/>
                                        </p:tgtEl>
                                        <p:attrNameLst>
                                          <p:attrName>ppt_h</p:attrName>
                                        </p:attrNameLst>
                                      </p:cBhvr>
                                      <p:tavLst>
                                        <p:tav tm="0">
                                          <p:val>
                                            <p:strVal val="#ppt_h"/>
                                          </p:val>
                                        </p:tav>
                                        <p:tav tm="100000">
                                          <p:val>
                                            <p:strVal val="#ppt_h"/>
                                          </p:val>
                                        </p:tav>
                                      </p:tavLst>
                                    </p:anim>
                                  </p:childTnLst>
                                </p:cTn>
                              </p:par>
                            </p:childTnLst>
                          </p:cTn>
                        </p:par>
                        <p:par>
                          <p:cTn id="26" fill="hold">
                            <p:stCondLst>
                              <p:cond delay="3250"/>
                            </p:stCondLst>
                            <p:childTnLst>
                              <p:par>
                                <p:cTn id="27" presetID="26" presetClass="emph" presetSubtype="0" repeatCount="2000" fill="hold" grpId="1" nodeType="afterEffect">
                                  <p:stCondLst>
                                    <p:cond delay="0"/>
                                  </p:stCondLst>
                                  <p:childTnLst>
                                    <p:animEffect transition="out" filter="fade">
                                      <p:cBhvr>
                                        <p:cTn id="28" dur="500" tmFilter="0, 0; .2, .5; .8, .5; 1, 0"/>
                                        <p:tgtEl>
                                          <p:spTgt spid="10"/>
                                        </p:tgtEl>
                                      </p:cBhvr>
                                    </p:animEffect>
                                    <p:animScale>
                                      <p:cBhvr>
                                        <p:cTn id="29" dur="250" autoRev="1" fill="hold"/>
                                        <p:tgtEl>
                                          <p:spTgt spid="10"/>
                                        </p:tgtEl>
                                      </p:cBhvr>
                                      <p:by x="105000" y="105000"/>
                                    </p:animScale>
                                  </p:childTnLst>
                                </p:cTn>
                              </p:par>
                            </p:childTnLst>
                          </p:cTn>
                        </p:par>
                        <p:par>
                          <p:cTn id="30" fill="hold">
                            <p:stCondLst>
                              <p:cond delay="4250"/>
                            </p:stCondLst>
                            <p:childTnLst>
                              <p:par>
                                <p:cTn id="31" presetID="22" presetClass="entr" presetSubtype="8" fill="hold" nodeType="after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wipe(left)">
                                      <p:cBhvr>
                                        <p:cTn id="33" dur="500"/>
                                        <p:tgtEl>
                                          <p:spTgt spid="53"/>
                                        </p:tgtEl>
                                      </p:cBhvr>
                                    </p:animEffect>
                                  </p:childTnLst>
                                </p:cTn>
                              </p:par>
                            </p:childTnLst>
                          </p:cTn>
                        </p:par>
                        <p:par>
                          <p:cTn id="34" fill="hold">
                            <p:stCondLst>
                              <p:cond delay="4750"/>
                            </p:stCondLst>
                            <p:childTnLst>
                              <p:par>
                                <p:cTn id="35" presetID="10" presetClass="entr" presetSubtype="0" fill="hold" grpId="0" nodeType="afterEffect">
                                  <p:stCondLst>
                                    <p:cond delay="0"/>
                                  </p:stCondLst>
                                  <p:iterate type="wd">
                                    <p:tmPct val="10000"/>
                                  </p:iterate>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38" fill="hold">
                            <p:stCondLst>
                              <p:cond delay="5400"/>
                            </p:stCondLst>
                            <p:childTnLst>
                              <p:par>
                                <p:cTn id="39" presetID="53" presetClass="entr" presetSubtype="16"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p:cTn id="41" dur="500" fill="hold"/>
                                        <p:tgtEl>
                                          <p:spTgt spid="16"/>
                                        </p:tgtEl>
                                        <p:attrNameLst>
                                          <p:attrName>ppt_w</p:attrName>
                                        </p:attrNameLst>
                                      </p:cBhvr>
                                      <p:tavLst>
                                        <p:tav tm="0">
                                          <p:val>
                                            <p:fltVal val="0"/>
                                          </p:val>
                                        </p:tav>
                                        <p:tav tm="100000">
                                          <p:val>
                                            <p:strVal val="#ppt_w"/>
                                          </p:val>
                                        </p:tav>
                                      </p:tavLst>
                                    </p:anim>
                                    <p:anim calcmode="lin" valueType="num">
                                      <p:cBhvr>
                                        <p:cTn id="42" dur="500" fill="hold"/>
                                        <p:tgtEl>
                                          <p:spTgt spid="16"/>
                                        </p:tgtEl>
                                        <p:attrNameLst>
                                          <p:attrName>ppt_h</p:attrName>
                                        </p:attrNameLst>
                                      </p:cBhvr>
                                      <p:tavLst>
                                        <p:tav tm="0">
                                          <p:val>
                                            <p:fltVal val="0"/>
                                          </p:val>
                                        </p:tav>
                                        <p:tav tm="100000">
                                          <p:val>
                                            <p:strVal val="#ppt_h"/>
                                          </p:val>
                                        </p:tav>
                                      </p:tavLst>
                                    </p:anim>
                                    <p:animEffect transition="in" filter="fade">
                                      <p:cBhvr>
                                        <p:cTn id="43" dur="500"/>
                                        <p:tgtEl>
                                          <p:spTgt spid="16"/>
                                        </p:tgtEl>
                                      </p:cBhvr>
                                    </p:animEffect>
                                  </p:childTnLst>
                                </p:cTn>
                              </p:par>
                            </p:childTnLst>
                          </p:cTn>
                        </p:par>
                        <p:par>
                          <p:cTn id="44" fill="hold">
                            <p:stCondLst>
                              <p:cond delay="5900"/>
                            </p:stCondLst>
                            <p:childTnLst>
                              <p:par>
                                <p:cTn id="45" presetID="45" presetClass="entr" presetSubtype="0" fill="hold" grpId="0" nodeType="afterEffect">
                                  <p:stCondLst>
                                    <p:cond delay="2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2000"/>
                                        <p:tgtEl>
                                          <p:spTgt spid="21"/>
                                        </p:tgtEl>
                                      </p:cBhvr>
                                    </p:animEffect>
                                    <p:anim calcmode="lin" valueType="num">
                                      <p:cBhvr>
                                        <p:cTn id="48" dur="2000" fill="hold"/>
                                        <p:tgtEl>
                                          <p:spTgt spid="21"/>
                                        </p:tgtEl>
                                        <p:attrNameLst>
                                          <p:attrName>ppt_w</p:attrName>
                                        </p:attrNameLst>
                                      </p:cBhvr>
                                      <p:tavLst>
                                        <p:tav tm="0" fmla="#ppt_w*sin(2.5*pi*$)">
                                          <p:val>
                                            <p:fltVal val="0"/>
                                          </p:val>
                                        </p:tav>
                                        <p:tav tm="100000">
                                          <p:val>
                                            <p:fltVal val="1"/>
                                          </p:val>
                                        </p:tav>
                                      </p:tavLst>
                                    </p:anim>
                                    <p:anim calcmode="lin" valueType="num">
                                      <p:cBhvr>
                                        <p:cTn id="49" dur="2000" fill="hold"/>
                                        <p:tgtEl>
                                          <p:spTgt spid="21"/>
                                        </p:tgtEl>
                                        <p:attrNameLst>
                                          <p:attrName>ppt_h</p:attrName>
                                        </p:attrNameLst>
                                      </p:cBhvr>
                                      <p:tavLst>
                                        <p:tav tm="0">
                                          <p:val>
                                            <p:strVal val="#ppt_h"/>
                                          </p:val>
                                        </p:tav>
                                        <p:tav tm="100000">
                                          <p:val>
                                            <p:strVal val="#ppt_h"/>
                                          </p:val>
                                        </p:tav>
                                      </p:tavLst>
                                    </p:anim>
                                  </p:childTnLst>
                                </p:cTn>
                              </p:par>
                              <p:par>
                                <p:cTn id="50" presetID="45" presetClass="entr" presetSubtype="0" fill="hold" grpId="0" nodeType="withEffect">
                                  <p:stCondLst>
                                    <p:cond delay="50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2000"/>
                                        <p:tgtEl>
                                          <p:spTgt spid="47"/>
                                        </p:tgtEl>
                                      </p:cBhvr>
                                    </p:animEffect>
                                    <p:anim calcmode="lin" valueType="num">
                                      <p:cBhvr>
                                        <p:cTn id="53" dur="2000" fill="hold"/>
                                        <p:tgtEl>
                                          <p:spTgt spid="47"/>
                                        </p:tgtEl>
                                        <p:attrNameLst>
                                          <p:attrName>ppt_w</p:attrName>
                                        </p:attrNameLst>
                                      </p:cBhvr>
                                      <p:tavLst>
                                        <p:tav tm="0" fmla="#ppt_w*sin(2.5*pi*$)">
                                          <p:val>
                                            <p:fltVal val="0"/>
                                          </p:val>
                                        </p:tav>
                                        <p:tav tm="100000">
                                          <p:val>
                                            <p:fltVal val="1"/>
                                          </p:val>
                                        </p:tav>
                                      </p:tavLst>
                                    </p:anim>
                                    <p:anim calcmode="lin" valueType="num">
                                      <p:cBhvr>
                                        <p:cTn id="54" dur="2000" fill="hold"/>
                                        <p:tgtEl>
                                          <p:spTgt spid="47"/>
                                        </p:tgtEl>
                                        <p:attrNameLst>
                                          <p:attrName>ppt_h</p:attrName>
                                        </p:attrNameLst>
                                      </p:cBhvr>
                                      <p:tavLst>
                                        <p:tav tm="0">
                                          <p:val>
                                            <p:strVal val="#ppt_h"/>
                                          </p:val>
                                        </p:tav>
                                        <p:tav tm="100000">
                                          <p:val>
                                            <p:strVal val="#ppt_h"/>
                                          </p:val>
                                        </p:tav>
                                      </p:tavLst>
                                    </p:anim>
                                  </p:childTnLst>
                                </p:cTn>
                              </p:par>
                              <p:par>
                                <p:cTn id="55" presetID="45"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2000"/>
                                        <p:tgtEl>
                                          <p:spTgt spid="46"/>
                                        </p:tgtEl>
                                      </p:cBhvr>
                                    </p:animEffect>
                                    <p:anim calcmode="lin" valueType="num">
                                      <p:cBhvr>
                                        <p:cTn id="58" dur="2000" fill="hold"/>
                                        <p:tgtEl>
                                          <p:spTgt spid="46"/>
                                        </p:tgtEl>
                                        <p:attrNameLst>
                                          <p:attrName>ppt_w</p:attrName>
                                        </p:attrNameLst>
                                      </p:cBhvr>
                                      <p:tavLst>
                                        <p:tav tm="0" fmla="#ppt_w*sin(2.5*pi*$)">
                                          <p:val>
                                            <p:fltVal val="0"/>
                                          </p:val>
                                        </p:tav>
                                        <p:tav tm="100000">
                                          <p:val>
                                            <p:fltVal val="1"/>
                                          </p:val>
                                        </p:tav>
                                      </p:tavLst>
                                    </p:anim>
                                    <p:anim calcmode="lin" valueType="num">
                                      <p:cBhvr>
                                        <p:cTn id="59" dur="2000" fill="hold"/>
                                        <p:tgtEl>
                                          <p:spTgt spid="46"/>
                                        </p:tgtEl>
                                        <p:attrNameLst>
                                          <p:attrName>ppt_h</p:attrName>
                                        </p:attrNameLst>
                                      </p:cBhvr>
                                      <p:tavLst>
                                        <p:tav tm="0">
                                          <p:val>
                                            <p:strVal val="#ppt_h"/>
                                          </p:val>
                                        </p:tav>
                                        <p:tav tm="100000">
                                          <p:val>
                                            <p:strVal val="#ppt_h"/>
                                          </p:val>
                                        </p:tav>
                                      </p:tavLst>
                                    </p:anim>
                                  </p:childTnLst>
                                </p:cTn>
                              </p:par>
                            </p:childTnLst>
                          </p:cTn>
                        </p:par>
                        <p:par>
                          <p:cTn id="60" fill="hold">
                            <p:stCondLst>
                              <p:cond delay="8400"/>
                            </p:stCondLst>
                            <p:childTnLst>
                              <p:par>
                                <p:cTn id="61" presetID="26" presetClass="emph" presetSubtype="0" repeatCount="2000" fill="hold" grpId="1" nodeType="afterEffect">
                                  <p:stCondLst>
                                    <p:cond delay="0"/>
                                  </p:stCondLst>
                                  <p:childTnLst>
                                    <p:animEffect transition="out" filter="fade">
                                      <p:cBhvr>
                                        <p:cTn id="62" dur="500" tmFilter="0, 0; .2, .5; .8, .5; 1, 0"/>
                                        <p:tgtEl>
                                          <p:spTgt spid="47"/>
                                        </p:tgtEl>
                                      </p:cBhvr>
                                    </p:animEffect>
                                    <p:animScale>
                                      <p:cBhvr>
                                        <p:cTn id="63" dur="250" autoRev="1" fill="hold"/>
                                        <p:tgtEl>
                                          <p:spTgt spid="47"/>
                                        </p:tgtEl>
                                      </p:cBhvr>
                                      <p:by x="105000" y="105000"/>
                                    </p:animScale>
                                  </p:childTnLst>
                                </p:cTn>
                              </p:par>
                            </p:childTnLst>
                          </p:cTn>
                        </p:par>
                        <p:par>
                          <p:cTn id="64" fill="hold">
                            <p:stCondLst>
                              <p:cond delay="9400"/>
                            </p:stCondLst>
                            <p:childTnLst>
                              <p:par>
                                <p:cTn id="65" presetID="22" presetClass="entr" presetSubtype="2" fill="hold"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wipe(right)">
                                      <p:cBhvr>
                                        <p:cTn id="67" dur="500"/>
                                        <p:tgtEl>
                                          <p:spTgt spid="54"/>
                                        </p:tgtEl>
                                      </p:cBhvr>
                                    </p:animEffect>
                                  </p:childTnLst>
                                </p:cTn>
                              </p:par>
                            </p:childTnLst>
                          </p:cTn>
                        </p:par>
                        <p:par>
                          <p:cTn id="68" fill="hold">
                            <p:stCondLst>
                              <p:cond delay="9900"/>
                            </p:stCondLst>
                            <p:childTnLst>
                              <p:par>
                                <p:cTn id="69" presetID="10" presetClass="entr" presetSubtype="0" fill="hold" grpId="0" nodeType="afterEffect">
                                  <p:stCondLst>
                                    <p:cond delay="0"/>
                                  </p:stCondLst>
                                  <p:iterate type="wd">
                                    <p:tmPct val="10000"/>
                                  </p:iterate>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childTnLst>
                          </p:cTn>
                        </p:par>
                        <p:par>
                          <p:cTn id="72" fill="hold">
                            <p:stCondLst>
                              <p:cond delay="10500"/>
                            </p:stCondLst>
                            <p:childTnLst>
                              <p:par>
                                <p:cTn id="73" presetID="53" presetClass="entr" presetSubtype="16"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p:cTn id="75" dur="500" fill="hold"/>
                                        <p:tgtEl>
                                          <p:spTgt spid="12"/>
                                        </p:tgtEl>
                                        <p:attrNameLst>
                                          <p:attrName>ppt_w</p:attrName>
                                        </p:attrNameLst>
                                      </p:cBhvr>
                                      <p:tavLst>
                                        <p:tav tm="0">
                                          <p:val>
                                            <p:fltVal val="0"/>
                                          </p:val>
                                        </p:tav>
                                        <p:tav tm="100000">
                                          <p:val>
                                            <p:strVal val="#ppt_w"/>
                                          </p:val>
                                        </p:tav>
                                      </p:tavLst>
                                    </p:anim>
                                    <p:anim calcmode="lin" valueType="num">
                                      <p:cBhvr>
                                        <p:cTn id="76" dur="500" fill="hold"/>
                                        <p:tgtEl>
                                          <p:spTgt spid="12"/>
                                        </p:tgtEl>
                                        <p:attrNameLst>
                                          <p:attrName>ppt_h</p:attrName>
                                        </p:attrNameLst>
                                      </p:cBhvr>
                                      <p:tavLst>
                                        <p:tav tm="0">
                                          <p:val>
                                            <p:fltVal val="0"/>
                                          </p:val>
                                        </p:tav>
                                        <p:tav tm="100000">
                                          <p:val>
                                            <p:strVal val="#ppt_h"/>
                                          </p:val>
                                        </p:tav>
                                      </p:tavLst>
                                    </p:anim>
                                    <p:animEffect transition="in" filter="fade">
                                      <p:cBhvr>
                                        <p:cTn id="77" dur="500"/>
                                        <p:tgtEl>
                                          <p:spTgt spid="12"/>
                                        </p:tgtEl>
                                      </p:cBhvr>
                                    </p:animEffect>
                                  </p:childTnLst>
                                </p:cTn>
                              </p:par>
                            </p:childTnLst>
                          </p:cTn>
                        </p:par>
                        <p:par>
                          <p:cTn id="78" fill="hold">
                            <p:stCondLst>
                              <p:cond delay="11000"/>
                            </p:stCondLst>
                            <p:childTnLst>
                              <p:par>
                                <p:cTn id="79" presetID="45" presetClass="entr" presetSubtype="0" fill="hold" grpId="0" nodeType="afterEffect">
                                  <p:stCondLst>
                                    <p:cond delay="25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2000"/>
                                        <p:tgtEl>
                                          <p:spTgt spid="13"/>
                                        </p:tgtEl>
                                      </p:cBhvr>
                                    </p:animEffect>
                                    <p:anim calcmode="lin" valueType="num">
                                      <p:cBhvr>
                                        <p:cTn id="82" dur="2000" fill="hold"/>
                                        <p:tgtEl>
                                          <p:spTgt spid="13"/>
                                        </p:tgtEl>
                                        <p:attrNameLst>
                                          <p:attrName>ppt_w</p:attrName>
                                        </p:attrNameLst>
                                      </p:cBhvr>
                                      <p:tavLst>
                                        <p:tav tm="0" fmla="#ppt_w*sin(2.5*pi*$)">
                                          <p:val>
                                            <p:fltVal val="0"/>
                                          </p:val>
                                        </p:tav>
                                        <p:tav tm="100000">
                                          <p:val>
                                            <p:fltVal val="1"/>
                                          </p:val>
                                        </p:tav>
                                      </p:tavLst>
                                    </p:anim>
                                    <p:anim calcmode="lin" valueType="num">
                                      <p:cBhvr>
                                        <p:cTn id="83" dur="2000" fill="hold"/>
                                        <p:tgtEl>
                                          <p:spTgt spid="13"/>
                                        </p:tgtEl>
                                        <p:attrNameLst>
                                          <p:attrName>ppt_h</p:attrName>
                                        </p:attrNameLst>
                                      </p:cBhvr>
                                      <p:tavLst>
                                        <p:tav tm="0">
                                          <p:val>
                                            <p:strVal val="#ppt_h"/>
                                          </p:val>
                                        </p:tav>
                                        <p:tav tm="100000">
                                          <p:val>
                                            <p:strVal val="#ppt_h"/>
                                          </p:val>
                                        </p:tav>
                                      </p:tavLst>
                                    </p:anim>
                                  </p:childTnLst>
                                </p:cTn>
                              </p:par>
                              <p:par>
                                <p:cTn id="84" presetID="45" presetClass="entr" presetSubtype="0" fill="hold" grpId="0" nodeType="withEffect">
                                  <p:stCondLst>
                                    <p:cond delay="5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2000"/>
                                        <p:tgtEl>
                                          <p:spTgt spid="15"/>
                                        </p:tgtEl>
                                      </p:cBhvr>
                                    </p:animEffect>
                                    <p:anim calcmode="lin" valueType="num">
                                      <p:cBhvr>
                                        <p:cTn id="87" dur="2000" fill="hold"/>
                                        <p:tgtEl>
                                          <p:spTgt spid="15"/>
                                        </p:tgtEl>
                                        <p:attrNameLst>
                                          <p:attrName>ppt_w</p:attrName>
                                        </p:attrNameLst>
                                      </p:cBhvr>
                                      <p:tavLst>
                                        <p:tav tm="0" fmla="#ppt_w*sin(2.5*pi*$)">
                                          <p:val>
                                            <p:fltVal val="0"/>
                                          </p:val>
                                        </p:tav>
                                        <p:tav tm="100000">
                                          <p:val>
                                            <p:fltVal val="1"/>
                                          </p:val>
                                        </p:tav>
                                      </p:tavLst>
                                    </p:anim>
                                    <p:anim calcmode="lin" valueType="num">
                                      <p:cBhvr>
                                        <p:cTn id="88" dur="2000" fill="hold"/>
                                        <p:tgtEl>
                                          <p:spTgt spid="15"/>
                                        </p:tgtEl>
                                        <p:attrNameLst>
                                          <p:attrName>ppt_h</p:attrName>
                                        </p:attrNameLst>
                                      </p:cBhvr>
                                      <p:tavLst>
                                        <p:tav tm="0">
                                          <p:val>
                                            <p:strVal val="#ppt_h"/>
                                          </p:val>
                                        </p:tav>
                                        <p:tav tm="100000">
                                          <p:val>
                                            <p:strVal val="#ppt_h"/>
                                          </p:val>
                                        </p:tav>
                                      </p:tavLst>
                                    </p:anim>
                                  </p:childTnLst>
                                </p:cTn>
                              </p:par>
                              <p:par>
                                <p:cTn id="89" presetID="45" presetClass="entr" presetSubtype="0" fill="hold" grpId="0" nodeType="with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fade">
                                      <p:cBhvr>
                                        <p:cTn id="91" dur="2000"/>
                                        <p:tgtEl>
                                          <p:spTgt spid="14"/>
                                        </p:tgtEl>
                                      </p:cBhvr>
                                    </p:animEffect>
                                    <p:anim calcmode="lin" valueType="num">
                                      <p:cBhvr>
                                        <p:cTn id="92" dur="2000" fill="hold"/>
                                        <p:tgtEl>
                                          <p:spTgt spid="14"/>
                                        </p:tgtEl>
                                        <p:attrNameLst>
                                          <p:attrName>ppt_w</p:attrName>
                                        </p:attrNameLst>
                                      </p:cBhvr>
                                      <p:tavLst>
                                        <p:tav tm="0" fmla="#ppt_w*sin(2.5*pi*$)">
                                          <p:val>
                                            <p:fltVal val="0"/>
                                          </p:val>
                                        </p:tav>
                                        <p:tav tm="100000">
                                          <p:val>
                                            <p:fltVal val="1"/>
                                          </p:val>
                                        </p:tav>
                                      </p:tavLst>
                                    </p:anim>
                                    <p:anim calcmode="lin" valueType="num">
                                      <p:cBhvr>
                                        <p:cTn id="93" dur="2000" fill="hold"/>
                                        <p:tgtEl>
                                          <p:spTgt spid="14"/>
                                        </p:tgtEl>
                                        <p:attrNameLst>
                                          <p:attrName>ppt_h</p:attrName>
                                        </p:attrNameLst>
                                      </p:cBhvr>
                                      <p:tavLst>
                                        <p:tav tm="0">
                                          <p:val>
                                            <p:strVal val="#ppt_h"/>
                                          </p:val>
                                        </p:tav>
                                        <p:tav tm="100000">
                                          <p:val>
                                            <p:strVal val="#ppt_h"/>
                                          </p:val>
                                        </p:tav>
                                      </p:tavLst>
                                    </p:anim>
                                  </p:childTnLst>
                                </p:cTn>
                              </p:par>
                            </p:childTnLst>
                          </p:cTn>
                        </p:par>
                        <p:par>
                          <p:cTn id="94" fill="hold">
                            <p:stCondLst>
                              <p:cond delay="13500"/>
                            </p:stCondLst>
                            <p:childTnLst>
                              <p:par>
                                <p:cTn id="95" presetID="26" presetClass="emph" presetSubtype="0" repeatCount="2000" fill="hold" grpId="1" nodeType="afterEffect">
                                  <p:stCondLst>
                                    <p:cond delay="0"/>
                                  </p:stCondLst>
                                  <p:childTnLst>
                                    <p:animEffect transition="out" filter="fade">
                                      <p:cBhvr>
                                        <p:cTn id="96" dur="500" tmFilter="0, 0; .2, .5; .8, .5; 1, 0"/>
                                        <p:tgtEl>
                                          <p:spTgt spid="15"/>
                                        </p:tgtEl>
                                      </p:cBhvr>
                                    </p:animEffect>
                                    <p:animScale>
                                      <p:cBhvr>
                                        <p:cTn id="97" dur="250" autoRev="1" fill="hold"/>
                                        <p:tgtEl>
                                          <p:spTgt spid="15"/>
                                        </p:tgtEl>
                                      </p:cBhvr>
                                      <p:by x="105000" y="105000"/>
                                    </p:animScale>
                                  </p:childTnLst>
                                </p:cTn>
                              </p:par>
                            </p:childTnLst>
                          </p:cTn>
                        </p:par>
                        <p:par>
                          <p:cTn id="98" fill="hold">
                            <p:stCondLst>
                              <p:cond delay="14500"/>
                            </p:stCondLst>
                            <p:childTnLst>
                              <p:par>
                                <p:cTn id="99" presetID="22" presetClass="entr" presetSubtype="8" fill="hold" nodeType="after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wipe(left)">
                                      <p:cBhvr>
                                        <p:cTn id="101" dur="500"/>
                                        <p:tgtEl>
                                          <p:spTgt spid="55"/>
                                        </p:tgtEl>
                                      </p:cBhvr>
                                    </p:animEffect>
                                  </p:childTnLst>
                                </p:cTn>
                              </p:par>
                            </p:childTnLst>
                          </p:cTn>
                        </p:par>
                        <p:par>
                          <p:cTn id="102" fill="hold">
                            <p:stCondLst>
                              <p:cond delay="15000"/>
                            </p:stCondLst>
                            <p:childTnLst>
                              <p:par>
                                <p:cTn id="103" presetID="10" presetClass="entr" presetSubtype="0" fill="hold" grpId="0" nodeType="afterEffect">
                                  <p:stCondLst>
                                    <p:cond delay="0"/>
                                  </p:stCondLst>
                                  <p:iterate type="wd">
                                    <p:tmPct val="10000"/>
                                  </p:iterate>
                                  <p:childTnLst>
                                    <p:set>
                                      <p:cBhvr>
                                        <p:cTn id="104" dur="1" fill="hold">
                                          <p:stCondLst>
                                            <p:cond delay="0"/>
                                          </p:stCondLst>
                                        </p:cTn>
                                        <p:tgtEl>
                                          <p:spTgt spid="56"/>
                                        </p:tgtEl>
                                        <p:attrNameLst>
                                          <p:attrName>style.visibility</p:attrName>
                                        </p:attrNameLst>
                                      </p:cBhvr>
                                      <p:to>
                                        <p:strVal val="visible"/>
                                      </p:to>
                                    </p:set>
                                    <p:animEffect transition="in" filter="fade">
                                      <p:cBhvr>
                                        <p:cTn id="105"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0" grpId="1" animBg="1"/>
      <p:bldP spid="11" grpId="0" uiExpand="1"/>
      <p:bldP spid="12" grpId="0" animBg="1"/>
      <p:bldP spid="13" grpId="0" animBg="1"/>
      <p:bldP spid="14" grpId="0" animBg="1"/>
      <p:bldP spid="15" grpId="0" animBg="1"/>
      <p:bldP spid="15" grpId="1" animBg="1"/>
      <p:bldP spid="16" grpId="0" animBg="1"/>
      <p:bldP spid="21" grpId="0" animBg="1"/>
      <p:bldP spid="46" grpId="0" animBg="1"/>
      <p:bldP spid="47" grpId="0" animBg="1"/>
      <p:bldP spid="47" grpId="1" animBg="1"/>
      <p:bldP spid="49" grpId="0"/>
      <p:bldP spid="56" grpId="0" uiExpan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grpSp>
        <p:nvGrpSpPr>
          <p:cNvPr id="6" name="1950">
            <a:extLst>
              <a:ext uri="{FF2B5EF4-FFF2-40B4-BE49-F238E27FC236}">
                <a16:creationId xmlns:a16="http://schemas.microsoft.com/office/drawing/2014/main" id="{D0E2C6AF-37D1-7D4D-DE7A-6A120F01C5F2}"/>
              </a:ext>
            </a:extLst>
          </p:cNvPr>
          <p:cNvGrpSpPr/>
          <p:nvPr/>
        </p:nvGrpSpPr>
        <p:grpSpPr>
          <a:xfrm>
            <a:off x="-734079" y="0"/>
            <a:ext cx="12926079" cy="6858000"/>
            <a:chOff x="-819807" y="1"/>
            <a:chExt cx="12926079" cy="6858000"/>
          </a:xfrm>
        </p:grpSpPr>
        <p:sp>
          <p:nvSpPr>
            <p:cNvPr id="2" name="Rectangle 1">
              <a:extLst>
                <a:ext uri="{FF2B5EF4-FFF2-40B4-BE49-F238E27FC236}">
                  <a16:creationId xmlns:a16="http://schemas.microsoft.com/office/drawing/2014/main" id="{54452DFB-FCAC-5042-C955-6BD8B9D27F8B}"/>
                </a:ext>
              </a:extLst>
            </p:cNvPr>
            <p:cNvSpPr/>
            <p:nvPr/>
          </p:nvSpPr>
          <p:spPr>
            <a:xfrm>
              <a:off x="-819807"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 name="Rectangle 2">
              <a:extLst>
                <a:ext uri="{FF2B5EF4-FFF2-40B4-BE49-F238E27FC236}">
                  <a16:creationId xmlns:a16="http://schemas.microsoft.com/office/drawing/2014/main" id="{DC98C2CB-AB31-4224-7F1E-F0BD590C0D60}"/>
                </a:ext>
              </a:extLst>
            </p:cNvPr>
            <p:cNvSpPr/>
            <p:nvPr/>
          </p:nvSpPr>
          <p:spPr>
            <a:xfrm>
              <a:off x="10825497" y="2665456"/>
              <a:ext cx="546538" cy="1531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884AA5-1D85-A1CC-BCAE-F805782878AB}"/>
                </a:ext>
              </a:extLst>
            </p:cNvPr>
            <p:cNvSpPr txBox="1"/>
            <p:nvPr/>
          </p:nvSpPr>
          <p:spPr>
            <a:xfrm rot="16200000">
              <a:off x="10439687"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1950</a:t>
              </a:r>
              <a:r>
                <a:rPr lang="en-US" b="1"/>
                <a:t> </a:t>
              </a:r>
            </a:p>
          </p:txBody>
        </p:sp>
        <p:sp>
          <p:nvSpPr>
            <p:cNvPr id="5" name="Isosceles Triangle 4">
              <a:extLst>
                <a:ext uri="{FF2B5EF4-FFF2-40B4-BE49-F238E27FC236}">
                  <a16:creationId xmlns:a16="http://schemas.microsoft.com/office/drawing/2014/main" id="{8644E537-C9FE-E7C2-C446-B846115A97CE}"/>
                </a:ext>
              </a:extLst>
            </p:cNvPr>
            <p:cNvSpPr/>
            <p:nvPr/>
          </p:nvSpPr>
          <p:spPr>
            <a:xfrm rot="5400000">
              <a:off x="10365782" y="3061834"/>
              <a:ext cx="2746649" cy="73433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1960">
            <a:extLst>
              <a:ext uri="{FF2B5EF4-FFF2-40B4-BE49-F238E27FC236}">
                <a16:creationId xmlns:a16="http://schemas.microsoft.com/office/drawing/2014/main" id="{BB8FB7D7-C757-6D9B-5EAF-C4EA3E3D10A2}"/>
              </a:ext>
            </a:extLst>
          </p:cNvPr>
          <p:cNvGrpSpPr/>
          <p:nvPr/>
        </p:nvGrpSpPr>
        <p:grpSpPr>
          <a:xfrm>
            <a:off x="-3351450" y="-2"/>
            <a:ext cx="14302177" cy="6858000"/>
            <a:chOff x="-795531" y="-1"/>
            <a:chExt cx="12197200" cy="6858000"/>
          </a:xfrm>
        </p:grpSpPr>
        <p:sp>
          <p:nvSpPr>
            <p:cNvPr id="18" name="Rectangle 17">
              <a:extLst>
                <a:ext uri="{FF2B5EF4-FFF2-40B4-BE49-F238E27FC236}">
                  <a16:creationId xmlns:a16="http://schemas.microsoft.com/office/drawing/2014/main" id="{135FA343-1B1F-1C7B-1230-E0207991847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9" name="Rectangle 18">
              <a:extLst>
                <a:ext uri="{FF2B5EF4-FFF2-40B4-BE49-F238E27FC236}">
                  <a16:creationId xmlns:a16="http://schemas.microsoft.com/office/drawing/2014/main" id="{A5290304-E9BA-5621-3E53-E7B5598FBB3E}"/>
                </a:ext>
              </a:extLst>
            </p:cNvPr>
            <p:cNvSpPr/>
            <p:nvPr/>
          </p:nvSpPr>
          <p:spPr>
            <a:xfrm>
              <a:off x="10852229" y="2665456"/>
              <a:ext cx="546538" cy="1531849"/>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0" name="TextBox 19">
              <a:extLst>
                <a:ext uri="{FF2B5EF4-FFF2-40B4-BE49-F238E27FC236}">
                  <a16:creationId xmlns:a16="http://schemas.microsoft.com/office/drawing/2014/main" id="{4D1409C6-7406-B196-69C8-72964E76EDB6}"/>
                </a:ext>
              </a:extLst>
            </p:cNvPr>
            <p:cNvSpPr txBox="1"/>
            <p:nvPr/>
          </p:nvSpPr>
          <p:spPr>
            <a:xfrm rot="16200000">
              <a:off x="10452979" y="3167390"/>
              <a:ext cx="1374160" cy="523220"/>
            </a:xfrm>
            <a:prstGeom prst="rect">
              <a:avLst/>
            </a:prstGeom>
            <a:noFill/>
            <a:ln>
              <a:noFill/>
            </a:ln>
          </p:spPr>
          <p:txBody>
            <a:bodyPr wrap="square" rtlCol="0">
              <a:spAutoFit/>
            </a:bodyPr>
            <a:lstStyle/>
            <a:p>
              <a:pPr algn="ctr"/>
              <a:r>
                <a:rPr lang="en-US" sz="2800" b="1">
                  <a:latin typeface="Montserrat" panose="00000500000000000000" pitchFamily="2" charset="0"/>
                </a:rPr>
                <a:t>1960</a:t>
              </a:r>
              <a:r>
                <a:rPr lang="en-US" b="1"/>
                <a:t> </a:t>
              </a:r>
            </a:p>
          </p:txBody>
        </p:sp>
      </p:grpSp>
      <p:grpSp>
        <p:nvGrpSpPr>
          <p:cNvPr id="22" name="1970">
            <a:extLst>
              <a:ext uri="{FF2B5EF4-FFF2-40B4-BE49-F238E27FC236}">
                <a16:creationId xmlns:a16="http://schemas.microsoft.com/office/drawing/2014/main" id="{49C06AD5-703D-70BA-1425-DA5036E3D36F}"/>
              </a:ext>
            </a:extLst>
          </p:cNvPr>
          <p:cNvGrpSpPr/>
          <p:nvPr/>
        </p:nvGrpSpPr>
        <p:grpSpPr>
          <a:xfrm>
            <a:off x="-3992387" y="-2"/>
            <a:ext cx="14298773" cy="6858000"/>
            <a:chOff x="-795531" y="-1"/>
            <a:chExt cx="12194297" cy="6858000"/>
          </a:xfrm>
        </p:grpSpPr>
        <p:sp>
          <p:nvSpPr>
            <p:cNvPr id="23" name="Rectangle 22">
              <a:extLst>
                <a:ext uri="{FF2B5EF4-FFF2-40B4-BE49-F238E27FC236}">
                  <a16:creationId xmlns:a16="http://schemas.microsoft.com/office/drawing/2014/main" id="{E3335A2B-E775-9F4A-4A9C-72377175B0BF}"/>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4" name="Rectangle 23">
              <a:extLst>
                <a:ext uri="{FF2B5EF4-FFF2-40B4-BE49-F238E27FC236}">
                  <a16:creationId xmlns:a16="http://schemas.microsoft.com/office/drawing/2014/main" id="{9510EE79-A0B4-72AA-2D2B-379B0F5099F0}"/>
                </a:ext>
              </a:extLst>
            </p:cNvPr>
            <p:cNvSpPr/>
            <p:nvPr/>
          </p:nvSpPr>
          <p:spPr>
            <a:xfrm>
              <a:off x="10852228" y="2665456"/>
              <a:ext cx="546538" cy="153184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5" name="TextBox 24">
              <a:extLst>
                <a:ext uri="{FF2B5EF4-FFF2-40B4-BE49-F238E27FC236}">
                  <a16:creationId xmlns:a16="http://schemas.microsoft.com/office/drawing/2014/main" id="{3788534D-1E4B-115C-6232-B95FE93B5BAC}"/>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1970</a:t>
              </a:r>
              <a:r>
                <a:rPr lang="en-US" b="1"/>
                <a:t> </a:t>
              </a:r>
            </a:p>
          </p:txBody>
        </p:sp>
      </p:grpSp>
      <p:grpSp>
        <p:nvGrpSpPr>
          <p:cNvPr id="26" name="1980">
            <a:extLst>
              <a:ext uri="{FF2B5EF4-FFF2-40B4-BE49-F238E27FC236}">
                <a16:creationId xmlns:a16="http://schemas.microsoft.com/office/drawing/2014/main" id="{57D2A8AF-56F9-A71B-3156-F6F207B0CA3F}"/>
              </a:ext>
            </a:extLst>
          </p:cNvPr>
          <p:cNvGrpSpPr/>
          <p:nvPr/>
        </p:nvGrpSpPr>
        <p:grpSpPr>
          <a:xfrm>
            <a:off x="-4633324" y="-2"/>
            <a:ext cx="14298774" cy="6858000"/>
            <a:chOff x="-795531" y="-1"/>
            <a:chExt cx="12194298" cy="6858000"/>
          </a:xfrm>
        </p:grpSpPr>
        <p:sp>
          <p:nvSpPr>
            <p:cNvPr id="27" name="Rectangle 26">
              <a:extLst>
                <a:ext uri="{FF2B5EF4-FFF2-40B4-BE49-F238E27FC236}">
                  <a16:creationId xmlns:a16="http://schemas.microsoft.com/office/drawing/2014/main" id="{2C2287C6-7694-6426-253B-E2AFC3268F7C}"/>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Rectangle 27">
              <a:extLst>
                <a:ext uri="{FF2B5EF4-FFF2-40B4-BE49-F238E27FC236}">
                  <a16:creationId xmlns:a16="http://schemas.microsoft.com/office/drawing/2014/main" id="{45229D44-DBB1-FC04-BAE7-1E1AEFC3F94C}"/>
                </a:ext>
              </a:extLst>
            </p:cNvPr>
            <p:cNvSpPr/>
            <p:nvPr/>
          </p:nvSpPr>
          <p:spPr>
            <a:xfrm>
              <a:off x="10852229" y="2665456"/>
              <a:ext cx="546538" cy="1531849"/>
            </a:xfrm>
            <a:prstGeom prst="rect">
              <a:avLst/>
            </a:prstGeom>
            <a:solidFill>
              <a:schemeClr val="bg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29" name="TextBox 28">
              <a:extLst>
                <a:ext uri="{FF2B5EF4-FFF2-40B4-BE49-F238E27FC236}">
                  <a16:creationId xmlns:a16="http://schemas.microsoft.com/office/drawing/2014/main" id="{D41F7D95-DFF2-5B68-D64B-E60D0810B4CF}"/>
                </a:ext>
              </a:extLst>
            </p:cNvPr>
            <p:cNvSpPr txBox="1"/>
            <p:nvPr/>
          </p:nvSpPr>
          <p:spPr>
            <a:xfrm rot="16200000">
              <a:off x="1043968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1980</a:t>
              </a:r>
              <a:r>
                <a:rPr lang="en-US" b="1"/>
                <a:t> </a:t>
              </a:r>
            </a:p>
          </p:txBody>
        </p:sp>
      </p:grpSp>
      <p:grpSp>
        <p:nvGrpSpPr>
          <p:cNvPr id="30" name="1990">
            <a:extLst>
              <a:ext uri="{FF2B5EF4-FFF2-40B4-BE49-F238E27FC236}">
                <a16:creationId xmlns:a16="http://schemas.microsoft.com/office/drawing/2014/main" id="{2ADC6EB4-F907-A671-D481-AFF1A382FAD3}"/>
              </a:ext>
            </a:extLst>
          </p:cNvPr>
          <p:cNvGrpSpPr/>
          <p:nvPr/>
        </p:nvGrpSpPr>
        <p:grpSpPr>
          <a:xfrm>
            <a:off x="-5266751" y="-2"/>
            <a:ext cx="14304730" cy="6858000"/>
            <a:chOff x="-795531" y="-1"/>
            <a:chExt cx="12199378" cy="6858000"/>
          </a:xfrm>
        </p:grpSpPr>
        <p:sp>
          <p:nvSpPr>
            <p:cNvPr id="31" name="Rectangle 30">
              <a:extLst>
                <a:ext uri="{FF2B5EF4-FFF2-40B4-BE49-F238E27FC236}">
                  <a16:creationId xmlns:a16="http://schemas.microsoft.com/office/drawing/2014/main" id="{54EB7D8D-455E-BBA5-590B-65CC88796063}"/>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2" name="Rectangle 31">
              <a:extLst>
                <a:ext uri="{FF2B5EF4-FFF2-40B4-BE49-F238E27FC236}">
                  <a16:creationId xmlns:a16="http://schemas.microsoft.com/office/drawing/2014/main" id="{0343C64B-3717-E31A-19A5-CD689EFBBE6B}"/>
                </a:ext>
              </a:extLst>
            </p:cNvPr>
            <p:cNvSpPr/>
            <p:nvPr/>
          </p:nvSpPr>
          <p:spPr>
            <a:xfrm>
              <a:off x="10857309" y="2665456"/>
              <a:ext cx="546538" cy="1531849"/>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3" name="TextBox 32">
              <a:extLst>
                <a:ext uri="{FF2B5EF4-FFF2-40B4-BE49-F238E27FC236}">
                  <a16:creationId xmlns:a16="http://schemas.microsoft.com/office/drawing/2014/main" id="{61DE9538-4582-E174-BAC9-8D0AEA3EA324}"/>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1990</a:t>
              </a:r>
              <a:r>
                <a:rPr lang="en-US" b="1"/>
                <a:t> </a:t>
              </a:r>
            </a:p>
          </p:txBody>
        </p:sp>
      </p:grpSp>
      <p:grpSp>
        <p:nvGrpSpPr>
          <p:cNvPr id="34" name="2000">
            <a:extLst>
              <a:ext uri="{FF2B5EF4-FFF2-40B4-BE49-F238E27FC236}">
                <a16:creationId xmlns:a16="http://schemas.microsoft.com/office/drawing/2014/main" id="{98364AFA-F5A0-AD2F-0D09-F348A5AEABA7}"/>
              </a:ext>
            </a:extLst>
          </p:cNvPr>
          <p:cNvGrpSpPr/>
          <p:nvPr/>
        </p:nvGrpSpPr>
        <p:grpSpPr>
          <a:xfrm>
            <a:off x="-4588598" y="-2"/>
            <a:ext cx="13004300" cy="6858000"/>
            <a:chOff x="-795531" y="-1"/>
            <a:chExt cx="12199378" cy="6858000"/>
          </a:xfrm>
        </p:grpSpPr>
        <p:sp>
          <p:nvSpPr>
            <p:cNvPr id="35" name="Rectangle 34">
              <a:extLst>
                <a:ext uri="{FF2B5EF4-FFF2-40B4-BE49-F238E27FC236}">
                  <a16:creationId xmlns:a16="http://schemas.microsoft.com/office/drawing/2014/main" id="{F2A967BE-0C07-EA06-EBE6-B59DE6D698B1}"/>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36" name="Rectangle 35">
              <a:extLst>
                <a:ext uri="{FF2B5EF4-FFF2-40B4-BE49-F238E27FC236}">
                  <a16:creationId xmlns:a16="http://schemas.microsoft.com/office/drawing/2014/main" id="{CC3B0001-2BD4-B346-8BB5-D6204698DEDA}"/>
                </a:ext>
              </a:extLst>
            </p:cNvPr>
            <p:cNvSpPr/>
            <p:nvPr/>
          </p:nvSpPr>
          <p:spPr>
            <a:xfrm>
              <a:off x="10857309" y="2665456"/>
              <a:ext cx="546538" cy="15318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37" name="TextBox 36">
              <a:extLst>
                <a:ext uri="{FF2B5EF4-FFF2-40B4-BE49-F238E27FC236}">
                  <a16:creationId xmlns:a16="http://schemas.microsoft.com/office/drawing/2014/main" id="{B48DF018-11CA-C6DC-4015-3F312ABB87CC}"/>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2000</a:t>
              </a:r>
              <a:r>
                <a:rPr lang="en-US" b="1"/>
                <a:t> </a:t>
              </a:r>
            </a:p>
          </p:txBody>
        </p:sp>
      </p:grpSp>
      <p:grpSp>
        <p:nvGrpSpPr>
          <p:cNvPr id="38" name="2010">
            <a:extLst>
              <a:ext uri="{FF2B5EF4-FFF2-40B4-BE49-F238E27FC236}">
                <a16:creationId xmlns:a16="http://schemas.microsoft.com/office/drawing/2014/main" id="{C1F06A0B-4FAC-8F72-91D4-E256D3EAE5A6}"/>
              </a:ext>
            </a:extLst>
          </p:cNvPr>
          <p:cNvGrpSpPr/>
          <p:nvPr/>
        </p:nvGrpSpPr>
        <p:grpSpPr>
          <a:xfrm>
            <a:off x="-6460353" y="-2"/>
            <a:ext cx="14314255" cy="6858000"/>
            <a:chOff x="-795531" y="-1"/>
            <a:chExt cx="12207501" cy="6858000"/>
          </a:xfrm>
        </p:grpSpPr>
        <p:sp>
          <p:nvSpPr>
            <p:cNvPr id="39" name="Rectangle 38">
              <a:extLst>
                <a:ext uri="{FF2B5EF4-FFF2-40B4-BE49-F238E27FC236}">
                  <a16:creationId xmlns:a16="http://schemas.microsoft.com/office/drawing/2014/main" id="{41BE5EBE-4420-7817-C620-2841ECEBB807}"/>
                </a:ext>
              </a:extLst>
            </p:cNvPr>
            <p:cNvSpPr/>
            <p:nvPr/>
          </p:nvSpPr>
          <p:spPr>
            <a:xfrm>
              <a:off x="-795531" y="-1"/>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Rectangle 39">
              <a:extLst>
                <a:ext uri="{FF2B5EF4-FFF2-40B4-BE49-F238E27FC236}">
                  <a16:creationId xmlns:a16="http://schemas.microsoft.com/office/drawing/2014/main" id="{D0D9DCCE-840F-BE7D-74EE-63AC25516ED5}"/>
                </a:ext>
              </a:extLst>
            </p:cNvPr>
            <p:cNvSpPr/>
            <p:nvPr/>
          </p:nvSpPr>
          <p:spPr>
            <a:xfrm>
              <a:off x="10865432" y="2665456"/>
              <a:ext cx="546538" cy="1531849"/>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1" name="TextBox 40">
              <a:extLst>
                <a:ext uri="{FF2B5EF4-FFF2-40B4-BE49-F238E27FC236}">
                  <a16:creationId xmlns:a16="http://schemas.microsoft.com/office/drawing/2014/main" id="{AA22F956-C453-97D9-F5FB-87396C43607F}"/>
                </a:ext>
              </a:extLst>
            </p:cNvPr>
            <p:cNvSpPr txBox="1"/>
            <p:nvPr/>
          </p:nvSpPr>
          <p:spPr>
            <a:xfrm rot="16200000">
              <a:off x="10449197" y="3205893"/>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2010</a:t>
              </a:r>
              <a:r>
                <a:rPr lang="en-US" b="1"/>
                <a:t> </a:t>
              </a:r>
            </a:p>
          </p:txBody>
        </p:sp>
      </p:grpSp>
      <p:grpSp>
        <p:nvGrpSpPr>
          <p:cNvPr id="42" name="2020">
            <a:extLst>
              <a:ext uri="{FF2B5EF4-FFF2-40B4-BE49-F238E27FC236}">
                <a16:creationId xmlns:a16="http://schemas.microsoft.com/office/drawing/2014/main" id="{8304EB55-CCE3-16FF-BF2D-B500836B54E2}"/>
              </a:ext>
            </a:extLst>
          </p:cNvPr>
          <p:cNvGrpSpPr/>
          <p:nvPr/>
        </p:nvGrpSpPr>
        <p:grpSpPr>
          <a:xfrm>
            <a:off x="-7090442" y="-10"/>
            <a:ext cx="14304417" cy="6858000"/>
            <a:chOff x="-783228" y="439527"/>
            <a:chExt cx="12199112" cy="6858000"/>
          </a:xfrm>
        </p:grpSpPr>
        <p:sp>
          <p:nvSpPr>
            <p:cNvPr id="43" name="Rectangle 42">
              <a:extLst>
                <a:ext uri="{FF2B5EF4-FFF2-40B4-BE49-F238E27FC236}">
                  <a16:creationId xmlns:a16="http://schemas.microsoft.com/office/drawing/2014/main" id="{B21BB481-2C34-B16E-1B3D-ABACA54EF59B}"/>
                </a:ext>
              </a:extLst>
            </p:cNvPr>
            <p:cNvSpPr/>
            <p:nvPr/>
          </p:nvSpPr>
          <p:spPr>
            <a:xfrm>
              <a:off x="-783228" y="439527"/>
              <a:ext cx="12192000" cy="6858000"/>
            </a:xfrm>
            <a:prstGeom prst="rect">
              <a:avLst/>
            </a:prstGeom>
            <a:solidFill>
              <a:schemeClr val="tx1">
                <a:lumMod val="95000"/>
              </a:schemeClr>
            </a:solidFill>
            <a:ln>
              <a:noFill/>
            </a:ln>
            <a:effectLst>
              <a:outerShdw blurRad="215900" dist="38100" sx="101000" sy="101000" algn="ctr" rotWithShape="0">
                <a:schemeClr val="bg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 name="Rectangle 43">
              <a:extLst>
                <a:ext uri="{FF2B5EF4-FFF2-40B4-BE49-F238E27FC236}">
                  <a16:creationId xmlns:a16="http://schemas.microsoft.com/office/drawing/2014/main" id="{C9F0BCFB-3BD1-1A45-EB26-1B64AAE73500}"/>
                </a:ext>
              </a:extLst>
            </p:cNvPr>
            <p:cNvSpPr/>
            <p:nvPr/>
          </p:nvSpPr>
          <p:spPr>
            <a:xfrm>
              <a:off x="10869346" y="3105330"/>
              <a:ext cx="546538" cy="15318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60000"/>
                    <a:lumOff val="40000"/>
                  </a:schemeClr>
                </a:solidFill>
              </a:endParaRPr>
            </a:p>
          </p:txBody>
        </p:sp>
        <p:sp>
          <p:nvSpPr>
            <p:cNvPr id="45" name="TextBox 44">
              <a:extLst>
                <a:ext uri="{FF2B5EF4-FFF2-40B4-BE49-F238E27FC236}">
                  <a16:creationId xmlns:a16="http://schemas.microsoft.com/office/drawing/2014/main" id="{15F66731-9085-88B9-D080-05679AD4EAE8}"/>
                </a:ext>
              </a:extLst>
            </p:cNvPr>
            <p:cNvSpPr txBox="1"/>
            <p:nvPr/>
          </p:nvSpPr>
          <p:spPr>
            <a:xfrm rot="16200000">
              <a:off x="10461234" y="3645767"/>
              <a:ext cx="1374160" cy="446213"/>
            </a:xfrm>
            <a:prstGeom prst="rect">
              <a:avLst/>
            </a:prstGeom>
            <a:noFill/>
            <a:ln>
              <a:noFill/>
            </a:ln>
          </p:spPr>
          <p:txBody>
            <a:bodyPr wrap="square" rtlCol="0">
              <a:spAutoFit/>
            </a:bodyPr>
            <a:lstStyle/>
            <a:p>
              <a:pPr algn="ctr"/>
              <a:r>
                <a:rPr lang="en-US" sz="2800" b="1">
                  <a:latin typeface="Montserrat" panose="00000500000000000000" pitchFamily="2" charset="0"/>
                </a:rPr>
                <a:t>2020</a:t>
              </a:r>
              <a:r>
                <a:rPr lang="en-US" b="1"/>
                <a:t> </a:t>
              </a:r>
            </a:p>
          </p:txBody>
        </p:sp>
      </p:grpSp>
      <p:sp>
        <p:nvSpPr>
          <p:cNvPr id="11" name="TextBox 10">
            <a:extLst>
              <a:ext uri="{FF2B5EF4-FFF2-40B4-BE49-F238E27FC236}">
                <a16:creationId xmlns:a16="http://schemas.microsoft.com/office/drawing/2014/main" id="{CA2B6BA7-D0C2-2C26-15E4-3A721CF70683}"/>
              </a:ext>
            </a:extLst>
          </p:cNvPr>
          <p:cNvSpPr txBox="1"/>
          <p:nvPr/>
        </p:nvSpPr>
        <p:spPr>
          <a:xfrm>
            <a:off x="4203602" y="1485535"/>
            <a:ext cx="1395883" cy="646331"/>
          </a:xfrm>
          <a:prstGeom prst="rect">
            <a:avLst/>
          </a:prstGeom>
          <a:noFill/>
        </p:spPr>
        <p:txBody>
          <a:bodyPr wrap="square" rtlCol="0">
            <a:spAutoFit/>
          </a:bodyPr>
          <a:lstStyle/>
          <a:p>
            <a:r>
              <a:rPr lang="en-US">
                <a:solidFill>
                  <a:schemeClr val="accent6">
                    <a:lumMod val="50000"/>
                  </a:schemeClr>
                </a:solidFill>
              </a:rPr>
              <a:t>OpenAI</a:t>
            </a:r>
          </a:p>
          <a:p>
            <a:r>
              <a:rPr lang="en-US">
                <a:solidFill>
                  <a:schemeClr val="accent6">
                    <a:lumMod val="50000"/>
                  </a:schemeClr>
                </a:solidFill>
              </a:rPr>
              <a:t>GPT-3</a:t>
            </a:r>
          </a:p>
        </p:txBody>
      </p:sp>
      <p:sp>
        <p:nvSpPr>
          <p:cNvPr id="14" name="Left Brace 13">
            <a:extLst>
              <a:ext uri="{FF2B5EF4-FFF2-40B4-BE49-F238E27FC236}">
                <a16:creationId xmlns:a16="http://schemas.microsoft.com/office/drawing/2014/main" id="{5EE011F9-2CE6-9B8C-81EE-F0C74DFD0FDA}"/>
              </a:ext>
            </a:extLst>
          </p:cNvPr>
          <p:cNvSpPr/>
          <p:nvPr/>
        </p:nvSpPr>
        <p:spPr>
          <a:xfrm rot="10800000">
            <a:off x="3796590" y="1322452"/>
            <a:ext cx="429591" cy="99967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chemeClr val="accent6">
                  <a:lumMod val="50000"/>
                </a:schemeClr>
              </a:solidFill>
            </a:endParaRPr>
          </a:p>
        </p:txBody>
      </p:sp>
      <p:grpSp>
        <p:nvGrpSpPr>
          <p:cNvPr id="21" name="Group 20">
            <a:extLst>
              <a:ext uri="{FF2B5EF4-FFF2-40B4-BE49-F238E27FC236}">
                <a16:creationId xmlns:a16="http://schemas.microsoft.com/office/drawing/2014/main" id="{230C5001-2CAA-9D34-F9A4-25A6B709A434}"/>
              </a:ext>
            </a:extLst>
          </p:cNvPr>
          <p:cNvGrpSpPr/>
          <p:nvPr/>
        </p:nvGrpSpPr>
        <p:grpSpPr>
          <a:xfrm>
            <a:off x="670529" y="1493573"/>
            <a:ext cx="3115339" cy="620647"/>
            <a:chOff x="670529" y="2188623"/>
            <a:chExt cx="3115339" cy="620647"/>
          </a:xfrm>
        </p:grpSpPr>
        <p:sp>
          <p:nvSpPr>
            <p:cNvPr id="15" name="Rectangle: Rounded Corners 14">
              <a:extLst>
                <a:ext uri="{FF2B5EF4-FFF2-40B4-BE49-F238E27FC236}">
                  <a16:creationId xmlns:a16="http://schemas.microsoft.com/office/drawing/2014/main" id="{AB9F256A-DC47-2333-AA32-D725CFFCF398}"/>
                </a:ext>
              </a:extLst>
            </p:cNvPr>
            <p:cNvSpPr/>
            <p:nvPr/>
          </p:nvSpPr>
          <p:spPr>
            <a:xfrm>
              <a:off x="670529" y="2188623"/>
              <a:ext cx="3115339" cy="620647"/>
            </a:xfrm>
            <a:prstGeom prst="roundRect">
              <a:avLst/>
            </a:prstGeom>
            <a:noFill/>
            <a:ln w="38100">
              <a:solidFill>
                <a:schemeClr val="accent6">
                  <a:lumMod val="50000"/>
                </a:schemeClr>
              </a:solidFill>
            </a:ln>
            <a:effectLst>
              <a:outerShdw blurRad="63500" sx="102000" sy="102000" algn="ctr" rotWithShape="0">
                <a:prstClr val="black">
                  <a:alpha val="40000"/>
                </a:prstClr>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C44E01C-DF7D-5EE9-F985-9C7BDF12667A}"/>
                </a:ext>
              </a:extLst>
            </p:cNvPr>
            <p:cNvSpPr txBox="1"/>
            <p:nvPr/>
          </p:nvSpPr>
          <p:spPr>
            <a:xfrm>
              <a:off x="1240645" y="2255728"/>
              <a:ext cx="2035476" cy="523220"/>
            </a:xfrm>
            <a:prstGeom prst="rect">
              <a:avLst/>
            </a:prstGeom>
            <a:noFill/>
          </p:spPr>
          <p:txBody>
            <a:bodyPr wrap="square" rtlCol="0">
              <a:spAutoFit/>
            </a:bodyPr>
            <a:lstStyle/>
            <a:p>
              <a:pPr algn="ctr"/>
              <a:r>
                <a:rPr lang="en-US" sz="2800" b="1">
                  <a:solidFill>
                    <a:schemeClr val="accent6">
                      <a:lumMod val="50000"/>
                    </a:schemeClr>
                  </a:solidFill>
                </a:rPr>
                <a:t>2020</a:t>
              </a:r>
              <a:endParaRPr lang="en-US" b="1">
                <a:solidFill>
                  <a:schemeClr val="accent6">
                    <a:lumMod val="50000"/>
                  </a:schemeClr>
                </a:solidFill>
              </a:endParaRPr>
            </a:p>
          </p:txBody>
        </p:sp>
      </p:grpSp>
      <p:sp>
        <p:nvSpPr>
          <p:cNvPr id="52" name="TextBox 51">
            <a:extLst>
              <a:ext uri="{FF2B5EF4-FFF2-40B4-BE49-F238E27FC236}">
                <a16:creationId xmlns:a16="http://schemas.microsoft.com/office/drawing/2014/main" id="{BBD8BCCE-61FA-52E2-6815-8FD7BA201BE5}"/>
              </a:ext>
            </a:extLst>
          </p:cNvPr>
          <p:cNvSpPr txBox="1"/>
          <p:nvPr/>
        </p:nvSpPr>
        <p:spPr>
          <a:xfrm>
            <a:off x="4203602" y="4941668"/>
            <a:ext cx="1395883" cy="646331"/>
          </a:xfrm>
          <a:prstGeom prst="rect">
            <a:avLst/>
          </a:prstGeom>
          <a:noFill/>
        </p:spPr>
        <p:txBody>
          <a:bodyPr wrap="square" rtlCol="0">
            <a:spAutoFit/>
          </a:bodyPr>
          <a:lstStyle/>
          <a:p>
            <a:r>
              <a:rPr lang="en-US">
                <a:solidFill>
                  <a:schemeClr val="accent1">
                    <a:lumMod val="50000"/>
                  </a:schemeClr>
                </a:solidFill>
              </a:rPr>
              <a:t>OpenAI</a:t>
            </a:r>
          </a:p>
          <a:p>
            <a:r>
              <a:rPr lang="en-US">
                <a:solidFill>
                  <a:schemeClr val="accent1">
                    <a:lumMod val="50000"/>
                  </a:schemeClr>
                </a:solidFill>
              </a:rPr>
              <a:t>DALL-E</a:t>
            </a:r>
          </a:p>
        </p:txBody>
      </p:sp>
      <p:sp>
        <p:nvSpPr>
          <p:cNvPr id="53" name="Left Brace 52">
            <a:extLst>
              <a:ext uri="{FF2B5EF4-FFF2-40B4-BE49-F238E27FC236}">
                <a16:creationId xmlns:a16="http://schemas.microsoft.com/office/drawing/2014/main" id="{281A4E6C-06EE-CEE8-7A30-3994758C9702}"/>
              </a:ext>
            </a:extLst>
          </p:cNvPr>
          <p:cNvSpPr/>
          <p:nvPr/>
        </p:nvSpPr>
        <p:spPr>
          <a:xfrm rot="10800000">
            <a:off x="3796590" y="4778585"/>
            <a:ext cx="429591" cy="99967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chemeClr val="accent6">
                  <a:lumMod val="50000"/>
                </a:schemeClr>
              </a:solidFill>
            </a:endParaRPr>
          </a:p>
        </p:txBody>
      </p:sp>
      <p:grpSp>
        <p:nvGrpSpPr>
          <p:cNvPr id="54" name="Group 53">
            <a:extLst>
              <a:ext uri="{FF2B5EF4-FFF2-40B4-BE49-F238E27FC236}">
                <a16:creationId xmlns:a16="http://schemas.microsoft.com/office/drawing/2014/main" id="{EC55C418-BFCE-13EE-0697-3EAC99A833BE}"/>
              </a:ext>
            </a:extLst>
          </p:cNvPr>
          <p:cNvGrpSpPr/>
          <p:nvPr/>
        </p:nvGrpSpPr>
        <p:grpSpPr>
          <a:xfrm>
            <a:off x="670529" y="4949706"/>
            <a:ext cx="3115339" cy="620647"/>
            <a:chOff x="670529" y="2188623"/>
            <a:chExt cx="3115339" cy="620647"/>
          </a:xfrm>
        </p:grpSpPr>
        <p:sp>
          <p:nvSpPr>
            <p:cNvPr id="55" name="Rectangle: Rounded Corners 54">
              <a:extLst>
                <a:ext uri="{FF2B5EF4-FFF2-40B4-BE49-F238E27FC236}">
                  <a16:creationId xmlns:a16="http://schemas.microsoft.com/office/drawing/2014/main" id="{C3311A8A-6D35-FE2E-265B-3B74042C7D2A}"/>
                </a:ext>
              </a:extLst>
            </p:cNvPr>
            <p:cNvSpPr/>
            <p:nvPr/>
          </p:nvSpPr>
          <p:spPr>
            <a:xfrm>
              <a:off x="670529" y="2188623"/>
              <a:ext cx="3115339" cy="620647"/>
            </a:xfrm>
            <a:prstGeom prst="roundRect">
              <a:avLst/>
            </a:prstGeom>
            <a:noFill/>
            <a:ln w="38100">
              <a:solidFill>
                <a:schemeClr val="accent1">
                  <a:lumMod val="50000"/>
                </a:schemeClr>
              </a:solidFill>
            </a:ln>
            <a:effectLst>
              <a:outerShdw blurRad="63500" sx="102000" sy="102000" algn="ctr" rotWithShape="0">
                <a:prstClr val="black">
                  <a:alpha val="40000"/>
                </a:prstClr>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3C5DE84B-5150-888A-5808-08590D170F27}"/>
                </a:ext>
              </a:extLst>
            </p:cNvPr>
            <p:cNvSpPr txBox="1"/>
            <p:nvPr/>
          </p:nvSpPr>
          <p:spPr>
            <a:xfrm>
              <a:off x="1240645" y="2255728"/>
              <a:ext cx="2035476" cy="523220"/>
            </a:xfrm>
            <a:prstGeom prst="rect">
              <a:avLst/>
            </a:prstGeom>
            <a:noFill/>
            <a:ln>
              <a:noFill/>
            </a:ln>
          </p:spPr>
          <p:txBody>
            <a:bodyPr wrap="square" rtlCol="0">
              <a:spAutoFit/>
            </a:bodyPr>
            <a:lstStyle/>
            <a:p>
              <a:pPr algn="ctr"/>
              <a:r>
                <a:rPr lang="en-US" sz="2800" b="1">
                  <a:solidFill>
                    <a:schemeClr val="accent1">
                      <a:lumMod val="50000"/>
                    </a:schemeClr>
                  </a:solidFill>
                </a:rPr>
                <a:t>2021</a:t>
              </a:r>
              <a:endParaRPr lang="en-US" b="1">
                <a:solidFill>
                  <a:schemeClr val="accent1">
                    <a:lumMod val="50000"/>
                  </a:schemeClr>
                </a:solidFill>
              </a:endParaRPr>
            </a:p>
          </p:txBody>
        </p:sp>
      </p:grpSp>
      <p:sp>
        <p:nvSpPr>
          <p:cNvPr id="57" name="TextBox 56">
            <a:extLst>
              <a:ext uri="{FF2B5EF4-FFF2-40B4-BE49-F238E27FC236}">
                <a16:creationId xmlns:a16="http://schemas.microsoft.com/office/drawing/2014/main" id="{94B0CFA8-980F-AC07-41FA-4DCF31769A9D}"/>
              </a:ext>
            </a:extLst>
          </p:cNvPr>
          <p:cNvSpPr txBox="1"/>
          <p:nvPr/>
        </p:nvSpPr>
        <p:spPr>
          <a:xfrm>
            <a:off x="4207688" y="3137609"/>
            <a:ext cx="1395883" cy="646331"/>
          </a:xfrm>
          <a:prstGeom prst="rect">
            <a:avLst/>
          </a:prstGeom>
          <a:noFill/>
        </p:spPr>
        <p:txBody>
          <a:bodyPr wrap="square" rtlCol="0">
            <a:spAutoFit/>
          </a:bodyPr>
          <a:lstStyle/>
          <a:p>
            <a:r>
              <a:rPr lang="en-US">
                <a:solidFill>
                  <a:schemeClr val="accent3">
                    <a:lumMod val="50000"/>
                  </a:schemeClr>
                </a:solidFill>
              </a:rPr>
              <a:t>DeepMind</a:t>
            </a:r>
          </a:p>
          <a:p>
            <a:r>
              <a:rPr lang="en-US">
                <a:solidFill>
                  <a:schemeClr val="accent3">
                    <a:lumMod val="50000"/>
                  </a:schemeClr>
                </a:solidFill>
              </a:rPr>
              <a:t>AlphaFold</a:t>
            </a:r>
          </a:p>
        </p:txBody>
      </p:sp>
      <p:sp>
        <p:nvSpPr>
          <p:cNvPr id="58" name="Left Brace 57">
            <a:extLst>
              <a:ext uri="{FF2B5EF4-FFF2-40B4-BE49-F238E27FC236}">
                <a16:creationId xmlns:a16="http://schemas.microsoft.com/office/drawing/2014/main" id="{6E55A5EB-8F0B-73D3-5B08-CAA35561524D}"/>
              </a:ext>
            </a:extLst>
          </p:cNvPr>
          <p:cNvSpPr/>
          <p:nvPr/>
        </p:nvSpPr>
        <p:spPr>
          <a:xfrm rot="10800000">
            <a:off x="3800676" y="2974526"/>
            <a:ext cx="429591" cy="99967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chemeClr val="accent6">
                  <a:lumMod val="50000"/>
                </a:schemeClr>
              </a:solidFill>
            </a:endParaRPr>
          </a:p>
        </p:txBody>
      </p:sp>
      <p:grpSp>
        <p:nvGrpSpPr>
          <p:cNvPr id="59" name="Group 58">
            <a:extLst>
              <a:ext uri="{FF2B5EF4-FFF2-40B4-BE49-F238E27FC236}">
                <a16:creationId xmlns:a16="http://schemas.microsoft.com/office/drawing/2014/main" id="{976AA680-589B-BFBC-E72B-1A7B3145CB43}"/>
              </a:ext>
            </a:extLst>
          </p:cNvPr>
          <p:cNvGrpSpPr/>
          <p:nvPr/>
        </p:nvGrpSpPr>
        <p:grpSpPr>
          <a:xfrm>
            <a:off x="674615" y="3145647"/>
            <a:ext cx="3115339" cy="620647"/>
            <a:chOff x="670529" y="2188623"/>
            <a:chExt cx="3115339" cy="620647"/>
          </a:xfrm>
        </p:grpSpPr>
        <p:sp>
          <p:nvSpPr>
            <p:cNvPr id="60" name="Rectangle: Rounded Corners 59">
              <a:extLst>
                <a:ext uri="{FF2B5EF4-FFF2-40B4-BE49-F238E27FC236}">
                  <a16:creationId xmlns:a16="http://schemas.microsoft.com/office/drawing/2014/main" id="{27E68FCE-23E9-F8DD-B043-4C9D697F7C6B}"/>
                </a:ext>
              </a:extLst>
            </p:cNvPr>
            <p:cNvSpPr/>
            <p:nvPr/>
          </p:nvSpPr>
          <p:spPr>
            <a:xfrm>
              <a:off x="670529" y="2188623"/>
              <a:ext cx="3115339" cy="620647"/>
            </a:xfrm>
            <a:prstGeom prst="roundRect">
              <a:avLst/>
            </a:prstGeom>
            <a:noFill/>
            <a:ln w="38100">
              <a:solidFill>
                <a:schemeClr val="accent3">
                  <a:lumMod val="50000"/>
                </a:schemeClr>
              </a:solidFill>
            </a:ln>
            <a:effectLst>
              <a:outerShdw blurRad="63500" sx="102000" sy="102000" algn="ctr" rotWithShape="0">
                <a:prstClr val="black">
                  <a:alpha val="40000"/>
                </a:prstClr>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D91DA556-09E3-EBFF-DA2A-7A8A596FE070}"/>
                </a:ext>
              </a:extLst>
            </p:cNvPr>
            <p:cNvSpPr txBox="1"/>
            <p:nvPr/>
          </p:nvSpPr>
          <p:spPr>
            <a:xfrm>
              <a:off x="1240645" y="2255728"/>
              <a:ext cx="2035476" cy="523220"/>
            </a:xfrm>
            <a:prstGeom prst="rect">
              <a:avLst/>
            </a:prstGeom>
            <a:noFill/>
            <a:ln>
              <a:noFill/>
            </a:ln>
          </p:spPr>
          <p:txBody>
            <a:bodyPr wrap="square" rtlCol="0">
              <a:spAutoFit/>
            </a:bodyPr>
            <a:lstStyle/>
            <a:p>
              <a:pPr algn="ctr"/>
              <a:r>
                <a:rPr lang="en-US" sz="2800" b="1">
                  <a:solidFill>
                    <a:schemeClr val="accent3">
                      <a:lumMod val="50000"/>
                    </a:schemeClr>
                  </a:solidFill>
                </a:rPr>
                <a:t>2020</a:t>
              </a:r>
              <a:endParaRPr lang="en-US" b="1">
                <a:solidFill>
                  <a:schemeClr val="accent3">
                    <a:lumMod val="50000"/>
                  </a:schemeClr>
                </a:solidFill>
              </a:endParaRPr>
            </a:p>
          </p:txBody>
        </p:sp>
      </p:grpSp>
    </p:spTree>
    <p:extLst>
      <p:ext uri="{BB962C8B-B14F-4D97-AF65-F5344CB8AC3E}">
        <p14:creationId xmlns:p14="http://schemas.microsoft.com/office/powerpoint/2010/main" val="29909610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iterate type="lt">
                                    <p:tmAbs val="200"/>
                                  </p:iterate>
                                  <p:childTnLst>
                                    <p:set>
                                      <p:cBhvr>
                                        <p:cTn id="15" dur="1" fill="hold">
                                          <p:stCondLst>
                                            <p:cond delay="0"/>
                                          </p:stCondLst>
                                        </p:cTn>
                                        <p:tgtEl>
                                          <p:spTgt spid="11">
                                            <p:txEl>
                                              <p:pRg st="0" end="0"/>
                                            </p:txEl>
                                          </p:spTgt>
                                        </p:tgtEl>
                                        <p:attrNameLst>
                                          <p:attrName>style.visibility</p:attrName>
                                        </p:attrNameLst>
                                      </p:cBhvr>
                                      <p:to>
                                        <p:strVal val="visible"/>
                                      </p:to>
                                    </p:set>
                                  </p:childTnLst>
                                </p:cTn>
                              </p:par>
                            </p:childTnLst>
                          </p:cTn>
                        </p:par>
                        <p:par>
                          <p:cTn id="16" fill="hold">
                            <p:stCondLst>
                              <p:cond delay="1501"/>
                            </p:stCondLst>
                            <p:childTnLst>
                              <p:par>
                                <p:cTn id="17" presetID="1" presetClass="entr" presetSubtype="0" fill="hold" grpId="0" nodeType="afterEffect">
                                  <p:stCondLst>
                                    <p:cond delay="0"/>
                                  </p:stCondLst>
                                  <p:iterate type="lt">
                                    <p:tmAbs val="200"/>
                                  </p:iterate>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par>
                          <p:cTn id="19" fill="hold">
                            <p:stCondLst>
                              <p:cond delay="2302"/>
                            </p:stCondLst>
                            <p:childTnLst>
                              <p:par>
                                <p:cTn id="20" presetID="53" presetClass="entr" presetSubtype="16" fill="hold" nodeType="afterEffect">
                                  <p:stCondLst>
                                    <p:cond delay="0"/>
                                  </p:stCondLst>
                                  <p:childTnLst>
                                    <p:set>
                                      <p:cBhvr>
                                        <p:cTn id="21" dur="1" fill="hold">
                                          <p:stCondLst>
                                            <p:cond delay="0"/>
                                          </p:stCondLst>
                                        </p:cTn>
                                        <p:tgtEl>
                                          <p:spTgt spid="59"/>
                                        </p:tgtEl>
                                        <p:attrNameLst>
                                          <p:attrName>style.visibility</p:attrName>
                                        </p:attrNameLst>
                                      </p:cBhvr>
                                      <p:to>
                                        <p:strVal val="visible"/>
                                      </p:to>
                                    </p:set>
                                    <p:anim calcmode="lin" valueType="num">
                                      <p:cBhvr>
                                        <p:cTn id="22" dur="500" fill="hold"/>
                                        <p:tgtEl>
                                          <p:spTgt spid="59"/>
                                        </p:tgtEl>
                                        <p:attrNameLst>
                                          <p:attrName>ppt_w</p:attrName>
                                        </p:attrNameLst>
                                      </p:cBhvr>
                                      <p:tavLst>
                                        <p:tav tm="0">
                                          <p:val>
                                            <p:fltVal val="0"/>
                                          </p:val>
                                        </p:tav>
                                        <p:tav tm="100000">
                                          <p:val>
                                            <p:strVal val="#ppt_w"/>
                                          </p:val>
                                        </p:tav>
                                      </p:tavLst>
                                    </p:anim>
                                    <p:anim calcmode="lin" valueType="num">
                                      <p:cBhvr>
                                        <p:cTn id="23" dur="500" fill="hold"/>
                                        <p:tgtEl>
                                          <p:spTgt spid="59"/>
                                        </p:tgtEl>
                                        <p:attrNameLst>
                                          <p:attrName>ppt_h</p:attrName>
                                        </p:attrNameLst>
                                      </p:cBhvr>
                                      <p:tavLst>
                                        <p:tav tm="0">
                                          <p:val>
                                            <p:fltVal val="0"/>
                                          </p:val>
                                        </p:tav>
                                        <p:tav tm="100000">
                                          <p:val>
                                            <p:strVal val="#ppt_h"/>
                                          </p:val>
                                        </p:tav>
                                      </p:tavLst>
                                    </p:anim>
                                    <p:animEffect transition="in" filter="fade">
                                      <p:cBhvr>
                                        <p:cTn id="24" dur="500"/>
                                        <p:tgtEl>
                                          <p:spTgt spid="59"/>
                                        </p:tgtEl>
                                      </p:cBhvr>
                                    </p:animEffect>
                                  </p:childTnLst>
                                </p:cTn>
                              </p:par>
                            </p:childTnLst>
                          </p:cTn>
                        </p:par>
                        <p:par>
                          <p:cTn id="25" fill="hold">
                            <p:stCondLst>
                              <p:cond delay="2802"/>
                            </p:stCondLst>
                            <p:childTnLst>
                              <p:par>
                                <p:cTn id="26" presetID="1" presetClass="entr" presetSubtype="0" fill="hold" grpId="0" nodeType="after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par>
                          <p:cTn id="28" fill="hold">
                            <p:stCondLst>
                              <p:cond delay="2802"/>
                            </p:stCondLst>
                            <p:childTnLst>
                              <p:par>
                                <p:cTn id="29" presetID="1" presetClass="entr" presetSubtype="0" fill="hold" grpId="0" nodeType="afterEffect">
                                  <p:stCondLst>
                                    <p:cond delay="0"/>
                                  </p:stCondLst>
                                  <p:iterate type="lt">
                                    <p:tmAbs val="200"/>
                                  </p:iterate>
                                  <p:childTnLst>
                                    <p:set>
                                      <p:cBhvr>
                                        <p:cTn id="30" dur="1" fill="hold">
                                          <p:stCondLst>
                                            <p:cond delay="0"/>
                                          </p:stCondLst>
                                        </p:cTn>
                                        <p:tgtEl>
                                          <p:spTgt spid="57">
                                            <p:txEl>
                                              <p:pRg st="0" end="0"/>
                                            </p:txEl>
                                          </p:spTgt>
                                        </p:tgtEl>
                                        <p:attrNameLst>
                                          <p:attrName>style.visibility</p:attrName>
                                        </p:attrNameLst>
                                      </p:cBhvr>
                                      <p:to>
                                        <p:strVal val="visible"/>
                                      </p:to>
                                    </p:set>
                                  </p:childTnLst>
                                </p:cTn>
                              </p:par>
                            </p:childTnLst>
                          </p:cTn>
                        </p:par>
                        <p:par>
                          <p:cTn id="31" fill="hold">
                            <p:stCondLst>
                              <p:cond delay="4203"/>
                            </p:stCondLst>
                            <p:childTnLst>
                              <p:par>
                                <p:cTn id="32" presetID="1" presetClass="entr" presetSubtype="0" fill="hold" grpId="0" nodeType="afterEffect">
                                  <p:stCondLst>
                                    <p:cond delay="0"/>
                                  </p:stCondLst>
                                  <p:iterate type="lt">
                                    <p:tmAbs val="200"/>
                                  </p:iterate>
                                  <p:childTnLst>
                                    <p:set>
                                      <p:cBhvr>
                                        <p:cTn id="33" dur="1" fill="hold">
                                          <p:stCondLst>
                                            <p:cond delay="0"/>
                                          </p:stCondLst>
                                        </p:cTn>
                                        <p:tgtEl>
                                          <p:spTgt spid="57">
                                            <p:txEl>
                                              <p:pRg st="1" end="1"/>
                                            </p:txEl>
                                          </p:spTgt>
                                        </p:tgtEl>
                                        <p:attrNameLst>
                                          <p:attrName>style.visibility</p:attrName>
                                        </p:attrNameLst>
                                      </p:cBhvr>
                                      <p:to>
                                        <p:strVal val="visible"/>
                                      </p:to>
                                    </p:set>
                                  </p:childTnLst>
                                </p:cTn>
                              </p:par>
                            </p:childTnLst>
                          </p:cTn>
                        </p:par>
                        <p:par>
                          <p:cTn id="34" fill="hold">
                            <p:stCondLst>
                              <p:cond delay="5804"/>
                            </p:stCondLst>
                            <p:childTnLst>
                              <p:par>
                                <p:cTn id="35" presetID="53" presetClass="entr" presetSubtype="16" fill="hold" nodeType="after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p:cTn id="37" dur="500" fill="hold"/>
                                        <p:tgtEl>
                                          <p:spTgt spid="54"/>
                                        </p:tgtEl>
                                        <p:attrNameLst>
                                          <p:attrName>ppt_w</p:attrName>
                                        </p:attrNameLst>
                                      </p:cBhvr>
                                      <p:tavLst>
                                        <p:tav tm="0">
                                          <p:val>
                                            <p:fltVal val="0"/>
                                          </p:val>
                                        </p:tav>
                                        <p:tav tm="100000">
                                          <p:val>
                                            <p:strVal val="#ppt_w"/>
                                          </p:val>
                                        </p:tav>
                                      </p:tavLst>
                                    </p:anim>
                                    <p:anim calcmode="lin" valueType="num">
                                      <p:cBhvr>
                                        <p:cTn id="38" dur="500" fill="hold"/>
                                        <p:tgtEl>
                                          <p:spTgt spid="54"/>
                                        </p:tgtEl>
                                        <p:attrNameLst>
                                          <p:attrName>ppt_h</p:attrName>
                                        </p:attrNameLst>
                                      </p:cBhvr>
                                      <p:tavLst>
                                        <p:tav tm="0">
                                          <p:val>
                                            <p:fltVal val="0"/>
                                          </p:val>
                                        </p:tav>
                                        <p:tav tm="100000">
                                          <p:val>
                                            <p:strVal val="#ppt_h"/>
                                          </p:val>
                                        </p:tav>
                                      </p:tavLst>
                                    </p:anim>
                                    <p:animEffect transition="in" filter="fade">
                                      <p:cBhvr>
                                        <p:cTn id="39" dur="500"/>
                                        <p:tgtEl>
                                          <p:spTgt spid="54"/>
                                        </p:tgtEl>
                                      </p:cBhvr>
                                    </p:animEffect>
                                  </p:childTnLst>
                                </p:cTn>
                              </p:par>
                            </p:childTnLst>
                          </p:cTn>
                        </p:par>
                        <p:par>
                          <p:cTn id="40" fill="hold">
                            <p:stCondLst>
                              <p:cond delay="6304"/>
                            </p:stCondLst>
                            <p:childTnLst>
                              <p:par>
                                <p:cTn id="41" presetID="1" presetClass="entr" presetSubtype="0" fill="hold" grpId="0" nodeType="after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par>
                          <p:cTn id="43" fill="hold">
                            <p:stCondLst>
                              <p:cond delay="6304"/>
                            </p:stCondLst>
                            <p:childTnLst>
                              <p:par>
                                <p:cTn id="44" presetID="1" presetClass="entr" presetSubtype="0" fill="hold" grpId="0" nodeType="afterEffect">
                                  <p:stCondLst>
                                    <p:cond delay="0"/>
                                  </p:stCondLst>
                                  <p:iterate type="lt">
                                    <p:tmAbs val="200"/>
                                  </p:iterate>
                                  <p:childTnLst>
                                    <p:set>
                                      <p:cBhvr>
                                        <p:cTn id="45" dur="1" fill="hold">
                                          <p:stCondLst>
                                            <p:cond delay="0"/>
                                          </p:stCondLst>
                                        </p:cTn>
                                        <p:tgtEl>
                                          <p:spTgt spid="52">
                                            <p:txEl>
                                              <p:pRg st="0" end="0"/>
                                            </p:txEl>
                                          </p:spTgt>
                                        </p:tgtEl>
                                        <p:attrNameLst>
                                          <p:attrName>style.visibility</p:attrName>
                                        </p:attrNameLst>
                                      </p:cBhvr>
                                      <p:to>
                                        <p:strVal val="visible"/>
                                      </p:to>
                                    </p:set>
                                  </p:childTnLst>
                                </p:cTn>
                              </p:par>
                            </p:childTnLst>
                          </p:cTn>
                        </p:par>
                        <p:par>
                          <p:cTn id="46" fill="hold">
                            <p:stCondLst>
                              <p:cond delay="7305"/>
                            </p:stCondLst>
                            <p:childTnLst>
                              <p:par>
                                <p:cTn id="47" presetID="1" presetClass="entr" presetSubtype="0" fill="hold" grpId="0" nodeType="afterEffect">
                                  <p:stCondLst>
                                    <p:cond delay="0"/>
                                  </p:stCondLst>
                                  <p:iterate type="lt">
                                    <p:tmAbs val="200"/>
                                  </p:iterate>
                                  <p:childTnLst>
                                    <p:set>
                                      <p:cBhvr>
                                        <p:cTn id="48" dur="1" fill="hold">
                                          <p:stCondLst>
                                            <p:cond delay="0"/>
                                          </p:stCondLst>
                                        </p:cTn>
                                        <p:tgtEl>
                                          <p:spTgt spid="5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4" grpId="0" animBg="1"/>
      <p:bldP spid="52" grpId="0" uiExpand="1" build="p"/>
      <p:bldP spid="53" grpId="0" animBg="1"/>
      <p:bldP spid="57" grpId="0" uiExpand="1" build="p"/>
      <p:bldP spid="58"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0</TotalTime>
  <Words>2693</Words>
  <Application>Microsoft Office PowerPoint</Application>
  <PresentationFormat>Widescreen</PresentationFormat>
  <Paragraphs>351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ADLaM Display</vt:lpstr>
      <vt:lpstr>Aptos</vt:lpstr>
      <vt:lpstr>Century Gothic</vt:lpstr>
      <vt:lpstr>Montserrat</vt:lpstr>
      <vt:lpstr>Söhne</vt:lpstr>
      <vt:lpstr>Wingdings 2</vt:lpstr>
      <vt:lpstr>Quotable</vt:lpstr>
      <vt:lpstr>AI FUNDAMENTALS</vt:lpstr>
      <vt:lpstr>TOPICS</vt:lpstr>
      <vt:lpstr>History of AI</vt:lpstr>
      <vt:lpstr>Myths &amp; Early Concepts of Automata</vt:lpstr>
      <vt:lpstr>Mechanical Ingenuity  in the Renaissance and Enlightenment</vt:lpstr>
      <vt:lpstr>Foundations of Computational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Chestnut, Temple D</dc:creator>
  <cp:lastModifiedBy>Chestnut, Temple D</cp:lastModifiedBy>
  <cp:revision>1</cp:revision>
  <dcterms:created xsi:type="dcterms:W3CDTF">2024-04-06T22:53:51Z</dcterms:created>
  <dcterms:modified xsi:type="dcterms:W3CDTF">2024-04-25T21:33:26Z</dcterms:modified>
</cp:coreProperties>
</file>