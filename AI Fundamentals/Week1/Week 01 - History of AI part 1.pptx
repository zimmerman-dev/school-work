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57" r:id="rId3"/>
    <p:sldId id="258" r:id="rId4"/>
    <p:sldId id="259" r:id="rId5"/>
    <p:sldId id="286" r:id="rId6"/>
    <p:sldId id="264" r:id="rId7"/>
    <p:sldId id="265" r:id="rId8"/>
    <p:sldId id="287" r:id="rId9"/>
    <p:sldId id="288" r:id="rId10"/>
    <p:sldId id="289" r:id="rId11"/>
    <p:sldId id="290" r:id="rId12"/>
    <p:sldId id="291" r:id="rId13"/>
    <p:sldId id="292" r:id="rId14"/>
    <p:sldId id="293" r:id="rId15"/>
  </p:sldIdLst>
  <p:sldSz cx="12192000" cy="6858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515C"/>
    <a:srgbClr val="00C6BB"/>
    <a:srgbClr val="641D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16F859-72A6-4B90-82EF-4C3B3085130A}" v="1" dt="2024-07-26T20:24:55.8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32931" autoAdjust="0"/>
  </p:normalViewPr>
  <p:slideViewPr>
    <p:cSldViewPr snapToGrid="0">
      <p:cViewPr varScale="1">
        <p:scale>
          <a:sx n="36" d="100"/>
          <a:sy n="36" d="100"/>
        </p:scale>
        <p:origin x="2622" y="5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0" d="100"/>
          <a:sy n="80" d="100"/>
        </p:scale>
        <p:origin x="2922" y="11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stnut, Temple D" userId="8e081a02-258a-4ece-b13b-54445b3f68be" providerId="ADAL" clId="{C665D795-653A-E645-A199-1F967E42BCBD}"/>
    <pc:docChg chg="undo custSel addSld modSld sldOrd">
      <pc:chgData name="Chestnut, Temple D" userId="8e081a02-258a-4ece-b13b-54445b3f68be" providerId="ADAL" clId="{C665D795-653A-E645-A199-1F967E42BCBD}" dt="2024-04-17T18:38:20.305" v="707"/>
      <pc:docMkLst>
        <pc:docMk/>
      </pc:docMkLst>
      <pc:sldChg chg="modTransition">
        <pc:chgData name="Chestnut, Temple D" userId="8e081a02-258a-4ece-b13b-54445b3f68be" providerId="ADAL" clId="{C665D795-653A-E645-A199-1F967E42BCBD}" dt="2024-04-17T18:36:23.475" v="693"/>
        <pc:sldMkLst>
          <pc:docMk/>
          <pc:sldMk cId="3716767455" sldId="256"/>
        </pc:sldMkLst>
      </pc:sldChg>
      <pc:sldChg chg="modSp mod modTransition modAnim">
        <pc:chgData name="Chestnut, Temple D" userId="8e081a02-258a-4ece-b13b-54445b3f68be" providerId="ADAL" clId="{C665D795-653A-E645-A199-1F967E42BCBD}" dt="2024-04-17T18:38:20.305" v="707"/>
        <pc:sldMkLst>
          <pc:docMk/>
          <pc:sldMk cId="1749137142" sldId="257"/>
        </pc:sldMkLst>
        <pc:spChg chg="mod">
          <ac:chgData name="Chestnut, Temple D" userId="8e081a02-258a-4ece-b13b-54445b3f68be" providerId="ADAL" clId="{C665D795-653A-E645-A199-1F967E42BCBD}" dt="2024-04-06T23:13:03.534" v="1" actId="27636"/>
          <ac:spMkLst>
            <pc:docMk/>
            <pc:sldMk cId="1749137142" sldId="257"/>
            <ac:spMk id="4" creationId="{BFFA63A0-0298-70F0-F643-5B8F10E17C58}"/>
          </ac:spMkLst>
        </pc:spChg>
      </pc:sldChg>
      <pc:sldChg chg="addSp delSp modSp new mod modTransition setBg modAnim setClrOvrMap">
        <pc:chgData name="Chestnut, Temple D" userId="8e081a02-258a-4ece-b13b-54445b3f68be" providerId="ADAL" clId="{C665D795-653A-E645-A199-1F967E42BCBD}" dt="2024-04-17T18:36:23.475" v="693"/>
        <pc:sldMkLst>
          <pc:docMk/>
          <pc:sldMk cId="2691844142" sldId="258"/>
        </pc:sldMkLst>
        <pc:spChg chg="mod">
          <ac:chgData name="Chestnut, Temple D" userId="8e081a02-258a-4ece-b13b-54445b3f68be" providerId="ADAL" clId="{C665D795-653A-E645-A199-1F967E42BCBD}" dt="2024-04-06T23:15:12.059" v="49" actId="26606"/>
          <ac:spMkLst>
            <pc:docMk/>
            <pc:sldMk cId="2691844142" sldId="258"/>
            <ac:spMk id="2" creationId="{053360A9-AD0E-74E6-6062-0B356A7479CB}"/>
          </ac:spMkLst>
        </pc:spChg>
        <pc:spChg chg="add del mod">
          <ac:chgData name="Chestnut, Temple D" userId="8e081a02-258a-4ece-b13b-54445b3f68be" providerId="ADAL" clId="{C665D795-653A-E645-A199-1F967E42BCBD}" dt="2024-04-06T23:15:12.059" v="49" actId="26606"/>
          <ac:spMkLst>
            <pc:docMk/>
            <pc:sldMk cId="2691844142" sldId="258"/>
            <ac:spMk id="3" creationId="{B1127FED-DC62-28B8-7A60-37AB7C3FA283}"/>
          </ac:spMkLst>
        </pc:spChg>
        <pc:spChg chg="add del">
          <ac:chgData name="Chestnut, Temple D" userId="8e081a02-258a-4ece-b13b-54445b3f68be" providerId="ADAL" clId="{C665D795-653A-E645-A199-1F967E42BCBD}" dt="2024-04-06T23:15:12.059" v="49" actId="26606"/>
          <ac:spMkLst>
            <pc:docMk/>
            <pc:sldMk cId="2691844142" sldId="258"/>
            <ac:spMk id="9" creationId="{5940F547-7206-4401-94FB-F8421915D8B8}"/>
          </ac:spMkLst>
        </pc:spChg>
        <pc:spChg chg="add del">
          <ac:chgData name="Chestnut, Temple D" userId="8e081a02-258a-4ece-b13b-54445b3f68be" providerId="ADAL" clId="{C665D795-653A-E645-A199-1F967E42BCBD}" dt="2024-04-06T23:14:47.106" v="46" actId="26606"/>
          <ac:spMkLst>
            <pc:docMk/>
            <pc:sldMk cId="2691844142" sldId="258"/>
            <ac:spMk id="14" creationId="{089A69AF-D57B-49B4-886C-D4A5DC194421}"/>
          </ac:spMkLst>
        </pc:spChg>
        <pc:spChg chg="add del">
          <ac:chgData name="Chestnut, Temple D" userId="8e081a02-258a-4ece-b13b-54445b3f68be" providerId="ADAL" clId="{C665D795-653A-E645-A199-1F967E42BCBD}" dt="2024-04-06T23:15:12.050" v="48" actId="26606"/>
          <ac:spMkLst>
            <pc:docMk/>
            <pc:sldMk cId="2691844142" sldId="258"/>
            <ac:spMk id="15" creationId="{056824CE-083D-4ED5-94A5-655345BBE75E}"/>
          </ac:spMkLst>
        </pc:spChg>
        <pc:spChg chg="add del">
          <ac:chgData name="Chestnut, Temple D" userId="8e081a02-258a-4ece-b13b-54445b3f68be" providerId="ADAL" clId="{C665D795-653A-E645-A199-1F967E42BCBD}" dt="2024-04-06T23:14:47.106" v="46" actId="26606"/>
          <ac:spMkLst>
            <pc:docMk/>
            <pc:sldMk cId="2691844142" sldId="258"/>
            <ac:spMk id="16" creationId="{CABDC08D-6093-4397-92D4-54D00E2BB1C2}"/>
          </ac:spMkLst>
        </pc:spChg>
        <pc:spChg chg="add del">
          <ac:chgData name="Chestnut, Temple D" userId="8e081a02-258a-4ece-b13b-54445b3f68be" providerId="ADAL" clId="{C665D795-653A-E645-A199-1F967E42BCBD}" dt="2024-04-06T23:15:12.050" v="48" actId="26606"/>
          <ac:spMkLst>
            <pc:docMk/>
            <pc:sldMk cId="2691844142" sldId="258"/>
            <ac:spMk id="17" creationId="{0785D83B-2124-40CD-9E29-811BC2B7CE64}"/>
          </ac:spMkLst>
        </pc:spChg>
        <pc:spChg chg="add">
          <ac:chgData name="Chestnut, Temple D" userId="8e081a02-258a-4ece-b13b-54445b3f68be" providerId="ADAL" clId="{C665D795-653A-E645-A199-1F967E42BCBD}" dt="2024-04-06T23:15:12.059" v="49" actId="26606"/>
          <ac:spMkLst>
            <pc:docMk/>
            <pc:sldMk cId="2691844142" sldId="258"/>
            <ac:spMk id="20" creationId="{3994EE40-F54F-48E5-826B-B45158209684}"/>
          </ac:spMkLst>
        </pc:spChg>
        <pc:spChg chg="add">
          <ac:chgData name="Chestnut, Temple D" userId="8e081a02-258a-4ece-b13b-54445b3f68be" providerId="ADAL" clId="{C665D795-653A-E645-A199-1F967E42BCBD}" dt="2024-04-06T23:15:12.059" v="49" actId="26606"/>
          <ac:spMkLst>
            <pc:docMk/>
            <pc:sldMk cId="2691844142" sldId="258"/>
            <ac:spMk id="21" creationId="{B1127FED-DC62-28B8-7A60-37AB7C3FA283}"/>
          </ac:spMkLst>
        </pc:spChg>
        <pc:graphicFrameChg chg="add del">
          <ac:chgData name="Chestnut, Temple D" userId="8e081a02-258a-4ece-b13b-54445b3f68be" providerId="ADAL" clId="{C665D795-653A-E645-A199-1F967E42BCBD}" dt="2024-04-06T23:15:12.050" v="48" actId="26606"/>
          <ac:graphicFrameMkLst>
            <pc:docMk/>
            <pc:sldMk cId="2691844142" sldId="258"/>
            <ac:graphicFrameMk id="11" creationId="{31A75CDA-BA92-5BC3-0869-26874E63941D}"/>
          </ac:graphicFrameMkLst>
        </pc:graphicFrameChg>
        <pc:picChg chg="add mod">
          <ac:chgData name="Chestnut, Temple D" userId="8e081a02-258a-4ece-b13b-54445b3f68be" providerId="ADAL" clId="{C665D795-653A-E645-A199-1F967E42BCBD}" dt="2024-04-06T23:15:27.674" v="53" actId="1076"/>
          <ac:picMkLst>
            <pc:docMk/>
            <pc:sldMk cId="2691844142" sldId="258"/>
            <ac:picMk id="4" creationId="{5BE5530D-01C4-22CB-D89C-698DB46B83D4}"/>
          </ac:picMkLst>
        </pc:picChg>
        <pc:picChg chg="add del">
          <ac:chgData name="Chestnut, Temple D" userId="8e081a02-258a-4ece-b13b-54445b3f68be" providerId="ADAL" clId="{C665D795-653A-E645-A199-1F967E42BCBD}" dt="2024-04-06T23:14:28.492" v="44" actId="478"/>
          <ac:picMkLst>
            <pc:docMk/>
            <pc:sldMk cId="2691844142" sldId="258"/>
            <ac:picMk id="5" creationId="{DDD72FB1-979A-8350-DCD9-7C46B1990B3A}"/>
          </ac:picMkLst>
        </pc:picChg>
        <pc:picChg chg="add del">
          <ac:chgData name="Chestnut, Temple D" userId="8e081a02-258a-4ece-b13b-54445b3f68be" providerId="ADAL" clId="{C665D795-653A-E645-A199-1F967E42BCBD}" dt="2024-04-06T23:15:25.651" v="52" actId="478"/>
          <ac:picMkLst>
            <pc:docMk/>
            <pc:sldMk cId="2691844142" sldId="258"/>
            <ac:picMk id="19" creationId="{E359A08A-DFF2-8B21-90C8-454454BCDA6C}"/>
          </ac:picMkLst>
        </pc:picChg>
      </pc:sldChg>
      <pc:sldChg chg="addSp delSp modSp new mod modTransition setBg modNotesTx">
        <pc:chgData name="Chestnut, Temple D" userId="8e081a02-258a-4ece-b13b-54445b3f68be" providerId="ADAL" clId="{C665D795-653A-E645-A199-1F967E42BCBD}" dt="2024-04-17T18:36:23.475" v="693"/>
        <pc:sldMkLst>
          <pc:docMk/>
          <pc:sldMk cId="682822831" sldId="259"/>
        </pc:sldMkLst>
        <pc:spChg chg="mod">
          <ac:chgData name="Chestnut, Temple D" userId="8e081a02-258a-4ece-b13b-54445b3f68be" providerId="ADAL" clId="{C665D795-653A-E645-A199-1F967E42BCBD}" dt="2024-04-06T23:17:32.785" v="146" actId="26606"/>
          <ac:spMkLst>
            <pc:docMk/>
            <pc:sldMk cId="682822831" sldId="259"/>
            <ac:spMk id="2" creationId="{1901C307-18D9-FC4C-375C-0B870A6DB240}"/>
          </ac:spMkLst>
        </pc:spChg>
        <pc:spChg chg="mod">
          <ac:chgData name="Chestnut, Temple D" userId="8e081a02-258a-4ece-b13b-54445b3f68be" providerId="ADAL" clId="{C665D795-653A-E645-A199-1F967E42BCBD}" dt="2024-04-06T23:17:32.785" v="146" actId="26606"/>
          <ac:spMkLst>
            <pc:docMk/>
            <pc:sldMk cId="682822831" sldId="259"/>
            <ac:spMk id="3" creationId="{ADD3F4E2-5299-F4A5-BA96-B59BE51E5FFD}"/>
          </ac:spMkLst>
        </pc:spChg>
        <pc:spChg chg="add del">
          <ac:chgData name="Chestnut, Temple D" userId="8e081a02-258a-4ece-b13b-54445b3f68be" providerId="ADAL" clId="{C665D795-653A-E645-A199-1F967E42BCBD}" dt="2024-04-06T23:17:32.778" v="145" actId="26606"/>
          <ac:spMkLst>
            <pc:docMk/>
            <pc:sldMk cId="682822831" sldId="259"/>
            <ac:spMk id="9" creationId="{5940F547-7206-4401-94FB-F8421915D8B8}"/>
          </ac:spMkLst>
        </pc:spChg>
        <pc:spChg chg="add">
          <ac:chgData name="Chestnut, Temple D" userId="8e081a02-258a-4ece-b13b-54445b3f68be" providerId="ADAL" clId="{C665D795-653A-E645-A199-1F967E42BCBD}" dt="2024-04-06T23:17:32.785" v="146" actId="26606"/>
          <ac:spMkLst>
            <pc:docMk/>
            <pc:sldMk cId="682822831" sldId="259"/>
            <ac:spMk id="11" creationId="{5940F547-7206-4401-94FB-F8421915D8B8}"/>
          </ac:spMkLst>
        </pc:spChg>
        <pc:picChg chg="add del">
          <ac:chgData name="Chestnut, Temple D" userId="8e081a02-258a-4ece-b13b-54445b3f68be" providerId="ADAL" clId="{C665D795-653A-E645-A199-1F967E42BCBD}" dt="2024-04-06T23:17:32.778" v="145" actId="26606"/>
          <ac:picMkLst>
            <pc:docMk/>
            <pc:sldMk cId="682822831" sldId="259"/>
            <ac:picMk id="5" creationId="{4A35B584-18E1-8D22-5F2E-3158420DE794}"/>
          </ac:picMkLst>
        </pc:picChg>
        <pc:picChg chg="add">
          <ac:chgData name="Chestnut, Temple D" userId="8e081a02-258a-4ece-b13b-54445b3f68be" providerId="ADAL" clId="{C665D795-653A-E645-A199-1F967E42BCBD}" dt="2024-04-06T23:17:32.785" v="146" actId="26606"/>
          <ac:picMkLst>
            <pc:docMk/>
            <pc:sldMk cId="682822831" sldId="259"/>
            <ac:picMk id="12" creationId="{58AE2D41-092A-54E9-6769-E987FCAB7119}"/>
          </ac:picMkLst>
        </pc:picChg>
      </pc:sldChg>
      <pc:sldChg chg="addSp delSp modSp new mod ord modTransition setBg modClrScheme setClrOvrMap chgLayout">
        <pc:chgData name="Chestnut, Temple D" userId="8e081a02-258a-4ece-b13b-54445b3f68be" providerId="ADAL" clId="{C665D795-653A-E645-A199-1F967E42BCBD}" dt="2024-04-17T18:36:23.475" v="693"/>
        <pc:sldMkLst>
          <pc:docMk/>
          <pc:sldMk cId="4264902701" sldId="260"/>
        </pc:sldMkLst>
        <pc:spChg chg="del mod ord">
          <ac:chgData name="Chestnut, Temple D" userId="8e081a02-258a-4ece-b13b-54445b3f68be" providerId="ADAL" clId="{C665D795-653A-E645-A199-1F967E42BCBD}" dt="2024-04-06T23:17:53.679" v="148" actId="700"/>
          <ac:spMkLst>
            <pc:docMk/>
            <pc:sldMk cId="4264902701" sldId="260"/>
            <ac:spMk id="2" creationId="{A0B440FE-59E7-8789-282C-70F260ADE5B6}"/>
          </ac:spMkLst>
        </pc:spChg>
        <pc:spChg chg="del mod ord">
          <ac:chgData name="Chestnut, Temple D" userId="8e081a02-258a-4ece-b13b-54445b3f68be" providerId="ADAL" clId="{C665D795-653A-E645-A199-1F967E42BCBD}" dt="2024-04-06T23:17:53.679" v="148" actId="700"/>
          <ac:spMkLst>
            <pc:docMk/>
            <pc:sldMk cId="4264902701" sldId="260"/>
            <ac:spMk id="3" creationId="{AE67C159-7C59-9A5B-D820-96F120049ABF}"/>
          </ac:spMkLst>
        </pc:spChg>
        <pc:spChg chg="add del mod ord">
          <ac:chgData name="Chestnut, Temple D" userId="8e081a02-258a-4ece-b13b-54445b3f68be" providerId="ADAL" clId="{C665D795-653A-E645-A199-1F967E42BCBD}" dt="2024-04-06T23:18:00.700" v="149" actId="700"/>
          <ac:spMkLst>
            <pc:docMk/>
            <pc:sldMk cId="4264902701" sldId="260"/>
            <ac:spMk id="4" creationId="{4BC0830A-D41B-CF2B-0B38-BCFA4F0B554B}"/>
          </ac:spMkLst>
        </pc:spChg>
        <pc:spChg chg="add del mod ord">
          <ac:chgData name="Chestnut, Temple D" userId="8e081a02-258a-4ece-b13b-54445b3f68be" providerId="ADAL" clId="{C665D795-653A-E645-A199-1F967E42BCBD}" dt="2024-04-06T23:18:00.700" v="149" actId="700"/>
          <ac:spMkLst>
            <pc:docMk/>
            <pc:sldMk cId="4264902701" sldId="260"/>
            <ac:spMk id="5" creationId="{D7056633-8C41-7215-8A06-75DC70D5137E}"/>
          </ac:spMkLst>
        </pc:spChg>
        <pc:spChg chg="add del mod ord">
          <ac:chgData name="Chestnut, Temple D" userId="8e081a02-258a-4ece-b13b-54445b3f68be" providerId="ADAL" clId="{C665D795-653A-E645-A199-1F967E42BCBD}" dt="2024-04-06T23:18:00.700" v="149" actId="700"/>
          <ac:spMkLst>
            <pc:docMk/>
            <pc:sldMk cId="4264902701" sldId="260"/>
            <ac:spMk id="6" creationId="{11BAFA6D-8FA5-EB3B-01F4-2D4223B34E7D}"/>
          </ac:spMkLst>
        </pc:spChg>
        <pc:spChg chg="add mod ord">
          <ac:chgData name="Chestnut, Temple D" userId="8e081a02-258a-4ece-b13b-54445b3f68be" providerId="ADAL" clId="{C665D795-653A-E645-A199-1F967E42BCBD}" dt="2024-04-06T23:20:36.357" v="250" actId="20577"/>
          <ac:spMkLst>
            <pc:docMk/>
            <pc:sldMk cId="4264902701" sldId="260"/>
            <ac:spMk id="7" creationId="{0030BB69-4A9C-6B3C-B877-20B7044901AD}"/>
          </ac:spMkLst>
        </pc:spChg>
        <pc:spChg chg="add del mod ord">
          <ac:chgData name="Chestnut, Temple D" userId="8e081a02-258a-4ece-b13b-54445b3f68be" providerId="ADAL" clId="{C665D795-653A-E645-A199-1F967E42BCBD}" dt="2024-04-06T23:18:10.612" v="150" actId="931"/>
          <ac:spMkLst>
            <pc:docMk/>
            <pc:sldMk cId="4264902701" sldId="260"/>
            <ac:spMk id="8" creationId="{9E98C325-8E1B-43FC-94BB-32C726A8402E}"/>
          </ac:spMkLst>
        </pc:spChg>
        <pc:spChg chg="add mod ord">
          <ac:chgData name="Chestnut, Temple D" userId="8e081a02-258a-4ece-b13b-54445b3f68be" providerId="ADAL" clId="{C665D795-653A-E645-A199-1F967E42BCBD}" dt="2024-04-06T23:25:00.791" v="269" actId="108"/>
          <ac:spMkLst>
            <pc:docMk/>
            <pc:sldMk cId="4264902701" sldId="260"/>
            <ac:spMk id="9" creationId="{75B4B8AF-AA68-7FA9-5B60-FB25F10AB6CD}"/>
          </ac:spMkLst>
        </pc:spChg>
        <pc:spChg chg="add">
          <ac:chgData name="Chestnut, Temple D" userId="8e081a02-258a-4ece-b13b-54445b3f68be" providerId="ADAL" clId="{C665D795-653A-E645-A199-1F967E42BCBD}" dt="2024-04-06T23:19:04.750" v="191" actId="26606"/>
          <ac:spMkLst>
            <pc:docMk/>
            <pc:sldMk cId="4264902701" sldId="260"/>
            <ac:spMk id="16" creationId="{53576798-7F98-4C7F-B6C7-6D41B5A7E927}"/>
          </ac:spMkLst>
        </pc:spChg>
        <pc:spChg chg="add">
          <ac:chgData name="Chestnut, Temple D" userId="8e081a02-258a-4ece-b13b-54445b3f68be" providerId="ADAL" clId="{C665D795-653A-E645-A199-1F967E42BCBD}" dt="2024-04-06T23:19:04.750" v="191" actId="26606"/>
          <ac:spMkLst>
            <pc:docMk/>
            <pc:sldMk cId="4264902701" sldId="260"/>
            <ac:spMk id="18" creationId="{A416E3E5-5186-46A4-AFBD-337387D3163D}"/>
          </ac:spMkLst>
        </pc:spChg>
        <pc:spChg chg="add">
          <ac:chgData name="Chestnut, Temple D" userId="8e081a02-258a-4ece-b13b-54445b3f68be" providerId="ADAL" clId="{C665D795-653A-E645-A199-1F967E42BCBD}" dt="2024-04-06T23:19:04.750" v="191" actId="26606"/>
          <ac:spMkLst>
            <pc:docMk/>
            <pc:sldMk cId="4264902701" sldId="260"/>
            <ac:spMk id="20" creationId="{7B8FAACC-353E-4F84-BA62-A5514185D9A9}"/>
          </ac:spMkLst>
        </pc:spChg>
        <pc:picChg chg="add mod">
          <ac:chgData name="Chestnut, Temple D" userId="8e081a02-258a-4ece-b13b-54445b3f68be" providerId="ADAL" clId="{C665D795-653A-E645-A199-1F967E42BCBD}" dt="2024-04-06T23:19:04.750" v="191" actId="26606"/>
          <ac:picMkLst>
            <pc:docMk/>
            <pc:sldMk cId="4264902701" sldId="260"/>
            <ac:picMk id="11" creationId="{498F96DE-C438-A801-CB5A-6A501BBB2570}"/>
          </ac:picMkLst>
        </pc:picChg>
      </pc:sldChg>
      <pc:sldChg chg="addSp delSp modSp add mod ord modTransition setBg setClrOvrMap modNotesTx">
        <pc:chgData name="Chestnut, Temple D" userId="8e081a02-258a-4ece-b13b-54445b3f68be" providerId="ADAL" clId="{C665D795-653A-E645-A199-1F967E42BCBD}" dt="2024-04-17T18:36:23.475" v="693"/>
        <pc:sldMkLst>
          <pc:docMk/>
          <pc:sldMk cId="1132059937" sldId="261"/>
        </pc:sldMkLst>
        <pc:spChg chg="mod">
          <ac:chgData name="Chestnut, Temple D" userId="8e081a02-258a-4ece-b13b-54445b3f68be" providerId="ADAL" clId="{C665D795-653A-E645-A199-1F967E42BCBD}" dt="2024-04-06T23:20:50.381" v="251" actId="26606"/>
          <ac:spMkLst>
            <pc:docMk/>
            <pc:sldMk cId="1132059937" sldId="261"/>
            <ac:spMk id="7" creationId="{0030BB69-4A9C-6B3C-B877-20B7044901AD}"/>
          </ac:spMkLst>
        </pc:spChg>
        <pc:spChg chg="mod">
          <ac:chgData name="Chestnut, Temple D" userId="8e081a02-258a-4ece-b13b-54445b3f68be" providerId="ADAL" clId="{C665D795-653A-E645-A199-1F967E42BCBD}" dt="2024-04-06T23:20:50.381" v="251" actId="26606"/>
          <ac:spMkLst>
            <pc:docMk/>
            <pc:sldMk cId="1132059937" sldId="261"/>
            <ac:spMk id="9" creationId="{75B4B8AF-AA68-7FA9-5B60-FB25F10AB6CD}"/>
          </ac:spMkLst>
        </pc:spChg>
        <pc:spChg chg="del">
          <ac:chgData name="Chestnut, Temple D" userId="8e081a02-258a-4ece-b13b-54445b3f68be" providerId="ADAL" clId="{C665D795-653A-E645-A199-1F967E42BCBD}" dt="2024-04-06T23:19:17.086" v="193" actId="26606"/>
          <ac:spMkLst>
            <pc:docMk/>
            <pc:sldMk cId="1132059937" sldId="261"/>
            <ac:spMk id="16" creationId="{53576798-7F98-4C7F-B6C7-6D41B5A7E927}"/>
          </ac:spMkLst>
        </pc:spChg>
        <pc:spChg chg="del">
          <ac:chgData name="Chestnut, Temple D" userId="8e081a02-258a-4ece-b13b-54445b3f68be" providerId="ADAL" clId="{C665D795-653A-E645-A199-1F967E42BCBD}" dt="2024-04-06T23:19:17.086" v="193" actId="26606"/>
          <ac:spMkLst>
            <pc:docMk/>
            <pc:sldMk cId="1132059937" sldId="261"/>
            <ac:spMk id="18" creationId="{A416E3E5-5186-46A4-AFBD-337387D3163D}"/>
          </ac:spMkLst>
        </pc:spChg>
        <pc:spChg chg="del">
          <ac:chgData name="Chestnut, Temple D" userId="8e081a02-258a-4ece-b13b-54445b3f68be" providerId="ADAL" clId="{C665D795-653A-E645-A199-1F967E42BCBD}" dt="2024-04-06T23:19:17.086" v="193" actId="26606"/>
          <ac:spMkLst>
            <pc:docMk/>
            <pc:sldMk cId="1132059937" sldId="261"/>
            <ac:spMk id="20" creationId="{7B8FAACC-353E-4F84-BA62-A5514185D9A9}"/>
          </ac:spMkLst>
        </pc:spChg>
        <pc:spChg chg="add del">
          <ac:chgData name="Chestnut, Temple D" userId="8e081a02-258a-4ece-b13b-54445b3f68be" providerId="ADAL" clId="{C665D795-653A-E645-A199-1F967E42BCBD}" dt="2024-04-06T23:20:50.381" v="251" actId="26606"/>
          <ac:spMkLst>
            <pc:docMk/>
            <pc:sldMk cId="1132059937" sldId="261"/>
            <ac:spMk id="25" creationId="{DA9A1ACB-4ECA-4EAE-AEAB-CE9C8C01EE60}"/>
          </ac:spMkLst>
        </pc:spChg>
        <pc:spChg chg="add del">
          <ac:chgData name="Chestnut, Temple D" userId="8e081a02-258a-4ece-b13b-54445b3f68be" providerId="ADAL" clId="{C665D795-653A-E645-A199-1F967E42BCBD}" dt="2024-04-06T23:20:50.381" v="251" actId="26606"/>
          <ac:spMkLst>
            <pc:docMk/>
            <pc:sldMk cId="1132059937" sldId="261"/>
            <ac:spMk id="27" creationId="{3F7D26C8-96ED-46E3-BD94-C1608C54C36B}"/>
          </ac:spMkLst>
        </pc:spChg>
        <pc:spChg chg="add del">
          <ac:chgData name="Chestnut, Temple D" userId="8e081a02-258a-4ece-b13b-54445b3f68be" providerId="ADAL" clId="{C665D795-653A-E645-A199-1F967E42BCBD}" dt="2024-04-06T23:20:50.381" v="251" actId="26606"/>
          <ac:spMkLst>
            <pc:docMk/>
            <pc:sldMk cId="1132059937" sldId="261"/>
            <ac:spMk id="29" creationId="{13EEA0A9-F720-41ED-8EBA-2A10A664FDE1}"/>
          </ac:spMkLst>
        </pc:spChg>
        <pc:spChg chg="add del">
          <ac:chgData name="Chestnut, Temple D" userId="8e081a02-258a-4ece-b13b-54445b3f68be" providerId="ADAL" clId="{C665D795-653A-E645-A199-1F967E42BCBD}" dt="2024-04-06T23:20:50.381" v="251" actId="26606"/>
          <ac:spMkLst>
            <pc:docMk/>
            <pc:sldMk cId="1132059937" sldId="261"/>
            <ac:spMk id="31" creationId="{03B27569-6089-4DC0-93E0-F3F6E1E93CC1}"/>
          </ac:spMkLst>
        </pc:spChg>
        <pc:spChg chg="add">
          <ac:chgData name="Chestnut, Temple D" userId="8e081a02-258a-4ece-b13b-54445b3f68be" providerId="ADAL" clId="{C665D795-653A-E645-A199-1F967E42BCBD}" dt="2024-04-06T23:20:50.381" v="251" actId="26606"/>
          <ac:spMkLst>
            <pc:docMk/>
            <pc:sldMk cId="1132059937" sldId="261"/>
            <ac:spMk id="36" creationId="{DA9A1ACB-4ECA-4EAE-AEAB-CE9C8C01EE60}"/>
          </ac:spMkLst>
        </pc:spChg>
        <pc:spChg chg="add">
          <ac:chgData name="Chestnut, Temple D" userId="8e081a02-258a-4ece-b13b-54445b3f68be" providerId="ADAL" clId="{C665D795-653A-E645-A199-1F967E42BCBD}" dt="2024-04-06T23:20:50.381" v="251" actId="26606"/>
          <ac:spMkLst>
            <pc:docMk/>
            <pc:sldMk cId="1132059937" sldId="261"/>
            <ac:spMk id="38" creationId="{3F7D26C8-96ED-46E3-BD94-C1608C54C36B}"/>
          </ac:spMkLst>
        </pc:spChg>
        <pc:spChg chg="add">
          <ac:chgData name="Chestnut, Temple D" userId="8e081a02-258a-4ece-b13b-54445b3f68be" providerId="ADAL" clId="{C665D795-653A-E645-A199-1F967E42BCBD}" dt="2024-04-06T23:20:50.381" v="251" actId="26606"/>
          <ac:spMkLst>
            <pc:docMk/>
            <pc:sldMk cId="1132059937" sldId="261"/>
            <ac:spMk id="40" creationId="{13EEA0A9-F720-41ED-8EBA-2A10A664FDE1}"/>
          </ac:spMkLst>
        </pc:spChg>
        <pc:spChg chg="add">
          <ac:chgData name="Chestnut, Temple D" userId="8e081a02-258a-4ece-b13b-54445b3f68be" providerId="ADAL" clId="{C665D795-653A-E645-A199-1F967E42BCBD}" dt="2024-04-06T23:20:50.381" v="251" actId="26606"/>
          <ac:spMkLst>
            <pc:docMk/>
            <pc:sldMk cId="1132059937" sldId="261"/>
            <ac:spMk id="42" creationId="{03B27569-6089-4DC0-93E0-F3F6E1E93CC1}"/>
          </ac:spMkLst>
        </pc:spChg>
        <pc:picChg chg="mod ord modCrop">
          <ac:chgData name="Chestnut, Temple D" userId="8e081a02-258a-4ece-b13b-54445b3f68be" providerId="ADAL" clId="{C665D795-653A-E645-A199-1F967E42BCBD}" dt="2024-04-06T23:20:50.381" v="251" actId="26606"/>
          <ac:picMkLst>
            <pc:docMk/>
            <pc:sldMk cId="1132059937" sldId="261"/>
            <ac:picMk id="11" creationId="{498F96DE-C438-A801-CB5A-6A501BBB2570}"/>
          </ac:picMkLst>
        </pc:picChg>
      </pc:sldChg>
      <pc:sldChg chg="addSp delSp modSp new mod modTransition setBg setClrOvrMap modNotesTx">
        <pc:chgData name="Chestnut, Temple D" userId="8e081a02-258a-4ece-b13b-54445b3f68be" providerId="ADAL" clId="{C665D795-653A-E645-A199-1F967E42BCBD}" dt="2024-04-17T18:36:23.475" v="693"/>
        <pc:sldMkLst>
          <pc:docMk/>
          <pc:sldMk cId="2912946348" sldId="262"/>
        </pc:sldMkLst>
        <pc:spChg chg="mod">
          <ac:chgData name="Chestnut, Temple D" userId="8e081a02-258a-4ece-b13b-54445b3f68be" providerId="ADAL" clId="{C665D795-653A-E645-A199-1F967E42BCBD}" dt="2024-04-06T23:23:02.186" v="262" actId="26606"/>
          <ac:spMkLst>
            <pc:docMk/>
            <pc:sldMk cId="2912946348" sldId="262"/>
            <ac:spMk id="2" creationId="{C722AAD8-AD94-BC43-EC01-3A4FC8CD6578}"/>
          </ac:spMkLst>
        </pc:spChg>
        <pc:spChg chg="del mod">
          <ac:chgData name="Chestnut, Temple D" userId="8e081a02-258a-4ece-b13b-54445b3f68be" providerId="ADAL" clId="{C665D795-653A-E645-A199-1F967E42BCBD}" dt="2024-04-06T23:23:02.186" v="262" actId="26606"/>
          <ac:spMkLst>
            <pc:docMk/>
            <pc:sldMk cId="2912946348" sldId="262"/>
            <ac:spMk id="3" creationId="{715F2C85-1A0C-F1F3-FF02-0093A3864476}"/>
          </ac:spMkLst>
        </pc:spChg>
        <pc:spChg chg="add">
          <ac:chgData name="Chestnut, Temple D" userId="8e081a02-258a-4ece-b13b-54445b3f68be" providerId="ADAL" clId="{C665D795-653A-E645-A199-1F967E42BCBD}" dt="2024-04-06T23:23:02.186" v="262" actId="26606"/>
          <ac:spMkLst>
            <pc:docMk/>
            <pc:sldMk cId="2912946348" sldId="262"/>
            <ac:spMk id="9" creationId="{056824CE-083D-4ED5-94A5-655345BBE75E}"/>
          </ac:spMkLst>
        </pc:spChg>
        <pc:spChg chg="add">
          <ac:chgData name="Chestnut, Temple D" userId="8e081a02-258a-4ece-b13b-54445b3f68be" providerId="ADAL" clId="{C665D795-653A-E645-A199-1F967E42BCBD}" dt="2024-04-06T23:23:02.186" v="262" actId="26606"/>
          <ac:spMkLst>
            <pc:docMk/>
            <pc:sldMk cId="2912946348" sldId="262"/>
            <ac:spMk id="11" creationId="{0785D83B-2124-40CD-9E29-811BC2B7CE64}"/>
          </ac:spMkLst>
        </pc:spChg>
        <pc:graphicFrameChg chg="add">
          <ac:chgData name="Chestnut, Temple D" userId="8e081a02-258a-4ece-b13b-54445b3f68be" providerId="ADAL" clId="{C665D795-653A-E645-A199-1F967E42BCBD}" dt="2024-04-06T23:23:02.186" v="262" actId="26606"/>
          <ac:graphicFrameMkLst>
            <pc:docMk/>
            <pc:sldMk cId="2912946348" sldId="262"/>
            <ac:graphicFrameMk id="5" creationId="{28377A9C-71AD-C589-09E7-9352B64C9FAE}"/>
          </ac:graphicFrameMkLst>
        </pc:graphicFrameChg>
      </pc:sldChg>
      <pc:sldChg chg="addSp modSp new mod modTransition setBg setClrOvrMap">
        <pc:chgData name="Chestnut, Temple D" userId="8e081a02-258a-4ece-b13b-54445b3f68be" providerId="ADAL" clId="{C665D795-653A-E645-A199-1F967E42BCBD}" dt="2024-04-17T18:36:23.475" v="693"/>
        <pc:sldMkLst>
          <pc:docMk/>
          <pc:sldMk cId="3023770004" sldId="263"/>
        </pc:sldMkLst>
        <pc:spChg chg="mod">
          <ac:chgData name="Chestnut, Temple D" userId="8e081a02-258a-4ece-b13b-54445b3f68be" providerId="ADAL" clId="{C665D795-653A-E645-A199-1F967E42BCBD}" dt="2024-04-06T23:29:13.302" v="283" actId="26606"/>
          <ac:spMkLst>
            <pc:docMk/>
            <pc:sldMk cId="3023770004" sldId="263"/>
            <ac:spMk id="2" creationId="{603AF38C-75BE-36E3-4A22-6EB9BF26DC0A}"/>
          </ac:spMkLst>
        </pc:spChg>
        <pc:spChg chg="mod">
          <ac:chgData name="Chestnut, Temple D" userId="8e081a02-258a-4ece-b13b-54445b3f68be" providerId="ADAL" clId="{C665D795-653A-E645-A199-1F967E42BCBD}" dt="2024-04-06T23:29:13.302" v="283" actId="26606"/>
          <ac:spMkLst>
            <pc:docMk/>
            <pc:sldMk cId="3023770004" sldId="263"/>
            <ac:spMk id="3" creationId="{16F3506E-017D-36FD-B8EA-83CB9047AA03}"/>
          </ac:spMkLst>
        </pc:spChg>
        <pc:spChg chg="add">
          <ac:chgData name="Chestnut, Temple D" userId="8e081a02-258a-4ece-b13b-54445b3f68be" providerId="ADAL" clId="{C665D795-653A-E645-A199-1F967E42BCBD}" dt="2024-04-06T23:29:13.302" v="283" actId="26606"/>
          <ac:spMkLst>
            <pc:docMk/>
            <pc:sldMk cId="3023770004" sldId="263"/>
            <ac:spMk id="8" creationId="{089A69AF-D57B-49B4-886C-D4A5DC194421}"/>
          </ac:spMkLst>
        </pc:spChg>
        <pc:spChg chg="add">
          <ac:chgData name="Chestnut, Temple D" userId="8e081a02-258a-4ece-b13b-54445b3f68be" providerId="ADAL" clId="{C665D795-653A-E645-A199-1F967E42BCBD}" dt="2024-04-06T23:29:13.302" v="283" actId="26606"/>
          <ac:spMkLst>
            <pc:docMk/>
            <pc:sldMk cId="3023770004" sldId="263"/>
            <ac:spMk id="10" creationId="{CABDC08D-6093-4397-92D4-54D00E2BB1C2}"/>
          </ac:spMkLst>
        </pc:spChg>
      </pc:sldChg>
      <pc:sldChg chg="addSp delSp modSp new mod modTransition setBg addAnim delAnim">
        <pc:chgData name="Chestnut, Temple D" userId="8e081a02-258a-4ece-b13b-54445b3f68be" providerId="ADAL" clId="{C665D795-653A-E645-A199-1F967E42BCBD}" dt="2024-04-17T18:36:23.475" v="693"/>
        <pc:sldMkLst>
          <pc:docMk/>
          <pc:sldMk cId="891678999" sldId="264"/>
        </pc:sldMkLst>
        <pc:spChg chg="mod">
          <ac:chgData name="Chestnut, Temple D" userId="8e081a02-258a-4ece-b13b-54445b3f68be" providerId="ADAL" clId="{C665D795-653A-E645-A199-1F967E42BCBD}" dt="2024-04-06T23:30:06.972" v="321" actId="26606"/>
          <ac:spMkLst>
            <pc:docMk/>
            <pc:sldMk cId="891678999" sldId="264"/>
            <ac:spMk id="2" creationId="{95669957-503B-C744-EB0C-233942427CEC}"/>
          </ac:spMkLst>
        </pc:spChg>
        <pc:spChg chg="mod">
          <ac:chgData name="Chestnut, Temple D" userId="8e081a02-258a-4ece-b13b-54445b3f68be" providerId="ADAL" clId="{C665D795-653A-E645-A199-1F967E42BCBD}" dt="2024-04-06T23:30:06.972" v="321" actId="26606"/>
          <ac:spMkLst>
            <pc:docMk/>
            <pc:sldMk cId="891678999" sldId="264"/>
            <ac:spMk id="3" creationId="{49F9D09A-B5C9-E413-9616-3155A9C3A549}"/>
          </ac:spMkLst>
        </pc:spChg>
        <pc:spChg chg="add">
          <ac:chgData name="Chestnut, Temple D" userId="8e081a02-258a-4ece-b13b-54445b3f68be" providerId="ADAL" clId="{C665D795-653A-E645-A199-1F967E42BCBD}" dt="2024-04-06T23:30:06.972" v="321" actId="26606"/>
          <ac:spMkLst>
            <pc:docMk/>
            <pc:sldMk cId="891678999" sldId="264"/>
            <ac:spMk id="8" creationId="{8775F366-526C-4C42-8931-696FFE8AA517}"/>
          </ac:spMkLst>
        </pc:spChg>
        <pc:spChg chg="add del">
          <ac:chgData name="Chestnut, Temple D" userId="8e081a02-258a-4ece-b13b-54445b3f68be" providerId="ADAL" clId="{C665D795-653A-E645-A199-1F967E42BCBD}" dt="2024-04-06T23:30:06.966" v="320" actId="26606"/>
          <ac:spMkLst>
            <pc:docMk/>
            <pc:sldMk cId="891678999" sldId="264"/>
            <ac:spMk id="9" creationId="{E446B7E6-8568-417F-959E-DB3D1E70F648}"/>
          </ac:spMkLst>
        </pc:spChg>
        <pc:spChg chg="add">
          <ac:chgData name="Chestnut, Temple D" userId="8e081a02-258a-4ece-b13b-54445b3f68be" providerId="ADAL" clId="{C665D795-653A-E645-A199-1F967E42BCBD}" dt="2024-04-06T23:30:06.972" v="321" actId="26606"/>
          <ac:spMkLst>
            <pc:docMk/>
            <pc:sldMk cId="891678999" sldId="264"/>
            <ac:spMk id="10" creationId="{2FE8DED1-24FF-4A79-873B-ECE3ABE73035}"/>
          </ac:spMkLst>
        </pc:spChg>
        <pc:spChg chg="add del">
          <ac:chgData name="Chestnut, Temple D" userId="8e081a02-258a-4ece-b13b-54445b3f68be" providerId="ADAL" clId="{C665D795-653A-E645-A199-1F967E42BCBD}" dt="2024-04-06T23:30:06.966" v="320" actId="26606"/>
          <ac:spMkLst>
            <pc:docMk/>
            <pc:sldMk cId="891678999" sldId="264"/>
            <ac:spMk id="11" creationId="{54047A07-72EC-41BC-A55F-C264F639FB20}"/>
          </ac:spMkLst>
        </pc:spChg>
        <pc:spChg chg="add">
          <ac:chgData name="Chestnut, Temple D" userId="8e081a02-258a-4ece-b13b-54445b3f68be" providerId="ADAL" clId="{C665D795-653A-E645-A199-1F967E42BCBD}" dt="2024-04-06T23:30:06.972" v="321" actId="26606"/>
          <ac:spMkLst>
            <pc:docMk/>
            <pc:sldMk cId="891678999" sldId="264"/>
            <ac:spMk id="12" creationId="{0AA6A048-501A-4387-906B-B8A8543E7B11}"/>
          </ac:spMkLst>
        </pc:spChg>
        <pc:picChg chg="add del">
          <ac:chgData name="Chestnut, Temple D" userId="8e081a02-258a-4ece-b13b-54445b3f68be" providerId="ADAL" clId="{C665D795-653A-E645-A199-1F967E42BCBD}" dt="2024-04-06T23:30:06.966" v="320" actId="26606"/>
          <ac:picMkLst>
            <pc:docMk/>
            <pc:sldMk cId="891678999" sldId="264"/>
            <ac:picMk id="5" creationId="{2CECCD0C-8E93-8C39-D24D-AB6C689B97AE}"/>
          </ac:picMkLst>
        </pc:picChg>
      </pc:sldChg>
      <pc:sldChg chg="addSp delSp modSp new mod modTransition setBg modNotesTx">
        <pc:chgData name="Chestnut, Temple D" userId="8e081a02-258a-4ece-b13b-54445b3f68be" providerId="ADAL" clId="{C665D795-653A-E645-A199-1F967E42BCBD}" dt="2024-04-17T18:36:23.475" v="693"/>
        <pc:sldMkLst>
          <pc:docMk/>
          <pc:sldMk cId="2763339689" sldId="265"/>
        </pc:sldMkLst>
        <pc:spChg chg="mod">
          <ac:chgData name="Chestnut, Temple D" userId="8e081a02-258a-4ece-b13b-54445b3f68be" providerId="ADAL" clId="{C665D795-653A-E645-A199-1F967E42BCBD}" dt="2024-04-06T23:34:05.619" v="384" actId="26606"/>
          <ac:spMkLst>
            <pc:docMk/>
            <pc:sldMk cId="2763339689" sldId="265"/>
            <ac:spMk id="2" creationId="{17ACDAE8-9E4A-52C4-18F2-2E646B036A38}"/>
          </ac:spMkLst>
        </pc:spChg>
        <pc:spChg chg="mod">
          <ac:chgData name="Chestnut, Temple D" userId="8e081a02-258a-4ece-b13b-54445b3f68be" providerId="ADAL" clId="{C665D795-653A-E645-A199-1F967E42BCBD}" dt="2024-04-06T23:34:05.619" v="384" actId="26606"/>
          <ac:spMkLst>
            <pc:docMk/>
            <pc:sldMk cId="2763339689" sldId="265"/>
            <ac:spMk id="3" creationId="{D4B5AFFB-D582-D42A-7132-1D7ABB60281C}"/>
          </ac:spMkLst>
        </pc:spChg>
        <pc:spChg chg="add del">
          <ac:chgData name="Chestnut, Temple D" userId="8e081a02-258a-4ece-b13b-54445b3f68be" providerId="ADAL" clId="{C665D795-653A-E645-A199-1F967E42BCBD}" dt="2024-04-06T23:31:12.227" v="360" actId="22"/>
          <ac:spMkLst>
            <pc:docMk/>
            <pc:sldMk cId="2763339689" sldId="265"/>
            <ac:spMk id="5" creationId="{9A0FF6D5-02F4-19D9-094F-C60B72A7312B}"/>
          </ac:spMkLst>
        </pc:spChg>
        <pc:spChg chg="add">
          <ac:chgData name="Chestnut, Temple D" userId="8e081a02-258a-4ece-b13b-54445b3f68be" providerId="ADAL" clId="{C665D795-653A-E645-A199-1F967E42BCBD}" dt="2024-04-06T23:34:05.619" v="384" actId="26606"/>
          <ac:spMkLst>
            <pc:docMk/>
            <pc:sldMk cId="2763339689" sldId="265"/>
            <ac:spMk id="8" creationId="{089A69AF-D57B-49B4-886C-D4A5DC194421}"/>
          </ac:spMkLst>
        </pc:spChg>
        <pc:spChg chg="add">
          <ac:chgData name="Chestnut, Temple D" userId="8e081a02-258a-4ece-b13b-54445b3f68be" providerId="ADAL" clId="{C665D795-653A-E645-A199-1F967E42BCBD}" dt="2024-04-06T23:34:05.619" v="384" actId="26606"/>
          <ac:spMkLst>
            <pc:docMk/>
            <pc:sldMk cId="2763339689" sldId="265"/>
            <ac:spMk id="10" creationId="{68F2977E-E0AE-4EB4-A059-59E908EB862A}"/>
          </ac:spMkLst>
        </pc:spChg>
      </pc:sldChg>
      <pc:sldChg chg="addSp delSp modSp add mod modTransition setBg setClrOvrMap modNotesTx">
        <pc:chgData name="Chestnut, Temple D" userId="8e081a02-258a-4ece-b13b-54445b3f68be" providerId="ADAL" clId="{C665D795-653A-E645-A199-1F967E42BCBD}" dt="2024-04-17T18:36:23.475" v="693"/>
        <pc:sldMkLst>
          <pc:docMk/>
          <pc:sldMk cId="2667274780" sldId="266"/>
        </pc:sldMkLst>
        <pc:spChg chg="mod">
          <ac:chgData name="Chestnut, Temple D" userId="8e081a02-258a-4ece-b13b-54445b3f68be" providerId="ADAL" clId="{C665D795-653A-E645-A199-1F967E42BCBD}" dt="2024-04-06T23:35:13.251" v="424" actId="26606"/>
          <ac:spMkLst>
            <pc:docMk/>
            <pc:sldMk cId="2667274780" sldId="266"/>
            <ac:spMk id="2" creationId="{17ACDAE8-9E4A-52C4-18F2-2E646B036A38}"/>
          </ac:spMkLst>
        </pc:spChg>
        <pc:spChg chg="mod">
          <ac:chgData name="Chestnut, Temple D" userId="8e081a02-258a-4ece-b13b-54445b3f68be" providerId="ADAL" clId="{C665D795-653A-E645-A199-1F967E42BCBD}" dt="2024-04-06T23:35:13.251" v="424" actId="26606"/>
          <ac:spMkLst>
            <pc:docMk/>
            <pc:sldMk cId="2667274780" sldId="266"/>
            <ac:spMk id="3" creationId="{D4B5AFFB-D582-D42A-7132-1D7ABB60281C}"/>
          </ac:spMkLst>
        </pc:spChg>
        <pc:spChg chg="del">
          <ac:chgData name="Chestnut, Temple D" userId="8e081a02-258a-4ece-b13b-54445b3f68be" providerId="ADAL" clId="{C665D795-653A-E645-A199-1F967E42BCBD}" dt="2024-04-06T23:35:13.251" v="424" actId="26606"/>
          <ac:spMkLst>
            <pc:docMk/>
            <pc:sldMk cId="2667274780" sldId="266"/>
            <ac:spMk id="8" creationId="{089A69AF-D57B-49B4-886C-D4A5DC194421}"/>
          </ac:spMkLst>
        </pc:spChg>
        <pc:spChg chg="del">
          <ac:chgData name="Chestnut, Temple D" userId="8e081a02-258a-4ece-b13b-54445b3f68be" providerId="ADAL" clId="{C665D795-653A-E645-A199-1F967E42BCBD}" dt="2024-04-06T23:35:13.251" v="424" actId="26606"/>
          <ac:spMkLst>
            <pc:docMk/>
            <pc:sldMk cId="2667274780" sldId="266"/>
            <ac:spMk id="10" creationId="{68F2977E-E0AE-4EB4-A059-59E908EB862A}"/>
          </ac:spMkLst>
        </pc:spChg>
        <pc:spChg chg="add">
          <ac:chgData name="Chestnut, Temple D" userId="8e081a02-258a-4ece-b13b-54445b3f68be" providerId="ADAL" clId="{C665D795-653A-E645-A199-1F967E42BCBD}" dt="2024-04-06T23:35:13.251" v="424" actId="26606"/>
          <ac:spMkLst>
            <pc:docMk/>
            <pc:sldMk cId="2667274780" sldId="266"/>
            <ac:spMk id="15" creationId="{089A69AF-D57B-49B4-886C-D4A5DC194421}"/>
          </ac:spMkLst>
        </pc:spChg>
        <pc:spChg chg="add">
          <ac:chgData name="Chestnut, Temple D" userId="8e081a02-258a-4ece-b13b-54445b3f68be" providerId="ADAL" clId="{C665D795-653A-E645-A199-1F967E42BCBD}" dt="2024-04-06T23:35:13.251" v="424" actId="26606"/>
          <ac:spMkLst>
            <pc:docMk/>
            <pc:sldMk cId="2667274780" sldId="266"/>
            <ac:spMk id="17" creationId="{CABDC08D-6093-4397-92D4-54D00E2BB1C2}"/>
          </ac:spMkLst>
        </pc:spChg>
      </pc:sldChg>
      <pc:sldChg chg="addSp delSp modSp add mod ord modTransition setBg delDesignElem modNotesTx">
        <pc:chgData name="Chestnut, Temple D" userId="8e081a02-258a-4ece-b13b-54445b3f68be" providerId="ADAL" clId="{C665D795-653A-E645-A199-1F967E42BCBD}" dt="2024-04-17T18:36:23.475" v="693"/>
        <pc:sldMkLst>
          <pc:docMk/>
          <pc:sldMk cId="2722700830" sldId="267"/>
        </pc:sldMkLst>
        <pc:spChg chg="mod">
          <ac:chgData name="Chestnut, Temple D" userId="8e081a02-258a-4ece-b13b-54445b3f68be" providerId="ADAL" clId="{C665D795-653A-E645-A199-1F967E42BCBD}" dt="2024-04-06T23:36:47.878" v="451" actId="26606"/>
          <ac:spMkLst>
            <pc:docMk/>
            <pc:sldMk cId="2722700830" sldId="267"/>
            <ac:spMk id="2" creationId="{17ACDAE8-9E4A-52C4-18F2-2E646B036A38}"/>
          </ac:spMkLst>
        </pc:spChg>
        <pc:spChg chg="mod">
          <ac:chgData name="Chestnut, Temple D" userId="8e081a02-258a-4ece-b13b-54445b3f68be" providerId="ADAL" clId="{C665D795-653A-E645-A199-1F967E42BCBD}" dt="2024-04-06T23:36:47.878" v="451" actId="26606"/>
          <ac:spMkLst>
            <pc:docMk/>
            <pc:sldMk cId="2722700830" sldId="267"/>
            <ac:spMk id="3" creationId="{D4B5AFFB-D582-D42A-7132-1D7ABB60281C}"/>
          </ac:spMkLst>
        </pc:spChg>
        <pc:spChg chg="add">
          <ac:chgData name="Chestnut, Temple D" userId="8e081a02-258a-4ece-b13b-54445b3f68be" providerId="ADAL" clId="{C665D795-653A-E645-A199-1F967E42BCBD}" dt="2024-04-06T23:36:47.878" v="451" actId="26606"/>
          <ac:spMkLst>
            <pc:docMk/>
            <pc:sldMk cId="2722700830" sldId="267"/>
            <ac:spMk id="8" creationId="{089A69AF-D57B-49B4-886C-D4A5DC194421}"/>
          </ac:spMkLst>
        </pc:spChg>
        <pc:spChg chg="add">
          <ac:chgData name="Chestnut, Temple D" userId="8e081a02-258a-4ece-b13b-54445b3f68be" providerId="ADAL" clId="{C665D795-653A-E645-A199-1F967E42BCBD}" dt="2024-04-06T23:36:47.878" v="451" actId="26606"/>
          <ac:spMkLst>
            <pc:docMk/>
            <pc:sldMk cId="2722700830" sldId="267"/>
            <ac:spMk id="10" creationId="{68F2977E-E0AE-4EB4-A059-59E908EB862A}"/>
          </ac:spMkLst>
        </pc:spChg>
        <pc:spChg chg="del">
          <ac:chgData name="Chestnut, Temple D" userId="8e081a02-258a-4ece-b13b-54445b3f68be" providerId="ADAL" clId="{C665D795-653A-E645-A199-1F967E42BCBD}" dt="2024-04-06T23:35:28.685" v="427"/>
          <ac:spMkLst>
            <pc:docMk/>
            <pc:sldMk cId="2722700830" sldId="267"/>
            <ac:spMk id="15" creationId="{089A69AF-D57B-49B4-886C-D4A5DC194421}"/>
          </ac:spMkLst>
        </pc:spChg>
        <pc:spChg chg="del">
          <ac:chgData name="Chestnut, Temple D" userId="8e081a02-258a-4ece-b13b-54445b3f68be" providerId="ADAL" clId="{C665D795-653A-E645-A199-1F967E42BCBD}" dt="2024-04-06T23:35:28.685" v="427"/>
          <ac:spMkLst>
            <pc:docMk/>
            <pc:sldMk cId="2722700830" sldId="267"/>
            <ac:spMk id="17" creationId="{CABDC08D-6093-4397-92D4-54D00E2BB1C2}"/>
          </ac:spMkLst>
        </pc:spChg>
      </pc:sldChg>
      <pc:sldChg chg="addSp delSp modSp add mod ord modTransition setBg setClrOvrMap delDesignElem">
        <pc:chgData name="Chestnut, Temple D" userId="8e081a02-258a-4ece-b13b-54445b3f68be" providerId="ADAL" clId="{C665D795-653A-E645-A199-1F967E42BCBD}" dt="2024-04-17T18:36:23.475" v="693"/>
        <pc:sldMkLst>
          <pc:docMk/>
          <pc:sldMk cId="1887833564" sldId="268"/>
        </pc:sldMkLst>
        <pc:spChg chg="mod">
          <ac:chgData name="Chestnut, Temple D" userId="8e081a02-258a-4ece-b13b-54445b3f68be" providerId="ADAL" clId="{C665D795-653A-E645-A199-1F967E42BCBD}" dt="2024-04-11T17:03:15.483" v="590" actId="26606"/>
          <ac:spMkLst>
            <pc:docMk/>
            <pc:sldMk cId="1887833564" sldId="268"/>
            <ac:spMk id="2" creationId="{95669957-503B-C744-EB0C-233942427CEC}"/>
          </ac:spMkLst>
        </pc:spChg>
        <pc:spChg chg="mod">
          <ac:chgData name="Chestnut, Temple D" userId="8e081a02-258a-4ece-b13b-54445b3f68be" providerId="ADAL" clId="{C665D795-653A-E645-A199-1F967E42BCBD}" dt="2024-04-11T17:03:15.483" v="590" actId="26606"/>
          <ac:spMkLst>
            <pc:docMk/>
            <pc:sldMk cId="1887833564" sldId="268"/>
            <ac:spMk id="3" creationId="{49F9D09A-B5C9-E413-9616-3155A9C3A549}"/>
          </ac:spMkLst>
        </pc:spChg>
        <pc:spChg chg="add del">
          <ac:chgData name="Chestnut, Temple D" userId="8e081a02-258a-4ece-b13b-54445b3f68be" providerId="ADAL" clId="{C665D795-653A-E645-A199-1F967E42BCBD}" dt="2024-04-11T17:03:15.477" v="589" actId="26606"/>
          <ac:spMkLst>
            <pc:docMk/>
            <pc:sldMk cId="1887833564" sldId="268"/>
            <ac:spMk id="5" creationId="{35C44DBB-AD7C-4682-B258-6367305D207B}"/>
          </ac:spMkLst>
        </pc:spChg>
        <pc:spChg chg="del">
          <ac:chgData name="Chestnut, Temple D" userId="8e081a02-258a-4ece-b13b-54445b3f68be" providerId="ADAL" clId="{C665D795-653A-E645-A199-1F967E42BCBD}" dt="2024-04-11T17:02:02.281" v="470"/>
          <ac:spMkLst>
            <pc:docMk/>
            <pc:sldMk cId="1887833564" sldId="268"/>
            <ac:spMk id="8" creationId="{8775F366-526C-4C42-8931-696FFE8AA517}"/>
          </ac:spMkLst>
        </pc:spChg>
        <pc:spChg chg="add">
          <ac:chgData name="Chestnut, Temple D" userId="8e081a02-258a-4ece-b13b-54445b3f68be" providerId="ADAL" clId="{C665D795-653A-E645-A199-1F967E42BCBD}" dt="2024-04-11T17:03:15.483" v="590" actId="26606"/>
          <ac:spMkLst>
            <pc:docMk/>
            <pc:sldMk cId="1887833564" sldId="268"/>
            <ac:spMk id="9" creationId="{F1E0D4A3-ECB8-4689-ABDB-9CE848CE83B9}"/>
          </ac:spMkLst>
        </pc:spChg>
        <pc:spChg chg="del">
          <ac:chgData name="Chestnut, Temple D" userId="8e081a02-258a-4ece-b13b-54445b3f68be" providerId="ADAL" clId="{C665D795-653A-E645-A199-1F967E42BCBD}" dt="2024-04-11T17:02:02.281" v="470"/>
          <ac:spMkLst>
            <pc:docMk/>
            <pc:sldMk cId="1887833564" sldId="268"/>
            <ac:spMk id="10" creationId="{2FE8DED1-24FF-4A79-873B-ECE3ABE73035}"/>
          </ac:spMkLst>
        </pc:spChg>
        <pc:spChg chg="add">
          <ac:chgData name="Chestnut, Temple D" userId="8e081a02-258a-4ece-b13b-54445b3f68be" providerId="ADAL" clId="{C665D795-653A-E645-A199-1F967E42BCBD}" dt="2024-04-11T17:03:15.483" v="590" actId="26606"/>
          <ac:spMkLst>
            <pc:docMk/>
            <pc:sldMk cId="1887833564" sldId="268"/>
            <ac:spMk id="11" creationId="{8854772B-9C8F-4037-89E0-3A45208AB395}"/>
          </ac:spMkLst>
        </pc:spChg>
        <pc:spChg chg="del">
          <ac:chgData name="Chestnut, Temple D" userId="8e081a02-258a-4ece-b13b-54445b3f68be" providerId="ADAL" clId="{C665D795-653A-E645-A199-1F967E42BCBD}" dt="2024-04-11T17:02:02.281" v="470"/>
          <ac:spMkLst>
            <pc:docMk/>
            <pc:sldMk cId="1887833564" sldId="268"/>
            <ac:spMk id="12" creationId="{0AA6A048-501A-4387-906B-B8A8543E7B11}"/>
          </ac:spMkLst>
        </pc:spChg>
        <pc:cxnChg chg="add del">
          <ac:chgData name="Chestnut, Temple D" userId="8e081a02-258a-4ece-b13b-54445b3f68be" providerId="ADAL" clId="{C665D795-653A-E645-A199-1F967E42BCBD}" dt="2024-04-11T17:03:15.477" v="589" actId="26606"/>
          <ac:cxnSpMkLst>
            <pc:docMk/>
            <pc:sldMk cId="1887833564" sldId="268"/>
            <ac:cxnSpMk id="6" creationId="{A1CED323-FAF0-4E0B-8717-FC1F468A28FE}"/>
          </ac:cxnSpMkLst>
        </pc:cxnChg>
      </pc:sldChg>
      <pc:sldChg chg="addSp delSp modSp new mod modTransition setBg">
        <pc:chgData name="Chestnut, Temple D" userId="8e081a02-258a-4ece-b13b-54445b3f68be" providerId="ADAL" clId="{C665D795-653A-E645-A199-1F967E42BCBD}" dt="2024-04-17T18:36:23.475" v="693"/>
        <pc:sldMkLst>
          <pc:docMk/>
          <pc:sldMk cId="2853128309" sldId="269"/>
        </pc:sldMkLst>
        <pc:spChg chg="mod">
          <ac:chgData name="Chestnut, Temple D" userId="8e081a02-258a-4ece-b13b-54445b3f68be" providerId="ADAL" clId="{C665D795-653A-E645-A199-1F967E42BCBD}" dt="2024-04-11T17:04:29.332" v="614" actId="26606"/>
          <ac:spMkLst>
            <pc:docMk/>
            <pc:sldMk cId="2853128309" sldId="269"/>
            <ac:spMk id="2" creationId="{B531658F-0EEC-3F0E-6875-B1E689A7558D}"/>
          </ac:spMkLst>
        </pc:spChg>
        <pc:spChg chg="mod">
          <ac:chgData name="Chestnut, Temple D" userId="8e081a02-258a-4ece-b13b-54445b3f68be" providerId="ADAL" clId="{C665D795-653A-E645-A199-1F967E42BCBD}" dt="2024-04-11T17:04:29.332" v="614" actId="26606"/>
          <ac:spMkLst>
            <pc:docMk/>
            <pc:sldMk cId="2853128309" sldId="269"/>
            <ac:spMk id="3" creationId="{DD8A4B6A-8DF8-7B6B-0D4C-72AE3D396112}"/>
          </ac:spMkLst>
        </pc:spChg>
        <pc:spChg chg="add del">
          <ac:chgData name="Chestnut, Temple D" userId="8e081a02-258a-4ece-b13b-54445b3f68be" providerId="ADAL" clId="{C665D795-653A-E645-A199-1F967E42BCBD}" dt="2024-04-11T17:04:29.332" v="614" actId="26606"/>
          <ac:spMkLst>
            <pc:docMk/>
            <pc:sldMk cId="2853128309" sldId="269"/>
            <ac:spMk id="9" creationId="{3994EE40-F54F-48E5-826B-B45158209684}"/>
          </ac:spMkLst>
        </pc:spChg>
        <pc:spChg chg="add">
          <ac:chgData name="Chestnut, Temple D" userId="8e081a02-258a-4ece-b13b-54445b3f68be" providerId="ADAL" clId="{C665D795-653A-E645-A199-1F967E42BCBD}" dt="2024-04-11T17:04:29.332" v="614" actId="26606"/>
          <ac:spMkLst>
            <pc:docMk/>
            <pc:sldMk cId="2853128309" sldId="269"/>
            <ac:spMk id="14" creationId="{E2DA8D37-1E70-450D-9D70-95873ABDC833}"/>
          </ac:spMkLst>
        </pc:spChg>
        <pc:spChg chg="add">
          <ac:chgData name="Chestnut, Temple D" userId="8e081a02-258a-4ece-b13b-54445b3f68be" providerId="ADAL" clId="{C665D795-653A-E645-A199-1F967E42BCBD}" dt="2024-04-11T17:04:29.332" v="614" actId="26606"/>
          <ac:spMkLst>
            <pc:docMk/>
            <pc:sldMk cId="2853128309" sldId="269"/>
            <ac:spMk id="16" creationId="{D2E1CE80-9123-4F46-924D-C14DF534A985}"/>
          </ac:spMkLst>
        </pc:spChg>
        <pc:picChg chg="add mod">
          <ac:chgData name="Chestnut, Temple D" userId="8e081a02-258a-4ece-b13b-54445b3f68be" providerId="ADAL" clId="{C665D795-653A-E645-A199-1F967E42BCBD}" dt="2024-04-11T17:04:16.621" v="613" actId="571"/>
          <ac:picMkLst>
            <pc:docMk/>
            <pc:sldMk cId="2853128309" sldId="269"/>
            <ac:picMk id="4" creationId="{14EB6ECD-492C-7C69-60EF-34F096416F29}"/>
          </ac:picMkLst>
        </pc:picChg>
        <pc:picChg chg="add mod ord">
          <ac:chgData name="Chestnut, Temple D" userId="8e081a02-258a-4ece-b13b-54445b3f68be" providerId="ADAL" clId="{C665D795-653A-E645-A199-1F967E42BCBD}" dt="2024-04-11T17:04:29.332" v="614" actId="26606"/>
          <ac:picMkLst>
            <pc:docMk/>
            <pc:sldMk cId="2853128309" sldId="269"/>
            <ac:picMk id="5" creationId="{7469AD8C-BA4B-6940-E160-9767282D3575}"/>
          </ac:picMkLst>
        </pc:picChg>
      </pc:sldChg>
      <pc:sldChg chg="addSp delSp modSp new mod modTransition setBg setClrOvrMap">
        <pc:chgData name="Chestnut, Temple D" userId="8e081a02-258a-4ece-b13b-54445b3f68be" providerId="ADAL" clId="{C665D795-653A-E645-A199-1F967E42BCBD}" dt="2024-04-17T18:36:23.475" v="693"/>
        <pc:sldMkLst>
          <pc:docMk/>
          <pc:sldMk cId="1127714034" sldId="270"/>
        </pc:sldMkLst>
        <pc:spChg chg="mod">
          <ac:chgData name="Chestnut, Temple D" userId="8e081a02-258a-4ece-b13b-54445b3f68be" providerId="ADAL" clId="{C665D795-653A-E645-A199-1F967E42BCBD}" dt="2024-04-11T17:06:00.545" v="638" actId="26606"/>
          <ac:spMkLst>
            <pc:docMk/>
            <pc:sldMk cId="1127714034" sldId="270"/>
            <ac:spMk id="2" creationId="{3E476189-7033-EE1C-772B-BFD43D41C908}"/>
          </ac:spMkLst>
        </pc:spChg>
        <pc:spChg chg="mod">
          <ac:chgData name="Chestnut, Temple D" userId="8e081a02-258a-4ece-b13b-54445b3f68be" providerId="ADAL" clId="{C665D795-653A-E645-A199-1F967E42BCBD}" dt="2024-04-11T17:06:00.545" v="638" actId="26606"/>
          <ac:spMkLst>
            <pc:docMk/>
            <pc:sldMk cId="1127714034" sldId="270"/>
            <ac:spMk id="3" creationId="{68DE2767-1748-1CEA-609E-E767009FA204}"/>
          </ac:spMkLst>
        </pc:spChg>
        <pc:spChg chg="add del">
          <ac:chgData name="Chestnut, Temple D" userId="8e081a02-258a-4ece-b13b-54445b3f68be" providerId="ADAL" clId="{C665D795-653A-E645-A199-1F967E42BCBD}" dt="2024-04-11T17:06:00.545" v="638" actId="26606"/>
          <ac:spMkLst>
            <pc:docMk/>
            <pc:sldMk cId="1127714034" sldId="270"/>
            <ac:spMk id="9" creationId="{3994EE40-F54F-48E5-826B-B45158209684}"/>
          </ac:spMkLst>
        </pc:spChg>
        <pc:spChg chg="add del">
          <ac:chgData name="Chestnut, Temple D" userId="8e081a02-258a-4ece-b13b-54445b3f68be" providerId="ADAL" clId="{C665D795-653A-E645-A199-1F967E42BCBD}" dt="2024-04-11T17:05:42.751" v="633" actId="26606"/>
          <ac:spMkLst>
            <pc:docMk/>
            <pc:sldMk cId="1127714034" sldId="270"/>
            <ac:spMk id="10" creationId="{AC2290F0-E45D-41DB-B296-10FEC3519026}"/>
          </ac:spMkLst>
        </pc:spChg>
        <pc:spChg chg="add del">
          <ac:chgData name="Chestnut, Temple D" userId="8e081a02-258a-4ece-b13b-54445b3f68be" providerId="ADAL" clId="{C665D795-653A-E645-A199-1F967E42BCBD}" dt="2024-04-11T17:06:00.525" v="637" actId="26606"/>
          <ac:spMkLst>
            <pc:docMk/>
            <pc:sldMk cId="1127714034" sldId="270"/>
            <ac:spMk id="11" creationId="{E2DA8D37-1E70-450D-9D70-95873ABDC833}"/>
          </ac:spMkLst>
        </pc:spChg>
        <pc:spChg chg="add del">
          <ac:chgData name="Chestnut, Temple D" userId="8e081a02-258a-4ece-b13b-54445b3f68be" providerId="ADAL" clId="{C665D795-653A-E645-A199-1F967E42BCBD}" dt="2024-04-11T17:05:42.751" v="633" actId="26606"/>
          <ac:spMkLst>
            <pc:docMk/>
            <pc:sldMk cId="1127714034" sldId="270"/>
            <ac:spMk id="12" creationId="{42F5B9E6-0E39-45C4-A238-A7F0FA66F33C}"/>
          </ac:spMkLst>
        </pc:spChg>
        <pc:spChg chg="add del">
          <ac:chgData name="Chestnut, Temple D" userId="8e081a02-258a-4ece-b13b-54445b3f68be" providerId="ADAL" clId="{C665D795-653A-E645-A199-1F967E42BCBD}" dt="2024-04-11T17:05:42.751" v="633" actId="26606"/>
          <ac:spMkLst>
            <pc:docMk/>
            <pc:sldMk cId="1127714034" sldId="270"/>
            <ac:spMk id="14" creationId="{B97A76A2-B7F2-4D75-AB9E-71FB748825F4}"/>
          </ac:spMkLst>
        </pc:spChg>
        <pc:spChg chg="add del">
          <ac:chgData name="Chestnut, Temple D" userId="8e081a02-258a-4ece-b13b-54445b3f68be" providerId="ADAL" clId="{C665D795-653A-E645-A199-1F967E42BCBD}" dt="2024-04-11T17:06:00.525" v="637" actId="26606"/>
          <ac:spMkLst>
            <pc:docMk/>
            <pc:sldMk cId="1127714034" sldId="270"/>
            <ac:spMk id="16" creationId="{D2E1CE80-9123-4F46-924D-C14DF534A985}"/>
          </ac:spMkLst>
        </pc:spChg>
        <pc:spChg chg="add">
          <ac:chgData name="Chestnut, Temple D" userId="8e081a02-258a-4ece-b13b-54445b3f68be" providerId="ADAL" clId="{C665D795-653A-E645-A199-1F967E42BCBD}" dt="2024-04-11T17:06:00.545" v="638" actId="26606"/>
          <ac:spMkLst>
            <pc:docMk/>
            <pc:sldMk cId="1127714034" sldId="270"/>
            <ac:spMk id="18" creationId="{B97A76A2-B7F2-4D75-AB9E-71FB748825F4}"/>
          </ac:spMkLst>
        </pc:spChg>
        <pc:spChg chg="add">
          <ac:chgData name="Chestnut, Temple D" userId="8e081a02-258a-4ece-b13b-54445b3f68be" providerId="ADAL" clId="{C665D795-653A-E645-A199-1F967E42BCBD}" dt="2024-04-11T17:06:00.545" v="638" actId="26606"/>
          <ac:spMkLst>
            <pc:docMk/>
            <pc:sldMk cId="1127714034" sldId="270"/>
            <ac:spMk id="19" creationId="{AC2290F0-E45D-41DB-B296-10FEC3519026}"/>
          </ac:spMkLst>
        </pc:spChg>
        <pc:spChg chg="add">
          <ac:chgData name="Chestnut, Temple D" userId="8e081a02-258a-4ece-b13b-54445b3f68be" providerId="ADAL" clId="{C665D795-653A-E645-A199-1F967E42BCBD}" dt="2024-04-11T17:06:00.545" v="638" actId="26606"/>
          <ac:spMkLst>
            <pc:docMk/>
            <pc:sldMk cId="1127714034" sldId="270"/>
            <ac:spMk id="20" creationId="{42F5B9E6-0E39-45C4-A238-A7F0FA66F33C}"/>
          </ac:spMkLst>
        </pc:spChg>
        <pc:picChg chg="add mod ord">
          <ac:chgData name="Chestnut, Temple D" userId="8e081a02-258a-4ece-b13b-54445b3f68be" providerId="ADAL" clId="{C665D795-653A-E645-A199-1F967E42BCBD}" dt="2024-04-11T17:06:00.545" v="638" actId="26606"/>
          <ac:picMkLst>
            <pc:docMk/>
            <pc:sldMk cId="1127714034" sldId="270"/>
            <ac:picMk id="5" creationId="{4CBE8DDE-4532-869E-5305-FC4D9ED3451D}"/>
          </ac:picMkLst>
        </pc:picChg>
        <pc:picChg chg="add del">
          <ac:chgData name="Chestnut, Temple D" userId="8e081a02-258a-4ece-b13b-54445b3f68be" providerId="ADAL" clId="{C665D795-653A-E645-A199-1F967E42BCBD}" dt="2024-04-11T17:05:42.751" v="633" actId="26606"/>
          <ac:picMkLst>
            <pc:docMk/>
            <pc:sldMk cId="1127714034" sldId="270"/>
            <ac:picMk id="7" creationId="{D40D0F6F-82AC-C28B-E4F4-F9ECEEE4AFDC}"/>
          </ac:picMkLst>
        </pc:picChg>
      </pc:sldChg>
      <pc:sldChg chg="addSp delSp modSp add mod modTransition setBg setClrOvrMap delDesignElem">
        <pc:chgData name="Chestnut, Temple D" userId="8e081a02-258a-4ece-b13b-54445b3f68be" providerId="ADAL" clId="{C665D795-653A-E645-A199-1F967E42BCBD}" dt="2024-04-17T18:36:23.475" v="693"/>
        <pc:sldMkLst>
          <pc:docMk/>
          <pc:sldMk cId="422953036" sldId="271"/>
        </pc:sldMkLst>
        <pc:spChg chg="mod">
          <ac:chgData name="Chestnut, Temple D" userId="8e081a02-258a-4ece-b13b-54445b3f68be" providerId="ADAL" clId="{C665D795-653A-E645-A199-1F967E42BCBD}" dt="2024-04-11T17:07:43.587" v="673" actId="26606"/>
          <ac:spMkLst>
            <pc:docMk/>
            <pc:sldMk cId="422953036" sldId="271"/>
            <ac:spMk id="2" creationId="{3E476189-7033-EE1C-772B-BFD43D41C908}"/>
          </ac:spMkLst>
        </pc:spChg>
        <pc:spChg chg="mod">
          <ac:chgData name="Chestnut, Temple D" userId="8e081a02-258a-4ece-b13b-54445b3f68be" providerId="ADAL" clId="{C665D795-653A-E645-A199-1F967E42BCBD}" dt="2024-04-11T17:07:43.587" v="673" actId="26606"/>
          <ac:spMkLst>
            <pc:docMk/>
            <pc:sldMk cId="422953036" sldId="271"/>
            <ac:spMk id="3" creationId="{68DE2767-1748-1CEA-609E-E767009FA204}"/>
          </ac:spMkLst>
        </pc:spChg>
        <pc:spChg chg="add del">
          <ac:chgData name="Chestnut, Temple D" userId="8e081a02-258a-4ece-b13b-54445b3f68be" providerId="ADAL" clId="{C665D795-653A-E645-A199-1F967E42BCBD}" dt="2024-04-11T17:07:11.372" v="669" actId="26606"/>
          <ac:spMkLst>
            <pc:docMk/>
            <pc:sldMk cId="422953036" sldId="271"/>
            <ac:spMk id="9" creationId="{5940F547-7206-4401-94FB-F8421915D8B8}"/>
          </ac:spMkLst>
        </pc:spChg>
        <pc:spChg chg="add del">
          <ac:chgData name="Chestnut, Temple D" userId="8e081a02-258a-4ece-b13b-54445b3f68be" providerId="ADAL" clId="{C665D795-653A-E645-A199-1F967E42BCBD}" dt="2024-04-11T17:07:43.587" v="673" actId="26606"/>
          <ac:spMkLst>
            <pc:docMk/>
            <pc:sldMk cId="422953036" sldId="271"/>
            <ac:spMk id="14" creationId="{A416E3E5-5186-46A4-AFBD-337387D3163D}"/>
          </ac:spMkLst>
        </pc:spChg>
        <pc:spChg chg="add del">
          <ac:chgData name="Chestnut, Temple D" userId="8e081a02-258a-4ece-b13b-54445b3f68be" providerId="ADAL" clId="{C665D795-653A-E645-A199-1F967E42BCBD}" dt="2024-04-11T17:07:43.587" v="673" actId="26606"/>
          <ac:spMkLst>
            <pc:docMk/>
            <pc:sldMk cId="422953036" sldId="271"/>
            <ac:spMk id="16" creationId="{7B8FAACC-353E-4F84-BA62-A5514185D9A9}"/>
          </ac:spMkLst>
        </pc:spChg>
        <pc:spChg chg="del">
          <ac:chgData name="Chestnut, Temple D" userId="8e081a02-258a-4ece-b13b-54445b3f68be" providerId="ADAL" clId="{C665D795-653A-E645-A199-1F967E42BCBD}" dt="2024-04-11T17:06:07.115" v="640"/>
          <ac:spMkLst>
            <pc:docMk/>
            <pc:sldMk cId="422953036" sldId="271"/>
            <ac:spMk id="18" creationId="{B97A76A2-B7F2-4D75-AB9E-71FB748825F4}"/>
          </ac:spMkLst>
        </pc:spChg>
        <pc:spChg chg="del">
          <ac:chgData name="Chestnut, Temple D" userId="8e081a02-258a-4ece-b13b-54445b3f68be" providerId="ADAL" clId="{C665D795-653A-E645-A199-1F967E42BCBD}" dt="2024-04-11T17:06:07.115" v="640"/>
          <ac:spMkLst>
            <pc:docMk/>
            <pc:sldMk cId="422953036" sldId="271"/>
            <ac:spMk id="19" creationId="{AC2290F0-E45D-41DB-B296-10FEC3519026}"/>
          </ac:spMkLst>
        </pc:spChg>
        <pc:spChg chg="del">
          <ac:chgData name="Chestnut, Temple D" userId="8e081a02-258a-4ece-b13b-54445b3f68be" providerId="ADAL" clId="{C665D795-653A-E645-A199-1F967E42BCBD}" dt="2024-04-11T17:06:07.115" v="640"/>
          <ac:spMkLst>
            <pc:docMk/>
            <pc:sldMk cId="422953036" sldId="271"/>
            <ac:spMk id="20" creationId="{42F5B9E6-0E39-45C4-A238-A7F0FA66F33C}"/>
          </ac:spMkLst>
        </pc:spChg>
        <pc:picChg chg="del">
          <ac:chgData name="Chestnut, Temple D" userId="8e081a02-258a-4ece-b13b-54445b3f68be" providerId="ADAL" clId="{C665D795-653A-E645-A199-1F967E42BCBD}" dt="2024-04-11T17:06:39.053" v="667" actId="478"/>
          <ac:picMkLst>
            <pc:docMk/>
            <pc:sldMk cId="422953036" sldId="271"/>
            <ac:picMk id="5" creationId="{4CBE8DDE-4532-869E-5305-FC4D9ED3451D}"/>
          </ac:picMkLst>
        </pc:picChg>
        <pc:picChg chg="add mod ord modCrop">
          <ac:chgData name="Chestnut, Temple D" userId="8e081a02-258a-4ece-b13b-54445b3f68be" providerId="ADAL" clId="{C665D795-653A-E645-A199-1F967E42BCBD}" dt="2024-04-11T17:07:43.587" v="673" actId="26606"/>
          <ac:picMkLst>
            <pc:docMk/>
            <pc:sldMk cId="422953036" sldId="271"/>
            <ac:picMk id="6" creationId="{2429AD4D-BE3B-0E5A-AC34-51767259728F}"/>
          </ac:picMkLst>
        </pc:picChg>
      </pc:sldChg>
      <pc:sldChg chg="addSp delSp modSp add mod modTransition setBg delDesignElem">
        <pc:chgData name="Chestnut, Temple D" userId="8e081a02-258a-4ece-b13b-54445b3f68be" providerId="ADAL" clId="{C665D795-653A-E645-A199-1F967E42BCBD}" dt="2024-04-17T18:36:23.475" v="693"/>
        <pc:sldMkLst>
          <pc:docMk/>
          <pc:sldMk cId="617023985" sldId="272"/>
        </pc:sldMkLst>
        <pc:spChg chg="mod">
          <ac:chgData name="Chestnut, Temple D" userId="8e081a02-258a-4ece-b13b-54445b3f68be" providerId="ADAL" clId="{C665D795-653A-E645-A199-1F967E42BCBD}" dt="2024-04-11T17:09:20.244" v="692" actId="26606"/>
          <ac:spMkLst>
            <pc:docMk/>
            <pc:sldMk cId="617023985" sldId="272"/>
            <ac:spMk id="2" creationId="{3E476189-7033-EE1C-772B-BFD43D41C908}"/>
          </ac:spMkLst>
        </pc:spChg>
        <pc:spChg chg="mod">
          <ac:chgData name="Chestnut, Temple D" userId="8e081a02-258a-4ece-b13b-54445b3f68be" providerId="ADAL" clId="{C665D795-653A-E645-A199-1F967E42BCBD}" dt="2024-04-11T17:09:20.244" v="692" actId="26606"/>
          <ac:spMkLst>
            <pc:docMk/>
            <pc:sldMk cId="617023985" sldId="272"/>
            <ac:spMk id="3" creationId="{68DE2767-1748-1CEA-609E-E767009FA204}"/>
          </ac:spMkLst>
        </pc:spChg>
        <pc:spChg chg="add del">
          <ac:chgData name="Chestnut, Temple D" userId="8e081a02-258a-4ece-b13b-54445b3f68be" providerId="ADAL" clId="{C665D795-653A-E645-A199-1F967E42BCBD}" dt="2024-04-11T17:08:24.179" v="688" actId="26606"/>
          <ac:spMkLst>
            <pc:docMk/>
            <pc:sldMk cId="617023985" sldId="272"/>
            <ac:spMk id="9" creationId="{5940F547-7206-4401-94FB-F8421915D8B8}"/>
          </ac:spMkLst>
        </pc:spChg>
        <pc:spChg chg="add del">
          <ac:chgData name="Chestnut, Temple D" userId="8e081a02-258a-4ece-b13b-54445b3f68be" providerId="ADAL" clId="{C665D795-653A-E645-A199-1F967E42BCBD}" dt="2024-04-11T17:09:20.244" v="692" actId="26606"/>
          <ac:spMkLst>
            <pc:docMk/>
            <pc:sldMk cId="617023985" sldId="272"/>
            <ac:spMk id="14" creationId="{1C524A27-B6C0-41EA-ABCB-AA2E61FC0F8A}"/>
          </ac:spMkLst>
        </pc:spChg>
        <pc:spChg chg="add del">
          <ac:chgData name="Chestnut, Temple D" userId="8e081a02-258a-4ece-b13b-54445b3f68be" providerId="ADAL" clId="{C665D795-653A-E645-A199-1F967E42BCBD}" dt="2024-04-11T17:09:20.244" v="692" actId="26606"/>
          <ac:spMkLst>
            <pc:docMk/>
            <pc:sldMk cId="617023985" sldId="272"/>
            <ac:spMk id="16" creationId="{F3FCE8DC-E7A6-4A8F-BB57-A87EC4B846BB}"/>
          </ac:spMkLst>
        </pc:spChg>
        <pc:spChg chg="del">
          <ac:chgData name="Chestnut, Temple D" userId="8e081a02-258a-4ece-b13b-54445b3f68be" providerId="ADAL" clId="{C665D795-653A-E645-A199-1F967E42BCBD}" dt="2024-04-11T17:06:07.285" v="642"/>
          <ac:spMkLst>
            <pc:docMk/>
            <pc:sldMk cId="617023985" sldId="272"/>
            <ac:spMk id="18" creationId="{B97A76A2-B7F2-4D75-AB9E-71FB748825F4}"/>
          </ac:spMkLst>
        </pc:spChg>
        <pc:spChg chg="del">
          <ac:chgData name="Chestnut, Temple D" userId="8e081a02-258a-4ece-b13b-54445b3f68be" providerId="ADAL" clId="{C665D795-653A-E645-A199-1F967E42BCBD}" dt="2024-04-11T17:06:07.285" v="642"/>
          <ac:spMkLst>
            <pc:docMk/>
            <pc:sldMk cId="617023985" sldId="272"/>
            <ac:spMk id="19" creationId="{AC2290F0-E45D-41DB-B296-10FEC3519026}"/>
          </ac:spMkLst>
        </pc:spChg>
        <pc:spChg chg="del">
          <ac:chgData name="Chestnut, Temple D" userId="8e081a02-258a-4ece-b13b-54445b3f68be" providerId="ADAL" clId="{C665D795-653A-E645-A199-1F967E42BCBD}" dt="2024-04-11T17:06:07.285" v="642"/>
          <ac:spMkLst>
            <pc:docMk/>
            <pc:sldMk cId="617023985" sldId="272"/>
            <ac:spMk id="20" creationId="{42F5B9E6-0E39-45C4-A238-A7F0FA66F33C}"/>
          </ac:spMkLst>
        </pc:spChg>
        <pc:spChg chg="add">
          <ac:chgData name="Chestnut, Temple D" userId="8e081a02-258a-4ece-b13b-54445b3f68be" providerId="ADAL" clId="{C665D795-653A-E645-A199-1F967E42BCBD}" dt="2024-04-11T17:09:20.244" v="692" actId="26606"/>
          <ac:spMkLst>
            <pc:docMk/>
            <pc:sldMk cId="617023985" sldId="272"/>
            <ac:spMk id="21" creationId="{5940F547-7206-4401-94FB-F8421915D8B8}"/>
          </ac:spMkLst>
        </pc:spChg>
        <pc:picChg chg="del">
          <ac:chgData name="Chestnut, Temple D" userId="8e081a02-258a-4ece-b13b-54445b3f68be" providerId="ADAL" clId="{C665D795-653A-E645-A199-1F967E42BCBD}" dt="2024-04-11T17:08:07.639" v="686" actId="478"/>
          <ac:picMkLst>
            <pc:docMk/>
            <pc:sldMk cId="617023985" sldId="272"/>
            <ac:picMk id="5" creationId="{4CBE8DDE-4532-869E-5305-FC4D9ED3451D}"/>
          </ac:picMkLst>
        </pc:picChg>
        <pc:picChg chg="add mod ord">
          <ac:chgData name="Chestnut, Temple D" userId="8e081a02-258a-4ece-b13b-54445b3f68be" providerId="ADAL" clId="{C665D795-653A-E645-A199-1F967E42BCBD}" dt="2024-04-11T17:09:20.244" v="692" actId="26606"/>
          <ac:picMkLst>
            <pc:docMk/>
            <pc:sldMk cId="617023985" sldId="272"/>
            <ac:picMk id="6" creationId="{2DE54800-A763-0A2C-D711-B4ABCC0A5C19}"/>
          </ac:picMkLst>
        </pc:picChg>
      </pc:sldChg>
    </pc:docChg>
  </pc:docChgLst>
  <pc:docChgLst>
    <pc:chgData name="Chestnut, Temple D" userId="8e081a02-258a-4ece-b13b-54445b3f68be" providerId="ADAL" clId="{06D05B33-AE18-4E0A-A68F-E1335D5AF8CF}"/>
    <pc:docChg chg="undo redo custSel addSld delSld modSld sldOrd">
      <pc:chgData name="Chestnut, Temple D" userId="8e081a02-258a-4ece-b13b-54445b3f68be" providerId="ADAL" clId="{06D05B33-AE18-4E0A-A68F-E1335D5AF8CF}" dt="2024-04-20T22:36:49.861" v="5987" actId="20577"/>
      <pc:docMkLst>
        <pc:docMk/>
      </pc:docMkLst>
      <pc:sldChg chg="addSp delSp modSp mod modAnim">
        <pc:chgData name="Chestnut, Temple D" userId="8e081a02-258a-4ece-b13b-54445b3f68be" providerId="ADAL" clId="{06D05B33-AE18-4E0A-A68F-E1335D5AF8CF}" dt="2024-04-20T22:27:21.414" v="5764" actId="20577"/>
        <pc:sldMkLst>
          <pc:docMk/>
          <pc:sldMk cId="3716767455" sldId="256"/>
        </pc:sldMkLst>
        <pc:spChg chg="mod">
          <ac:chgData name="Chestnut, Temple D" userId="8e081a02-258a-4ece-b13b-54445b3f68be" providerId="ADAL" clId="{06D05B33-AE18-4E0A-A68F-E1335D5AF8CF}" dt="2024-04-20T17:46:10.652" v="4529" actId="113"/>
          <ac:spMkLst>
            <pc:docMk/>
            <pc:sldMk cId="3716767455" sldId="256"/>
            <ac:spMk id="3" creationId="{9468B62C-DA01-3A8A-38DA-398E7EB5E307}"/>
          </ac:spMkLst>
        </pc:spChg>
        <pc:spChg chg="add del mod">
          <ac:chgData name="Chestnut, Temple D" userId="8e081a02-258a-4ece-b13b-54445b3f68be" providerId="ADAL" clId="{06D05B33-AE18-4E0A-A68F-E1335D5AF8CF}" dt="2024-04-20T17:44:45.847" v="4494"/>
          <ac:spMkLst>
            <pc:docMk/>
            <pc:sldMk cId="3716767455" sldId="256"/>
            <ac:spMk id="4" creationId="{962FFB96-5328-4F10-2A33-3F1284A65DD5}"/>
          </ac:spMkLst>
        </pc:spChg>
        <pc:spChg chg="add mod">
          <ac:chgData name="Chestnut, Temple D" userId="8e081a02-258a-4ece-b13b-54445b3f68be" providerId="ADAL" clId="{06D05B33-AE18-4E0A-A68F-E1335D5AF8CF}" dt="2024-04-20T22:27:21.414" v="5764" actId="20577"/>
          <ac:spMkLst>
            <pc:docMk/>
            <pc:sldMk cId="3716767455" sldId="256"/>
            <ac:spMk id="5" creationId="{090AE86B-FABD-CA0B-1247-AE81F01FC885}"/>
          </ac:spMkLst>
        </pc:spChg>
      </pc:sldChg>
      <pc:sldChg chg="addSp delSp modSp mod modNotesTx">
        <pc:chgData name="Chestnut, Temple D" userId="8e081a02-258a-4ece-b13b-54445b3f68be" providerId="ADAL" clId="{06D05B33-AE18-4E0A-A68F-E1335D5AF8CF}" dt="2024-04-20T22:33:11.222" v="5794" actId="20577"/>
        <pc:sldMkLst>
          <pc:docMk/>
          <pc:sldMk cId="1749137142" sldId="257"/>
        </pc:sldMkLst>
        <pc:spChg chg="mod">
          <ac:chgData name="Chestnut, Temple D" userId="8e081a02-258a-4ece-b13b-54445b3f68be" providerId="ADAL" clId="{06D05B33-AE18-4E0A-A68F-E1335D5AF8CF}" dt="2024-04-20T17:44:06.874" v="4489" actId="20577"/>
          <ac:spMkLst>
            <pc:docMk/>
            <pc:sldMk cId="1749137142" sldId="257"/>
            <ac:spMk id="2" creationId="{B59E7F0D-51D3-3F20-A3FE-B9C7BC8E5F06}"/>
          </ac:spMkLst>
        </pc:spChg>
        <pc:spChg chg="mod">
          <ac:chgData name="Chestnut, Temple D" userId="8e081a02-258a-4ece-b13b-54445b3f68be" providerId="ADAL" clId="{06D05B33-AE18-4E0A-A68F-E1335D5AF8CF}" dt="2024-04-20T22:29:55.586" v="5787" actId="20577"/>
          <ac:spMkLst>
            <pc:docMk/>
            <pc:sldMk cId="1749137142" sldId="257"/>
            <ac:spMk id="4" creationId="{BFFA63A0-0298-70F0-F643-5B8F10E17C58}"/>
          </ac:spMkLst>
        </pc:spChg>
        <pc:spChg chg="add del">
          <ac:chgData name="Chestnut, Temple D" userId="8e081a02-258a-4ece-b13b-54445b3f68be" providerId="ADAL" clId="{06D05B33-AE18-4E0A-A68F-E1335D5AF8CF}" dt="2024-04-20T22:33:00.404" v="5789" actId="22"/>
          <ac:spMkLst>
            <pc:docMk/>
            <pc:sldMk cId="1749137142" sldId="257"/>
            <ac:spMk id="5" creationId="{A4E74601-1F49-29F6-A389-B1B1583D9333}"/>
          </ac:spMkLst>
        </pc:spChg>
      </pc:sldChg>
      <pc:sldChg chg="addSp delSp modSp mod setBg delAnim setClrOvrMap modNotesTx">
        <pc:chgData name="Chestnut, Temple D" userId="8e081a02-258a-4ece-b13b-54445b3f68be" providerId="ADAL" clId="{06D05B33-AE18-4E0A-A68F-E1335D5AF8CF}" dt="2024-04-20T20:08:51.444" v="5210" actId="20577"/>
        <pc:sldMkLst>
          <pc:docMk/>
          <pc:sldMk cId="2691844142" sldId="258"/>
        </pc:sldMkLst>
        <pc:spChg chg="mod">
          <ac:chgData name="Chestnut, Temple D" userId="8e081a02-258a-4ece-b13b-54445b3f68be" providerId="ADAL" clId="{06D05B33-AE18-4E0A-A68F-E1335D5AF8CF}" dt="2024-04-20T17:52:27.994" v="4560" actId="26606"/>
          <ac:spMkLst>
            <pc:docMk/>
            <pc:sldMk cId="2691844142" sldId="258"/>
            <ac:spMk id="2" creationId="{053360A9-AD0E-74E6-6062-0B356A7479CB}"/>
          </ac:spMkLst>
        </pc:spChg>
        <pc:spChg chg="del">
          <ac:chgData name="Chestnut, Temple D" userId="8e081a02-258a-4ece-b13b-54445b3f68be" providerId="ADAL" clId="{06D05B33-AE18-4E0A-A68F-E1335D5AF8CF}" dt="2024-04-20T17:52:27.994" v="4560" actId="26606"/>
          <ac:spMkLst>
            <pc:docMk/>
            <pc:sldMk cId="2691844142" sldId="258"/>
            <ac:spMk id="20" creationId="{3994EE40-F54F-48E5-826B-B45158209684}"/>
          </ac:spMkLst>
        </pc:spChg>
        <pc:spChg chg="mod ord">
          <ac:chgData name="Chestnut, Temple D" userId="8e081a02-258a-4ece-b13b-54445b3f68be" providerId="ADAL" clId="{06D05B33-AE18-4E0A-A68F-E1335D5AF8CF}" dt="2024-04-20T20:06:08.392" v="5207" actId="20577"/>
          <ac:spMkLst>
            <pc:docMk/>
            <pc:sldMk cId="2691844142" sldId="258"/>
            <ac:spMk id="21" creationId="{B1127FED-DC62-28B8-7A60-37AB7C3FA283}"/>
          </ac:spMkLst>
        </pc:spChg>
        <pc:spChg chg="add del">
          <ac:chgData name="Chestnut, Temple D" userId="8e081a02-258a-4ece-b13b-54445b3f68be" providerId="ADAL" clId="{06D05B33-AE18-4E0A-A68F-E1335D5AF8CF}" dt="2024-04-20T18:31:55.284" v="4793" actId="26606"/>
          <ac:spMkLst>
            <pc:docMk/>
            <pc:sldMk cId="2691844142" sldId="258"/>
            <ac:spMk id="26" creationId="{A416E3E5-5186-46A4-AFBD-337387D3163D}"/>
          </ac:spMkLst>
        </pc:spChg>
        <pc:spChg chg="add del">
          <ac:chgData name="Chestnut, Temple D" userId="8e081a02-258a-4ece-b13b-54445b3f68be" providerId="ADAL" clId="{06D05B33-AE18-4E0A-A68F-E1335D5AF8CF}" dt="2024-04-20T18:31:55.284" v="4793" actId="26606"/>
          <ac:spMkLst>
            <pc:docMk/>
            <pc:sldMk cId="2691844142" sldId="258"/>
            <ac:spMk id="28" creationId="{7B8FAACC-353E-4F84-BA62-A5514185D9A9}"/>
          </ac:spMkLst>
        </pc:spChg>
        <pc:spChg chg="add">
          <ac:chgData name="Chestnut, Temple D" userId="8e081a02-258a-4ece-b13b-54445b3f68be" providerId="ADAL" clId="{06D05B33-AE18-4E0A-A68F-E1335D5AF8CF}" dt="2024-04-20T18:31:55.284" v="4793" actId="26606"/>
          <ac:spMkLst>
            <pc:docMk/>
            <pc:sldMk cId="2691844142" sldId="258"/>
            <ac:spMk id="33" creationId="{A416E3E5-5186-46A4-AFBD-337387D3163D}"/>
          </ac:spMkLst>
        </pc:spChg>
        <pc:spChg chg="add">
          <ac:chgData name="Chestnut, Temple D" userId="8e081a02-258a-4ece-b13b-54445b3f68be" providerId="ADAL" clId="{06D05B33-AE18-4E0A-A68F-E1335D5AF8CF}" dt="2024-04-20T18:31:55.284" v="4793" actId="26606"/>
          <ac:spMkLst>
            <pc:docMk/>
            <pc:sldMk cId="2691844142" sldId="258"/>
            <ac:spMk id="35" creationId="{7B8FAACC-353E-4F84-BA62-A5514185D9A9}"/>
          </ac:spMkLst>
        </pc:spChg>
        <pc:picChg chg="del mod">
          <ac:chgData name="Chestnut, Temple D" userId="8e081a02-258a-4ece-b13b-54445b3f68be" providerId="ADAL" clId="{06D05B33-AE18-4E0A-A68F-E1335D5AF8CF}" dt="2024-04-20T18:31:33.863" v="4788" actId="21"/>
          <ac:picMkLst>
            <pc:docMk/>
            <pc:sldMk cId="2691844142" sldId="258"/>
            <ac:picMk id="4" creationId="{5BE5530D-01C4-22CB-D89C-698DB46B83D4}"/>
          </ac:picMkLst>
        </pc:picChg>
        <pc:picChg chg="add mod">
          <ac:chgData name="Chestnut, Temple D" userId="8e081a02-258a-4ece-b13b-54445b3f68be" providerId="ADAL" clId="{06D05B33-AE18-4E0A-A68F-E1335D5AF8CF}" dt="2024-04-20T18:31:55.284" v="4793" actId="26606"/>
          <ac:picMkLst>
            <pc:docMk/>
            <pc:sldMk cId="2691844142" sldId="258"/>
            <ac:picMk id="5" creationId="{94974E61-765E-30BA-0388-0176E616DC5B}"/>
          </ac:picMkLst>
        </pc:picChg>
      </pc:sldChg>
      <pc:sldChg chg="addSp delSp modSp mod setBg modNotesTx">
        <pc:chgData name="Chestnut, Temple D" userId="8e081a02-258a-4ece-b13b-54445b3f68be" providerId="ADAL" clId="{06D05B33-AE18-4E0A-A68F-E1335D5AF8CF}" dt="2024-04-20T20:08:55.642" v="5211" actId="20577"/>
        <pc:sldMkLst>
          <pc:docMk/>
          <pc:sldMk cId="682822831" sldId="259"/>
        </pc:sldMkLst>
        <pc:spChg chg="mod">
          <ac:chgData name="Chestnut, Temple D" userId="8e081a02-258a-4ece-b13b-54445b3f68be" providerId="ADAL" clId="{06D05B33-AE18-4E0A-A68F-E1335D5AF8CF}" dt="2024-04-20T17:58:44.163" v="4618" actId="26606"/>
          <ac:spMkLst>
            <pc:docMk/>
            <pc:sldMk cId="682822831" sldId="259"/>
            <ac:spMk id="2" creationId="{1901C307-18D9-FC4C-375C-0B870A6DB240}"/>
          </ac:spMkLst>
        </pc:spChg>
        <pc:spChg chg="mod ord">
          <ac:chgData name="Chestnut, Temple D" userId="8e081a02-258a-4ece-b13b-54445b3f68be" providerId="ADAL" clId="{06D05B33-AE18-4E0A-A68F-E1335D5AF8CF}" dt="2024-04-20T18:40:12.014" v="4795" actId="26606"/>
          <ac:spMkLst>
            <pc:docMk/>
            <pc:sldMk cId="682822831" sldId="259"/>
            <ac:spMk id="3" creationId="{ADD3F4E2-5299-F4A5-BA96-B59BE51E5FFD}"/>
          </ac:spMkLst>
        </pc:spChg>
        <pc:spChg chg="del">
          <ac:chgData name="Chestnut, Temple D" userId="8e081a02-258a-4ece-b13b-54445b3f68be" providerId="ADAL" clId="{06D05B33-AE18-4E0A-A68F-E1335D5AF8CF}" dt="2024-04-20T17:58:05.605" v="4613" actId="26606"/>
          <ac:spMkLst>
            <pc:docMk/>
            <pc:sldMk cId="682822831" sldId="259"/>
            <ac:spMk id="11" creationId="{5940F547-7206-4401-94FB-F8421915D8B8}"/>
          </ac:spMkLst>
        </pc:spChg>
        <pc:spChg chg="add del">
          <ac:chgData name="Chestnut, Temple D" userId="8e081a02-258a-4ece-b13b-54445b3f68be" providerId="ADAL" clId="{06D05B33-AE18-4E0A-A68F-E1335D5AF8CF}" dt="2024-04-20T17:58:44.163" v="4618" actId="26606"/>
          <ac:spMkLst>
            <pc:docMk/>
            <pc:sldMk cId="682822831" sldId="259"/>
            <ac:spMk id="17" creationId="{5940F547-7206-4401-94FB-F8421915D8B8}"/>
          </ac:spMkLst>
        </pc:spChg>
        <pc:picChg chg="del">
          <ac:chgData name="Chestnut, Temple D" userId="8e081a02-258a-4ece-b13b-54445b3f68be" providerId="ADAL" clId="{06D05B33-AE18-4E0A-A68F-E1335D5AF8CF}" dt="2024-04-20T17:57:48.083" v="4612" actId="478"/>
          <ac:picMkLst>
            <pc:docMk/>
            <pc:sldMk cId="682822831" sldId="259"/>
            <ac:picMk id="12" creationId="{58AE2D41-092A-54E9-6769-E987FCAB7119}"/>
          </ac:picMkLst>
        </pc:picChg>
        <pc:picChg chg="add mod ord">
          <ac:chgData name="Chestnut, Temple D" userId="8e081a02-258a-4ece-b13b-54445b3f68be" providerId="ADAL" clId="{06D05B33-AE18-4E0A-A68F-E1335D5AF8CF}" dt="2024-04-20T18:40:12.014" v="4795" actId="26606"/>
          <ac:picMkLst>
            <pc:docMk/>
            <pc:sldMk cId="682822831" sldId="259"/>
            <ac:picMk id="13" creationId="{058112A2-1269-1561-D735-5A16DEA1B461}"/>
          </ac:picMkLst>
        </pc:picChg>
      </pc:sldChg>
      <pc:sldChg chg="modSp del mod">
        <pc:chgData name="Chestnut, Temple D" userId="8e081a02-258a-4ece-b13b-54445b3f68be" providerId="ADAL" clId="{06D05B33-AE18-4E0A-A68F-E1335D5AF8CF}" dt="2024-04-20T20:20:14.792" v="5234" actId="47"/>
        <pc:sldMkLst>
          <pc:docMk/>
          <pc:sldMk cId="4264902701" sldId="260"/>
        </pc:sldMkLst>
        <pc:spChg chg="mod">
          <ac:chgData name="Chestnut, Temple D" userId="8e081a02-258a-4ece-b13b-54445b3f68be" providerId="ADAL" clId="{06D05B33-AE18-4E0A-A68F-E1335D5AF8CF}" dt="2024-04-17T21:58:48.931" v="20" actId="20577"/>
          <ac:spMkLst>
            <pc:docMk/>
            <pc:sldMk cId="4264902701" sldId="260"/>
            <ac:spMk id="9" creationId="{75B4B8AF-AA68-7FA9-5B60-FB25F10AB6CD}"/>
          </ac:spMkLst>
        </pc:spChg>
      </pc:sldChg>
      <pc:sldChg chg="modSp del mod">
        <pc:chgData name="Chestnut, Temple D" userId="8e081a02-258a-4ece-b13b-54445b3f68be" providerId="ADAL" clId="{06D05B33-AE18-4E0A-A68F-E1335D5AF8CF}" dt="2024-04-20T20:20:11.988" v="5232" actId="47"/>
        <pc:sldMkLst>
          <pc:docMk/>
          <pc:sldMk cId="1132059937" sldId="261"/>
        </pc:sldMkLst>
        <pc:spChg chg="mod">
          <ac:chgData name="Chestnut, Temple D" userId="8e081a02-258a-4ece-b13b-54445b3f68be" providerId="ADAL" clId="{06D05B33-AE18-4E0A-A68F-E1335D5AF8CF}" dt="2024-04-17T21:58:54.106" v="21" actId="20577"/>
          <ac:spMkLst>
            <pc:docMk/>
            <pc:sldMk cId="1132059937" sldId="261"/>
            <ac:spMk id="9" creationId="{75B4B8AF-AA68-7FA9-5B60-FB25F10AB6CD}"/>
          </ac:spMkLst>
        </pc:spChg>
      </pc:sldChg>
      <pc:sldChg chg="del">
        <pc:chgData name="Chestnut, Temple D" userId="8e081a02-258a-4ece-b13b-54445b3f68be" providerId="ADAL" clId="{06D05B33-AE18-4E0A-A68F-E1335D5AF8CF}" dt="2024-04-20T20:20:13.888" v="5233" actId="47"/>
        <pc:sldMkLst>
          <pc:docMk/>
          <pc:sldMk cId="2912946348" sldId="262"/>
        </pc:sldMkLst>
      </pc:sldChg>
      <pc:sldChg chg="del">
        <pc:chgData name="Chestnut, Temple D" userId="8e081a02-258a-4ece-b13b-54445b3f68be" providerId="ADAL" clId="{06D05B33-AE18-4E0A-A68F-E1335D5AF8CF}" dt="2024-04-20T20:20:08.689" v="5231" actId="47"/>
        <pc:sldMkLst>
          <pc:docMk/>
          <pc:sldMk cId="3023770004" sldId="263"/>
        </pc:sldMkLst>
      </pc:sldChg>
      <pc:sldChg chg="addSp delSp modSp mod ord">
        <pc:chgData name="Chestnut, Temple D" userId="8e081a02-258a-4ece-b13b-54445b3f68be" providerId="ADAL" clId="{06D05B33-AE18-4E0A-A68F-E1335D5AF8CF}" dt="2024-04-20T20:20:33.690" v="5238" actId="478"/>
        <pc:sldMkLst>
          <pc:docMk/>
          <pc:sldMk cId="891678999" sldId="264"/>
        </pc:sldMkLst>
        <pc:spChg chg="del">
          <ac:chgData name="Chestnut, Temple D" userId="8e081a02-258a-4ece-b13b-54445b3f68be" providerId="ADAL" clId="{06D05B33-AE18-4E0A-A68F-E1335D5AF8CF}" dt="2024-04-20T20:20:29.825" v="5237" actId="478"/>
          <ac:spMkLst>
            <pc:docMk/>
            <pc:sldMk cId="891678999" sldId="264"/>
            <ac:spMk id="3" creationId="{49F9D09A-B5C9-E413-9616-3155A9C3A549}"/>
          </ac:spMkLst>
        </pc:spChg>
        <pc:spChg chg="add del mod">
          <ac:chgData name="Chestnut, Temple D" userId="8e081a02-258a-4ece-b13b-54445b3f68be" providerId="ADAL" clId="{06D05B33-AE18-4E0A-A68F-E1335D5AF8CF}" dt="2024-04-20T20:20:33.690" v="5238" actId="478"/>
          <ac:spMkLst>
            <pc:docMk/>
            <pc:sldMk cId="891678999" sldId="264"/>
            <ac:spMk id="5" creationId="{6F82E79A-544B-D700-5DDD-AF6CC1CA047F}"/>
          </ac:spMkLst>
        </pc:spChg>
      </pc:sldChg>
      <pc:sldChg chg="addSp delSp modSp mod ord setBg setClrOvrMap modNotesTx">
        <pc:chgData name="Chestnut, Temple D" userId="8e081a02-258a-4ece-b13b-54445b3f68be" providerId="ADAL" clId="{06D05B33-AE18-4E0A-A68F-E1335D5AF8CF}" dt="2024-04-20T20:11:34.656" v="5229" actId="20577"/>
        <pc:sldMkLst>
          <pc:docMk/>
          <pc:sldMk cId="2763339689" sldId="265"/>
        </pc:sldMkLst>
        <pc:spChg chg="mod">
          <ac:chgData name="Chestnut, Temple D" userId="8e081a02-258a-4ece-b13b-54445b3f68be" providerId="ADAL" clId="{06D05B33-AE18-4E0A-A68F-E1335D5AF8CF}" dt="2024-04-20T19:52:18.424" v="5197" actId="26606"/>
          <ac:spMkLst>
            <pc:docMk/>
            <pc:sldMk cId="2763339689" sldId="265"/>
            <ac:spMk id="2" creationId="{17ACDAE8-9E4A-52C4-18F2-2E646B036A38}"/>
          </ac:spMkLst>
        </pc:spChg>
        <pc:spChg chg="mod ord">
          <ac:chgData name="Chestnut, Temple D" userId="8e081a02-258a-4ece-b13b-54445b3f68be" providerId="ADAL" clId="{06D05B33-AE18-4E0A-A68F-E1335D5AF8CF}" dt="2024-04-20T20:11:34.656" v="5229" actId="20577"/>
          <ac:spMkLst>
            <pc:docMk/>
            <pc:sldMk cId="2763339689" sldId="265"/>
            <ac:spMk id="3" creationId="{D4B5AFFB-D582-D42A-7132-1D7ABB60281C}"/>
          </ac:spMkLst>
        </pc:spChg>
        <pc:spChg chg="add del">
          <ac:chgData name="Chestnut, Temple D" userId="8e081a02-258a-4ece-b13b-54445b3f68be" providerId="ADAL" clId="{06D05B33-AE18-4E0A-A68F-E1335D5AF8CF}" dt="2024-04-20T19:47:27.834" v="5108" actId="26606"/>
          <ac:spMkLst>
            <pc:docMk/>
            <pc:sldMk cId="2763339689" sldId="265"/>
            <ac:spMk id="8" creationId="{089A69AF-D57B-49B4-886C-D4A5DC194421}"/>
          </ac:spMkLst>
        </pc:spChg>
        <pc:spChg chg="add del">
          <ac:chgData name="Chestnut, Temple D" userId="8e081a02-258a-4ece-b13b-54445b3f68be" providerId="ADAL" clId="{06D05B33-AE18-4E0A-A68F-E1335D5AF8CF}" dt="2024-04-20T19:47:27.834" v="5108" actId="26606"/>
          <ac:spMkLst>
            <pc:docMk/>
            <pc:sldMk cId="2763339689" sldId="265"/>
            <ac:spMk id="10" creationId="{68F2977E-E0AE-4EB4-A059-59E908EB862A}"/>
          </ac:spMkLst>
        </pc:spChg>
        <pc:spChg chg="add del">
          <ac:chgData name="Chestnut, Temple D" userId="8e081a02-258a-4ece-b13b-54445b3f68be" providerId="ADAL" clId="{06D05B33-AE18-4E0A-A68F-E1335D5AF8CF}" dt="2024-04-20T19:47:26.107" v="5105" actId="26606"/>
          <ac:spMkLst>
            <pc:docMk/>
            <pc:sldMk cId="2763339689" sldId="265"/>
            <ac:spMk id="15" creationId="{A416E3E5-5186-46A4-AFBD-337387D3163D}"/>
          </ac:spMkLst>
        </pc:spChg>
        <pc:spChg chg="add del">
          <ac:chgData name="Chestnut, Temple D" userId="8e081a02-258a-4ece-b13b-54445b3f68be" providerId="ADAL" clId="{06D05B33-AE18-4E0A-A68F-E1335D5AF8CF}" dt="2024-04-20T19:47:26.107" v="5105" actId="26606"/>
          <ac:spMkLst>
            <pc:docMk/>
            <pc:sldMk cId="2763339689" sldId="265"/>
            <ac:spMk id="17" creationId="{7B8FAACC-353E-4F84-BA62-A5514185D9A9}"/>
          </ac:spMkLst>
        </pc:spChg>
        <pc:spChg chg="add del">
          <ac:chgData name="Chestnut, Temple D" userId="8e081a02-258a-4ece-b13b-54445b3f68be" providerId="ADAL" clId="{06D05B33-AE18-4E0A-A68F-E1335D5AF8CF}" dt="2024-04-20T19:47:27.829" v="5107" actId="26606"/>
          <ac:spMkLst>
            <pc:docMk/>
            <pc:sldMk cId="2763339689" sldId="265"/>
            <ac:spMk id="19" creationId="{1C524A27-B6C0-41EA-ABCB-AA2E61FC0F8A}"/>
          </ac:spMkLst>
        </pc:spChg>
        <pc:spChg chg="add del">
          <ac:chgData name="Chestnut, Temple D" userId="8e081a02-258a-4ece-b13b-54445b3f68be" providerId="ADAL" clId="{06D05B33-AE18-4E0A-A68F-E1335D5AF8CF}" dt="2024-04-20T19:47:27.829" v="5107" actId="26606"/>
          <ac:spMkLst>
            <pc:docMk/>
            <pc:sldMk cId="2763339689" sldId="265"/>
            <ac:spMk id="20" creationId="{F3FCE8DC-E7A6-4A8F-BB57-A87EC4B846BB}"/>
          </ac:spMkLst>
        </pc:spChg>
        <pc:spChg chg="add del">
          <ac:chgData name="Chestnut, Temple D" userId="8e081a02-258a-4ece-b13b-54445b3f68be" providerId="ADAL" clId="{06D05B33-AE18-4E0A-A68F-E1335D5AF8CF}" dt="2024-04-20T19:52:18.424" v="5197" actId="26606"/>
          <ac:spMkLst>
            <pc:docMk/>
            <pc:sldMk cId="2763339689" sldId="265"/>
            <ac:spMk id="22" creationId="{3F7D26C8-96ED-46E3-BD94-C1608C54C36B}"/>
          </ac:spMkLst>
        </pc:spChg>
        <pc:spChg chg="add del">
          <ac:chgData name="Chestnut, Temple D" userId="8e081a02-258a-4ece-b13b-54445b3f68be" providerId="ADAL" clId="{06D05B33-AE18-4E0A-A68F-E1335D5AF8CF}" dt="2024-04-20T19:52:18.424" v="5197" actId="26606"/>
          <ac:spMkLst>
            <pc:docMk/>
            <pc:sldMk cId="2763339689" sldId="265"/>
            <ac:spMk id="23" creationId="{13EEA0A9-F720-41ED-8EBA-2A10A664FDE1}"/>
          </ac:spMkLst>
        </pc:spChg>
        <pc:spChg chg="add del">
          <ac:chgData name="Chestnut, Temple D" userId="8e081a02-258a-4ece-b13b-54445b3f68be" providerId="ADAL" clId="{06D05B33-AE18-4E0A-A68F-E1335D5AF8CF}" dt="2024-04-20T19:52:18.424" v="5197" actId="26606"/>
          <ac:spMkLst>
            <pc:docMk/>
            <pc:sldMk cId="2763339689" sldId="265"/>
            <ac:spMk id="24" creationId="{03B27569-6089-4DC0-93E0-F3F6E1E93CC1}"/>
          </ac:spMkLst>
        </pc:spChg>
        <pc:spChg chg="add">
          <ac:chgData name="Chestnut, Temple D" userId="8e081a02-258a-4ece-b13b-54445b3f68be" providerId="ADAL" clId="{06D05B33-AE18-4E0A-A68F-E1335D5AF8CF}" dt="2024-04-20T19:52:18.424" v="5197" actId="26606"/>
          <ac:spMkLst>
            <pc:docMk/>
            <pc:sldMk cId="2763339689" sldId="265"/>
            <ac:spMk id="29" creationId="{1C524A27-B6C0-41EA-ABCB-AA2E61FC0F8A}"/>
          </ac:spMkLst>
        </pc:spChg>
        <pc:spChg chg="add">
          <ac:chgData name="Chestnut, Temple D" userId="8e081a02-258a-4ece-b13b-54445b3f68be" providerId="ADAL" clId="{06D05B33-AE18-4E0A-A68F-E1335D5AF8CF}" dt="2024-04-20T19:52:18.424" v="5197" actId="26606"/>
          <ac:spMkLst>
            <pc:docMk/>
            <pc:sldMk cId="2763339689" sldId="265"/>
            <ac:spMk id="31" creationId="{F3FCE8DC-E7A6-4A8F-BB57-A87EC4B846BB}"/>
          </ac:spMkLst>
        </pc:spChg>
        <pc:picChg chg="add mod">
          <ac:chgData name="Chestnut, Temple D" userId="8e081a02-258a-4ece-b13b-54445b3f68be" providerId="ADAL" clId="{06D05B33-AE18-4E0A-A68F-E1335D5AF8CF}" dt="2024-04-20T19:52:18.424" v="5197" actId="26606"/>
          <ac:picMkLst>
            <pc:docMk/>
            <pc:sldMk cId="2763339689" sldId="265"/>
            <ac:picMk id="5" creationId="{2749E64F-4956-B91E-BA8E-B8D9AD87AA8C}"/>
          </ac:picMkLst>
        </pc:picChg>
      </pc:sldChg>
      <pc:sldChg chg="del">
        <pc:chgData name="Chestnut, Temple D" userId="8e081a02-258a-4ece-b13b-54445b3f68be" providerId="ADAL" clId="{06D05B33-AE18-4E0A-A68F-E1335D5AF8CF}" dt="2024-04-20T20:22:34.569" v="5262" actId="47"/>
        <pc:sldMkLst>
          <pc:docMk/>
          <pc:sldMk cId="2667274780" sldId="266"/>
        </pc:sldMkLst>
      </pc:sldChg>
      <pc:sldChg chg="del">
        <pc:chgData name="Chestnut, Temple D" userId="8e081a02-258a-4ece-b13b-54445b3f68be" providerId="ADAL" clId="{06D05B33-AE18-4E0A-A68F-E1335D5AF8CF}" dt="2024-04-20T20:22:34.569" v="5262" actId="47"/>
        <pc:sldMkLst>
          <pc:docMk/>
          <pc:sldMk cId="2722700830" sldId="267"/>
        </pc:sldMkLst>
      </pc:sldChg>
      <pc:sldChg chg="del">
        <pc:chgData name="Chestnut, Temple D" userId="8e081a02-258a-4ece-b13b-54445b3f68be" providerId="ADAL" clId="{06D05B33-AE18-4E0A-A68F-E1335D5AF8CF}" dt="2024-04-20T20:22:34.569" v="5262" actId="47"/>
        <pc:sldMkLst>
          <pc:docMk/>
          <pc:sldMk cId="1887833564" sldId="268"/>
        </pc:sldMkLst>
      </pc:sldChg>
      <pc:sldChg chg="del">
        <pc:chgData name="Chestnut, Temple D" userId="8e081a02-258a-4ece-b13b-54445b3f68be" providerId="ADAL" clId="{06D05B33-AE18-4E0A-A68F-E1335D5AF8CF}" dt="2024-04-20T20:22:34.569" v="5262" actId="47"/>
        <pc:sldMkLst>
          <pc:docMk/>
          <pc:sldMk cId="2853128309" sldId="269"/>
        </pc:sldMkLst>
      </pc:sldChg>
      <pc:sldChg chg="del">
        <pc:chgData name="Chestnut, Temple D" userId="8e081a02-258a-4ece-b13b-54445b3f68be" providerId="ADAL" clId="{06D05B33-AE18-4E0A-A68F-E1335D5AF8CF}" dt="2024-04-20T20:22:34.569" v="5262" actId="47"/>
        <pc:sldMkLst>
          <pc:docMk/>
          <pc:sldMk cId="1127714034" sldId="270"/>
        </pc:sldMkLst>
      </pc:sldChg>
      <pc:sldChg chg="del">
        <pc:chgData name="Chestnut, Temple D" userId="8e081a02-258a-4ece-b13b-54445b3f68be" providerId="ADAL" clId="{06D05B33-AE18-4E0A-A68F-E1335D5AF8CF}" dt="2024-04-20T20:22:38.091" v="5263" actId="47"/>
        <pc:sldMkLst>
          <pc:docMk/>
          <pc:sldMk cId="422953036" sldId="271"/>
        </pc:sldMkLst>
      </pc:sldChg>
      <pc:sldChg chg="del">
        <pc:chgData name="Chestnut, Temple D" userId="8e081a02-258a-4ece-b13b-54445b3f68be" providerId="ADAL" clId="{06D05B33-AE18-4E0A-A68F-E1335D5AF8CF}" dt="2024-04-20T20:46:54.903" v="5458" actId="47"/>
        <pc:sldMkLst>
          <pc:docMk/>
          <pc:sldMk cId="617023985" sldId="272"/>
        </pc:sldMkLst>
      </pc:sldChg>
      <pc:sldChg chg="modSp new del mod">
        <pc:chgData name="Chestnut, Temple D" userId="8e081a02-258a-4ece-b13b-54445b3f68be" providerId="ADAL" clId="{06D05B33-AE18-4E0A-A68F-E1335D5AF8CF}" dt="2024-04-17T22:06:44.861" v="252" actId="47"/>
        <pc:sldMkLst>
          <pc:docMk/>
          <pc:sldMk cId="187010142" sldId="273"/>
        </pc:sldMkLst>
        <pc:spChg chg="mod">
          <ac:chgData name="Chestnut, Temple D" userId="8e081a02-258a-4ece-b13b-54445b3f68be" providerId="ADAL" clId="{06D05B33-AE18-4E0A-A68F-E1335D5AF8CF}" dt="2024-04-17T21:59:39.769" v="43" actId="20577"/>
          <ac:spMkLst>
            <pc:docMk/>
            <pc:sldMk cId="187010142" sldId="273"/>
            <ac:spMk id="2" creationId="{C5959BDC-9039-89AD-032F-880FC0EDD898}"/>
          </ac:spMkLst>
        </pc:spChg>
      </pc:sldChg>
      <pc:sldChg chg="addSp delSp modSp new del mod ord modNotesTx">
        <pc:chgData name="Chestnut, Temple D" userId="8e081a02-258a-4ece-b13b-54445b3f68be" providerId="ADAL" clId="{06D05B33-AE18-4E0A-A68F-E1335D5AF8CF}" dt="2024-04-20T20:22:27.231" v="5261" actId="47"/>
        <pc:sldMkLst>
          <pc:docMk/>
          <pc:sldMk cId="366656389" sldId="274"/>
        </pc:sldMkLst>
        <pc:spChg chg="mod">
          <ac:chgData name="Chestnut, Temple D" userId="8e081a02-258a-4ece-b13b-54445b3f68be" providerId="ADAL" clId="{06D05B33-AE18-4E0A-A68F-E1335D5AF8CF}" dt="2024-04-17T22:00:00.666" v="73" actId="20577"/>
          <ac:spMkLst>
            <pc:docMk/>
            <pc:sldMk cId="366656389" sldId="274"/>
            <ac:spMk id="2" creationId="{9EF9C808-47B2-61DD-3109-833882BEB3FE}"/>
          </ac:spMkLst>
        </pc:spChg>
        <pc:spChg chg="mod">
          <ac:chgData name="Chestnut, Temple D" userId="8e081a02-258a-4ece-b13b-54445b3f68be" providerId="ADAL" clId="{06D05B33-AE18-4E0A-A68F-E1335D5AF8CF}" dt="2024-04-17T22:00:12.869" v="109" actId="20577"/>
          <ac:spMkLst>
            <pc:docMk/>
            <pc:sldMk cId="366656389" sldId="274"/>
            <ac:spMk id="3" creationId="{0204310E-C669-9B71-D16A-4DBBF7B6F6BC}"/>
          </ac:spMkLst>
        </pc:spChg>
        <pc:spChg chg="del">
          <ac:chgData name="Chestnut, Temple D" userId="8e081a02-258a-4ece-b13b-54445b3f68be" providerId="ADAL" clId="{06D05B33-AE18-4E0A-A68F-E1335D5AF8CF}" dt="2024-04-17T22:04:51.414" v="148" actId="931"/>
          <ac:spMkLst>
            <pc:docMk/>
            <pc:sldMk cId="366656389" sldId="274"/>
            <ac:spMk id="4" creationId="{D96A04E0-7BDB-8837-7472-603197744B57}"/>
          </ac:spMkLst>
        </pc:spChg>
        <pc:spChg chg="mod">
          <ac:chgData name="Chestnut, Temple D" userId="8e081a02-258a-4ece-b13b-54445b3f68be" providerId="ADAL" clId="{06D05B33-AE18-4E0A-A68F-E1335D5AF8CF}" dt="2024-04-17T22:06:09.074" v="211" actId="20577"/>
          <ac:spMkLst>
            <pc:docMk/>
            <pc:sldMk cId="366656389" sldId="274"/>
            <ac:spMk id="5" creationId="{50C7A3AC-228A-4BC5-B854-D7D2F4FE57B0}"/>
          </ac:spMkLst>
        </pc:spChg>
        <pc:spChg chg="del">
          <ac:chgData name="Chestnut, Temple D" userId="8e081a02-258a-4ece-b13b-54445b3f68be" providerId="ADAL" clId="{06D05B33-AE18-4E0A-A68F-E1335D5AF8CF}" dt="2024-04-17T22:04:56.315" v="151" actId="931"/>
          <ac:spMkLst>
            <pc:docMk/>
            <pc:sldMk cId="366656389" sldId="274"/>
            <ac:spMk id="6" creationId="{E81C39F8-0BF7-E1C7-DBB3-73FD13A29D6B}"/>
          </ac:spMkLst>
        </pc:spChg>
        <pc:picChg chg="add mod">
          <ac:chgData name="Chestnut, Temple D" userId="8e081a02-258a-4ece-b13b-54445b3f68be" providerId="ADAL" clId="{06D05B33-AE18-4E0A-A68F-E1335D5AF8CF}" dt="2024-04-17T22:04:53.395" v="150" actId="962"/>
          <ac:picMkLst>
            <pc:docMk/>
            <pc:sldMk cId="366656389" sldId="274"/>
            <ac:picMk id="8" creationId="{D4647956-2766-2B27-E8C7-373311075001}"/>
          </ac:picMkLst>
        </pc:picChg>
        <pc:picChg chg="add mod">
          <ac:chgData name="Chestnut, Temple D" userId="8e081a02-258a-4ece-b13b-54445b3f68be" providerId="ADAL" clId="{06D05B33-AE18-4E0A-A68F-E1335D5AF8CF}" dt="2024-04-17T22:04:57.199" v="153" actId="962"/>
          <ac:picMkLst>
            <pc:docMk/>
            <pc:sldMk cId="366656389" sldId="274"/>
            <ac:picMk id="10" creationId="{EFCFF2F6-0C24-5557-B83D-C93D6ECB03E3}"/>
          </ac:picMkLst>
        </pc:picChg>
      </pc:sldChg>
      <pc:sldChg chg="addSp delSp modSp add del mod ord modNotesTx">
        <pc:chgData name="Chestnut, Temple D" userId="8e081a02-258a-4ece-b13b-54445b3f68be" providerId="ADAL" clId="{06D05B33-AE18-4E0A-A68F-E1335D5AF8CF}" dt="2024-04-20T20:22:34.569" v="5262" actId="47"/>
        <pc:sldMkLst>
          <pc:docMk/>
          <pc:sldMk cId="2034061169" sldId="275"/>
        </pc:sldMkLst>
        <pc:spChg chg="mod">
          <ac:chgData name="Chestnut, Temple D" userId="8e081a02-258a-4ece-b13b-54445b3f68be" providerId="ADAL" clId="{06D05B33-AE18-4E0A-A68F-E1335D5AF8CF}" dt="2024-04-17T22:08:39.570" v="265" actId="20577"/>
          <ac:spMkLst>
            <pc:docMk/>
            <pc:sldMk cId="2034061169" sldId="275"/>
            <ac:spMk id="2" creationId="{9EF9C808-47B2-61DD-3109-833882BEB3FE}"/>
          </ac:spMkLst>
        </pc:spChg>
        <pc:spChg chg="mod">
          <ac:chgData name="Chestnut, Temple D" userId="8e081a02-258a-4ece-b13b-54445b3f68be" providerId="ADAL" clId="{06D05B33-AE18-4E0A-A68F-E1335D5AF8CF}" dt="2024-04-17T22:11:59.164" v="307" actId="20577"/>
          <ac:spMkLst>
            <pc:docMk/>
            <pc:sldMk cId="2034061169" sldId="275"/>
            <ac:spMk id="3" creationId="{0204310E-C669-9B71-D16A-4DBBF7B6F6BC}"/>
          </ac:spMkLst>
        </pc:spChg>
        <pc:spChg chg="mod">
          <ac:chgData name="Chestnut, Temple D" userId="8e081a02-258a-4ece-b13b-54445b3f68be" providerId="ADAL" clId="{06D05B33-AE18-4E0A-A68F-E1335D5AF8CF}" dt="2024-04-17T22:17:21.244" v="343" actId="20577"/>
          <ac:spMkLst>
            <pc:docMk/>
            <pc:sldMk cId="2034061169" sldId="275"/>
            <ac:spMk id="5" creationId="{50C7A3AC-228A-4BC5-B854-D7D2F4FE57B0}"/>
          </ac:spMkLst>
        </pc:spChg>
        <pc:spChg chg="add del mod">
          <ac:chgData name="Chestnut, Temple D" userId="8e081a02-258a-4ece-b13b-54445b3f68be" providerId="ADAL" clId="{06D05B33-AE18-4E0A-A68F-E1335D5AF8CF}" dt="2024-04-17T22:17:46.271" v="348" actId="478"/>
          <ac:spMkLst>
            <pc:docMk/>
            <pc:sldMk cId="2034061169" sldId="275"/>
            <ac:spMk id="6" creationId="{0682D431-00E8-F7CF-21E0-91B2F2A04912}"/>
          </ac:spMkLst>
        </pc:spChg>
        <pc:picChg chg="mod">
          <ac:chgData name="Chestnut, Temple D" userId="8e081a02-258a-4ece-b13b-54445b3f68be" providerId="ADAL" clId="{06D05B33-AE18-4E0A-A68F-E1335D5AF8CF}" dt="2024-04-17T22:18:49.092" v="355" actId="1076"/>
          <ac:picMkLst>
            <pc:docMk/>
            <pc:sldMk cId="2034061169" sldId="275"/>
            <ac:picMk id="8" creationId="{D4647956-2766-2B27-E8C7-373311075001}"/>
          </ac:picMkLst>
        </pc:picChg>
        <pc:picChg chg="add del mod">
          <ac:chgData name="Chestnut, Temple D" userId="8e081a02-258a-4ece-b13b-54445b3f68be" providerId="ADAL" clId="{06D05B33-AE18-4E0A-A68F-E1335D5AF8CF}" dt="2024-04-17T22:18:44.854" v="354" actId="1076"/>
          <ac:picMkLst>
            <pc:docMk/>
            <pc:sldMk cId="2034061169" sldId="275"/>
            <ac:picMk id="10" creationId="{EFCFF2F6-0C24-5557-B83D-C93D6ECB03E3}"/>
          </ac:picMkLst>
        </pc:picChg>
      </pc:sldChg>
      <pc:sldChg chg="modSp add del mod ord modNotesTx">
        <pc:chgData name="Chestnut, Temple D" userId="8e081a02-258a-4ece-b13b-54445b3f68be" providerId="ADAL" clId="{06D05B33-AE18-4E0A-A68F-E1335D5AF8CF}" dt="2024-04-20T20:22:34.569" v="5262" actId="47"/>
        <pc:sldMkLst>
          <pc:docMk/>
          <pc:sldMk cId="3218154759" sldId="276"/>
        </pc:sldMkLst>
        <pc:spChg chg="mod">
          <ac:chgData name="Chestnut, Temple D" userId="8e081a02-258a-4ece-b13b-54445b3f68be" providerId="ADAL" clId="{06D05B33-AE18-4E0A-A68F-E1335D5AF8CF}" dt="2024-04-18T11:24:56.980" v="400" actId="20577"/>
          <ac:spMkLst>
            <pc:docMk/>
            <pc:sldMk cId="3218154759" sldId="276"/>
            <ac:spMk id="2" creationId="{9EF9C808-47B2-61DD-3109-833882BEB3FE}"/>
          </ac:spMkLst>
        </pc:spChg>
        <pc:spChg chg="mod">
          <ac:chgData name="Chestnut, Temple D" userId="8e081a02-258a-4ece-b13b-54445b3f68be" providerId="ADAL" clId="{06D05B33-AE18-4E0A-A68F-E1335D5AF8CF}" dt="2024-04-18T11:26:03.915" v="425" actId="20577"/>
          <ac:spMkLst>
            <pc:docMk/>
            <pc:sldMk cId="3218154759" sldId="276"/>
            <ac:spMk id="3" creationId="{0204310E-C669-9B71-D16A-4DBBF7B6F6BC}"/>
          </ac:spMkLst>
        </pc:spChg>
        <pc:spChg chg="mod">
          <ac:chgData name="Chestnut, Temple D" userId="8e081a02-258a-4ece-b13b-54445b3f68be" providerId="ADAL" clId="{06D05B33-AE18-4E0A-A68F-E1335D5AF8CF}" dt="2024-04-18T11:28:35.893" v="495" actId="20577"/>
          <ac:spMkLst>
            <pc:docMk/>
            <pc:sldMk cId="3218154759" sldId="276"/>
            <ac:spMk id="5" creationId="{50C7A3AC-228A-4BC5-B854-D7D2F4FE57B0}"/>
          </ac:spMkLst>
        </pc:spChg>
        <pc:picChg chg="mod">
          <ac:chgData name="Chestnut, Temple D" userId="8e081a02-258a-4ece-b13b-54445b3f68be" providerId="ADAL" clId="{06D05B33-AE18-4E0A-A68F-E1335D5AF8CF}" dt="2024-04-18T11:28:10.668" v="466" actId="1037"/>
          <ac:picMkLst>
            <pc:docMk/>
            <pc:sldMk cId="3218154759" sldId="276"/>
            <ac:picMk id="8" creationId="{D4647956-2766-2B27-E8C7-373311075001}"/>
          </ac:picMkLst>
        </pc:picChg>
        <pc:picChg chg="mod">
          <ac:chgData name="Chestnut, Temple D" userId="8e081a02-258a-4ece-b13b-54445b3f68be" providerId="ADAL" clId="{06D05B33-AE18-4E0A-A68F-E1335D5AF8CF}" dt="2024-04-18T11:28:11.444" v="469" actId="1037"/>
          <ac:picMkLst>
            <pc:docMk/>
            <pc:sldMk cId="3218154759" sldId="276"/>
            <ac:picMk id="10" creationId="{EFCFF2F6-0C24-5557-B83D-C93D6ECB03E3}"/>
          </ac:picMkLst>
        </pc:picChg>
      </pc:sldChg>
      <pc:sldChg chg="addSp modSp new del mod">
        <pc:chgData name="Chestnut, Temple D" userId="8e081a02-258a-4ece-b13b-54445b3f68be" providerId="ADAL" clId="{06D05B33-AE18-4E0A-A68F-E1335D5AF8CF}" dt="2024-04-19T20:28:05.773" v="856" actId="47"/>
        <pc:sldMkLst>
          <pc:docMk/>
          <pc:sldMk cId="349728172" sldId="277"/>
        </pc:sldMkLst>
        <pc:graphicFrameChg chg="add mod modGraphic">
          <ac:chgData name="Chestnut, Temple D" userId="8e081a02-258a-4ece-b13b-54445b3f68be" providerId="ADAL" clId="{06D05B33-AE18-4E0A-A68F-E1335D5AF8CF}" dt="2024-04-19T19:54:57.779" v="855" actId="20577"/>
          <ac:graphicFrameMkLst>
            <pc:docMk/>
            <pc:sldMk cId="349728172" sldId="277"/>
            <ac:graphicFrameMk id="2" creationId="{D18C58F4-D0E2-A807-A9CE-DEFDCBC98B25}"/>
          </ac:graphicFrameMkLst>
        </pc:graphicFrameChg>
      </pc:sldChg>
      <pc:sldChg chg="addSp modSp new del mod">
        <pc:chgData name="Chestnut, Temple D" userId="8e081a02-258a-4ece-b13b-54445b3f68be" providerId="ADAL" clId="{06D05B33-AE18-4E0A-A68F-E1335D5AF8CF}" dt="2024-04-19T20:51:57.617" v="1139" actId="47"/>
        <pc:sldMkLst>
          <pc:docMk/>
          <pc:sldMk cId="735511851" sldId="277"/>
        </pc:sldMkLst>
        <pc:graphicFrameChg chg="add mod modGraphic">
          <ac:chgData name="Chestnut, Temple D" userId="8e081a02-258a-4ece-b13b-54445b3f68be" providerId="ADAL" clId="{06D05B33-AE18-4E0A-A68F-E1335D5AF8CF}" dt="2024-04-19T20:34:59.072" v="913" actId="1035"/>
          <ac:graphicFrameMkLst>
            <pc:docMk/>
            <pc:sldMk cId="735511851" sldId="277"/>
            <ac:graphicFrameMk id="2" creationId="{C24AB9B8-D546-DDCC-5F8C-7542FF2FE4DA}"/>
          </ac:graphicFrameMkLst>
        </pc:graphicFrameChg>
      </pc:sldChg>
      <pc:sldChg chg="addSp delSp modSp new mod modTransition setBg delAnim modAnim modNotesTx">
        <pc:chgData name="Chestnut, Temple D" userId="8e081a02-258a-4ece-b13b-54445b3f68be" providerId="ADAL" clId="{06D05B33-AE18-4E0A-A68F-E1335D5AF8CF}" dt="2024-04-20T17:24:36.362" v="4393"/>
        <pc:sldMkLst>
          <pc:docMk/>
          <pc:sldMk cId="2831811310" sldId="277"/>
        </pc:sldMkLst>
        <pc:spChg chg="add mod">
          <ac:chgData name="Chestnut, Temple D" userId="8e081a02-258a-4ece-b13b-54445b3f68be" providerId="ADAL" clId="{06D05B33-AE18-4E0A-A68F-E1335D5AF8CF}" dt="2024-04-19T21:09:30.946" v="1303" actId="1037"/>
          <ac:spMkLst>
            <pc:docMk/>
            <pc:sldMk cId="2831811310" sldId="277"/>
            <ac:spMk id="2" creationId="{54452DFB-FCAC-5042-C955-6BD8B9D27F8B}"/>
          </ac:spMkLst>
        </pc:spChg>
        <pc:spChg chg="add mod">
          <ac:chgData name="Chestnut, Temple D" userId="8e081a02-258a-4ece-b13b-54445b3f68be" providerId="ADAL" clId="{06D05B33-AE18-4E0A-A68F-E1335D5AF8CF}" dt="2024-04-19T21:10:43.521" v="1332" actId="1038"/>
          <ac:spMkLst>
            <pc:docMk/>
            <pc:sldMk cId="2831811310" sldId="277"/>
            <ac:spMk id="3" creationId="{DC98C2CB-AB31-4224-7F1E-F0BD590C0D60}"/>
          </ac:spMkLst>
        </pc:spChg>
        <pc:spChg chg="add mod">
          <ac:chgData name="Chestnut, Temple D" userId="8e081a02-258a-4ece-b13b-54445b3f68be" providerId="ADAL" clId="{06D05B33-AE18-4E0A-A68F-E1335D5AF8CF}" dt="2024-04-19T21:09:45.465" v="1309" actId="1038"/>
          <ac:spMkLst>
            <pc:docMk/>
            <pc:sldMk cId="2831811310" sldId="277"/>
            <ac:spMk id="4" creationId="{77884AA5-1D85-A1CC-BCAE-F805782878AB}"/>
          </ac:spMkLst>
        </pc:spChg>
        <pc:spChg chg="add mod">
          <ac:chgData name="Chestnut, Temple D" userId="8e081a02-258a-4ece-b13b-54445b3f68be" providerId="ADAL" clId="{06D05B33-AE18-4E0A-A68F-E1335D5AF8CF}" dt="2024-04-19T21:11:05.099" v="1362" actId="1037"/>
          <ac:spMkLst>
            <pc:docMk/>
            <pc:sldMk cId="2831811310" sldId="277"/>
            <ac:spMk id="5" creationId="{8644E537-C9FE-E7C2-C446-B846115A97CE}"/>
          </ac:spMkLst>
        </pc:spChg>
        <pc:spChg chg="del mod">
          <ac:chgData name="Chestnut, Temple D" userId="8e081a02-258a-4ece-b13b-54445b3f68be" providerId="ADAL" clId="{06D05B33-AE18-4E0A-A68F-E1335D5AF8CF}" dt="2024-04-19T21:07:11.297" v="1258" actId="478"/>
          <ac:spMkLst>
            <pc:docMk/>
            <pc:sldMk cId="2831811310" sldId="277"/>
            <ac:spMk id="8" creationId="{3ACAC081-E436-25AD-DA31-24E78FD54174}"/>
          </ac:spMkLst>
        </pc:spChg>
        <pc:spChg chg="mod">
          <ac:chgData name="Chestnut, Temple D" userId="8e081a02-258a-4ece-b13b-54445b3f68be" providerId="ADAL" clId="{06D05B33-AE18-4E0A-A68F-E1335D5AF8CF}" dt="2024-04-19T21:06:56.665" v="1253" actId="1037"/>
          <ac:spMkLst>
            <pc:docMk/>
            <pc:sldMk cId="2831811310" sldId="277"/>
            <ac:spMk id="9" creationId="{DE710AAB-981F-F353-89AC-E79E83C74DF4}"/>
          </ac:spMkLst>
        </pc:spChg>
        <pc:spChg chg="mod">
          <ac:chgData name="Chestnut, Temple D" userId="8e081a02-258a-4ece-b13b-54445b3f68be" providerId="ADAL" clId="{06D05B33-AE18-4E0A-A68F-E1335D5AF8CF}" dt="2024-04-19T21:06:07.938" v="1249" actId="20577"/>
          <ac:spMkLst>
            <pc:docMk/>
            <pc:sldMk cId="2831811310" sldId="277"/>
            <ac:spMk id="10" creationId="{9ABF124F-AEA5-4D6B-431A-D2B2B150FE70}"/>
          </ac:spMkLst>
        </pc:spChg>
        <pc:spChg chg="del mod">
          <ac:chgData name="Chestnut, Temple D" userId="8e081a02-258a-4ece-b13b-54445b3f68be" providerId="ADAL" clId="{06D05B33-AE18-4E0A-A68F-E1335D5AF8CF}" dt="2024-04-19T21:05:59.065" v="1244" actId="478"/>
          <ac:spMkLst>
            <pc:docMk/>
            <pc:sldMk cId="2831811310" sldId="277"/>
            <ac:spMk id="11" creationId="{8F5FE1A7-BF49-6793-F5F7-06A7736B3B51}"/>
          </ac:spMkLst>
        </pc:spChg>
        <pc:spChg chg="del mod">
          <ac:chgData name="Chestnut, Temple D" userId="8e081a02-258a-4ece-b13b-54445b3f68be" providerId="ADAL" clId="{06D05B33-AE18-4E0A-A68F-E1335D5AF8CF}" dt="2024-04-19T21:08:32.338" v="1272" actId="478"/>
          <ac:spMkLst>
            <pc:docMk/>
            <pc:sldMk cId="2831811310" sldId="277"/>
            <ac:spMk id="13" creationId="{65F227DD-C5BE-60A1-3D39-7CD8761F4070}"/>
          </ac:spMkLst>
        </pc:spChg>
        <pc:spChg chg="mod">
          <ac:chgData name="Chestnut, Temple D" userId="8e081a02-258a-4ece-b13b-54445b3f68be" providerId="ADAL" clId="{06D05B33-AE18-4E0A-A68F-E1335D5AF8CF}" dt="2024-04-19T21:08:09.231" v="1268" actId="571"/>
          <ac:spMkLst>
            <pc:docMk/>
            <pc:sldMk cId="2831811310" sldId="277"/>
            <ac:spMk id="14" creationId="{3092D191-A089-DA32-D64F-38B785FF0194}"/>
          </ac:spMkLst>
        </pc:spChg>
        <pc:spChg chg="mod">
          <ac:chgData name="Chestnut, Temple D" userId="8e081a02-258a-4ece-b13b-54445b3f68be" providerId="ADAL" clId="{06D05B33-AE18-4E0A-A68F-E1335D5AF8CF}" dt="2024-04-19T21:08:09.231" v="1268" actId="571"/>
          <ac:spMkLst>
            <pc:docMk/>
            <pc:sldMk cId="2831811310" sldId="277"/>
            <ac:spMk id="15" creationId="{BDA1AAC3-CF39-1128-E796-9F92F646110E}"/>
          </ac:spMkLst>
        </pc:spChg>
        <pc:spChg chg="del mod">
          <ac:chgData name="Chestnut, Temple D" userId="8e081a02-258a-4ece-b13b-54445b3f68be" providerId="ADAL" clId="{06D05B33-AE18-4E0A-A68F-E1335D5AF8CF}" dt="2024-04-19T21:08:12.826" v="1269" actId="478"/>
          <ac:spMkLst>
            <pc:docMk/>
            <pc:sldMk cId="2831811310" sldId="277"/>
            <ac:spMk id="16" creationId="{05AAFD4A-84D2-C266-1C1F-FFD019BBECC7}"/>
          </ac:spMkLst>
        </pc:spChg>
        <pc:spChg chg="mod">
          <ac:chgData name="Chestnut, Temple D" userId="8e081a02-258a-4ece-b13b-54445b3f68be" providerId="ADAL" clId="{06D05B33-AE18-4E0A-A68F-E1335D5AF8CF}" dt="2024-04-19T21:12:05.115" v="1375" actId="1076"/>
          <ac:spMkLst>
            <pc:docMk/>
            <pc:sldMk cId="2831811310" sldId="277"/>
            <ac:spMk id="18" creationId="{135FA343-1B1F-1C7B-1230-E02079918471}"/>
          </ac:spMkLst>
        </pc:spChg>
        <pc:spChg chg="mod">
          <ac:chgData name="Chestnut, Temple D" userId="8e081a02-258a-4ece-b13b-54445b3f68be" providerId="ADAL" clId="{06D05B33-AE18-4E0A-A68F-E1335D5AF8CF}" dt="2024-04-19T21:21:39.308" v="1500" actId="1038"/>
          <ac:spMkLst>
            <pc:docMk/>
            <pc:sldMk cId="2831811310" sldId="277"/>
            <ac:spMk id="19" creationId="{A5290304-E9BA-5621-3E53-E7B5598FBB3E}"/>
          </ac:spMkLst>
        </pc:spChg>
        <pc:spChg chg="mod">
          <ac:chgData name="Chestnut, Temple D" userId="8e081a02-258a-4ece-b13b-54445b3f68be" providerId="ADAL" clId="{06D05B33-AE18-4E0A-A68F-E1335D5AF8CF}" dt="2024-04-19T21:21:42.298" v="1503" actId="1038"/>
          <ac:spMkLst>
            <pc:docMk/>
            <pc:sldMk cId="2831811310" sldId="277"/>
            <ac:spMk id="20" creationId="{4D1409C6-7406-B196-69C8-72964E76EDB6}"/>
          </ac:spMkLst>
        </pc:spChg>
        <pc:spChg chg="del mod">
          <ac:chgData name="Chestnut, Temple D" userId="8e081a02-258a-4ece-b13b-54445b3f68be" providerId="ADAL" clId="{06D05B33-AE18-4E0A-A68F-E1335D5AF8CF}" dt="2024-04-19T21:11:26.362" v="1364" actId="478"/>
          <ac:spMkLst>
            <pc:docMk/>
            <pc:sldMk cId="2831811310" sldId="277"/>
            <ac:spMk id="21" creationId="{88109249-79C6-27DD-C4BF-779983365697}"/>
          </ac:spMkLst>
        </pc:spChg>
        <pc:spChg chg="mod">
          <ac:chgData name="Chestnut, Temple D" userId="8e081a02-258a-4ece-b13b-54445b3f68be" providerId="ADAL" clId="{06D05B33-AE18-4E0A-A68F-E1335D5AF8CF}" dt="2024-04-19T21:13:37.592" v="1414" actId="571"/>
          <ac:spMkLst>
            <pc:docMk/>
            <pc:sldMk cId="2831811310" sldId="277"/>
            <ac:spMk id="23" creationId="{E3335A2B-E775-9F4A-4A9C-72377175B0BF}"/>
          </ac:spMkLst>
        </pc:spChg>
        <pc:spChg chg="mod">
          <ac:chgData name="Chestnut, Temple D" userId="8e081a02-258a-4ece-b13b-54445b3f68be" providerId="ADAL" clId="{06D05B33-AE18-4E0A-A68F-E1335D5AF8CF}" dt="2024-04-19T21:21:48.434" v="1506" actId="1037"/>
          <ac:spMkLst>
            <pc:docMk/>
            <pc:sldMk cId="2831811310" sldId="277"/>
            <ac:spMk id="24" creationId="{9510EE79-A0B4-72AA-2D2B-379B0F5099F0}"/>
          </ac:spMkLst>
        </pc:spChg>
        <pc:spChg chg="mod">
          <ac:chgData name="Chestnut, Temple D" userId="8e081a02-258a-4ece-b13b-54445b3f68be" providerId="ADAL" clId="{06D05B33-AE18-4E0A-A68F-E1335D5AF8CF}" dt="2024-04-19T21:13:55.458" v="1421" actId="20577"/>
          <ac:spMkLst>
            <pc:docMk/>
            <pc:sldMk cId="2831811310" sldId="277"/>
            <ac:spMk id="25" creationId="{3788534D-1E4B-115C-6232-B95FE93B5BAC}"/>
          </ac:spMkLst>
        </pc:spChg>
        <pc:spChg chg="mod">
          <ac:chgData name="Chestnut, Temple D" userId="8e081a02-258a-4ece-b13b-54445b3f68be" providerId="ADAL" clId="{06D05B33-AE18-4E0A-A68F-E1335D5AF8CF}" dt="2024-04-19T21:14:07.337" v="1422" actId="571"/>
          <ac:spMkLst>
            <pc:docMk/>
            <pc:sldMk cId="2831811310" sldId="277"/>
            <ac:spMk id="27" creationId="{2C2287C6-7694-6426-253B-E2AFC3268F7C}"/>
          </ac:spMkLst>
        </pc:spChg>
        <pc:spChg chg="mod">
          <ac:chgData name="Chestnut, Temple D" userId="8e081a02-258a-4ece-b13b-54445b3f68be" providerId="ADAL" clId="{06D05B33-AE18-4E0A-A68F-E1335D5AF8CF}" dt="2024-04-19T21:21:52.369" v="1507" actId="1038"/>
          <ac:spMkLst>
            <pc:docMk/>
            <pc:sldMk cId="2831811310" sldId="277"/>
            <ac:spMk id="28" creationId="{45229D44-DBB1-FC04-BAE7-1E1AEFC3F94C}"/>
          </ac:spMkLst>
        </pc:spChg>
        <pc:spChg chg="mod">
          <ac:chgData name="Chestnut, Temple D" userId="8e081a02-258a-4ece-b13b-54445b3f68be" providerId="ADAL" clId="{06D05B33-AE18-4E0A-A68F-E1335D5AF8CF}" dt="2024-04-19T21:15:02.659" v="1429" actId="20577"/>
          <ac:spMkLst>
            <pc:docMk/>
            <pc:sldMk cId="2831811310" sldId="277"/>
            <ac:spMk id="29" creationId="{D41F7D95-DFF2-5B68-D64B-E60D0810B4CF}"/>
          </ac:spMkLst>
        </pc:spChg>
        <pc:spChg chg="mod">
          <ac:chgData name="Chestnut, Temple D" userId="8e081a02-258a-4ece-b13b-54445b3f68be" providerId="ADAL" clId="{06D05B33-AE18-4E0A-A68F-E1335D5AF8CF}" dt="2024-04-19T21:15:10.828" v="1430" actId="571"/>
          <ac:spMkLst>
            <pc:docMk/>
            <pc:sldMk cId="2831811310" sldId="277"/>
            <ac:spMk id="31" creationId="{54EB7D8D-455E-BBA5-590B-65CC88796063}"/>
          </ac:spMkLst>
        </pc:spChg>
        <pc:spChg chg="mod">
          <ac:chgData name="Chestnut, Temple D" userId="8e081a02-258a-4ece-b13b-54445b3f68be" providerId="ADAL" clId="{06D05B33-AE18-4E0A-A68F-E1335D5AF8CF}" dt="2024-04-19T21:15:46.306" v="1456" actId="1038"/>
          <ac:spMkLst>
            <pc:docMk/>
            <pc:sldMk cId="2831811310" sldId="277"/>
            <ac:spMk id="32" creationId="{0343C64B-3717-E31A-19A5-CD689EFBBE6B}"/>
          </ac:spMkLst>
        </pc:spChg>
        <pc:spChg chg="mod">
          <ac:chgData name="Chestnut, Temple D" userId="8e081a02-258a-4ece-b13b-54445b3f68be" providerId="ADAL" clId="{06D05B33-AE18-4E0A-A68F-E1335D5AF8CF}" dt="2024-04-19T21:15:47.819" v="1457" actId="1038"/>
          <ac:spMkLst>
            <pc:docMk/>
            <pc:sldMk cId="2831811310" sldId="277"/>
            <ac:spMk id="33" creationId="{61DE9538-4582-E174-BAC9-8D0AEA3EA324}"/>
          </ac:spMkLst>
        </pc:spChg>
        <pc:spChg chg="mod">
          <ac:chgData name="Chestnut, Temple D" userId="8e081a02-258a-4ece-b13b-54445b3f68be" providerId="ADAL" clId="{06D05B33-AE18-4E0A-A68F-E1335D5AF8CF}" dt="2024-04-19T21:16:57.504" v="1464" actId="571"/>
          <ac:spMkLst>
            <pc:docMk/>
            <pc:sldMk cId="2831811310" sldId="277"/>
            <ac:spMk id="35" creationId="{F2A967BE-0C07-EA06-EBE6-B59DE6D698B1}"/>
          </ac:spMkLst>
        </pc:spChg>
        <pc:spChg chg="mod">
          <ac:chgData name="Chestnut, Temple D" userId="8e081a02-258a-4ece-b13b-54445b3f68be" providerId="ADAL" clId="{06D05B33-AE18-4E0A-A68F-E1335D5AF8CF}" dt="2024-04-19T21:17:10.814" v="1465" actId="207"/>
          <ac:spMkLst>
            <pc:docMk/>
            <pc:sldMk cId="2831811310" sldId="277"/>
            <ac:spMk id="36" creationId="{CC3B0001-2BD4-B346-8BB5-D6204698DEDA}"/>
          </ac:spMkLst>
        </pc:spChg>
        <pc:spChg chg="mod">
          <ac:chgData name="Chestnut, Temple D" userId="8e081a02-258a-4ece-b13b-54445b3f68be" providerId="ADAL" clId="{06D05B33-AE18-4E0A-A68F-E1335D5AF8CF}" dt="2024-04-19T21:17:20.482" v="1469" actId="20577"/>
          <ac:spMkLst>
            <pc:docMk/>
            <pc:sldMk cId="2831811310" sldId="277"/>
            <ac:spMk id="37" creationId="{B48DF018-11CA-C6DC-4015-3F312ABB87CC}"/>
          </ac:spMkLst>
        </pc:spChg>
        <pc:spChg chg="mod">
          <ac:chgData name="Chestnut, Temple D" userId="8e081a02-258a-4ece-b13b-54445b3f68be" providerId="ADAL" clId="{06D05B33-AE18-4E0A-A68F-E1335D5AF8CF}" dt="2024-04-19T21:17:38.046" v="1470" actId="571"/>
          <ac:spMkLst>
            <pc:docMk/>
            <pc:sldMk cId="2831811310" sldId="277"/>
            <ac:spMk id="39" creationId="{41BE5EBE-4420-7817-C620-2841ECEBB807}"/>
          </ac:spMkLst>
        </pc:spChg>
        <pc:spChg chg="mod">
          <ac:chgData name="Chestnut, Temple D" userId="8e081a02-258a-4ece-b13b-54445b3f68be" providerId="ADAL" clId="{06D05B33-AE18-4E0A-A68F-E1335D5AF8CF}" dt="2024-04-19T21:22:14.826" v="1508" actId="1038"/>
          <ac:spMkLst>
            <pc:docMk/>
            <pc:sldMk cId="2831811310" sldId="277"/>
            <ac:spMk id="40" creationId="{D0D9DCCE-840F-BE7D-74EE-63AC25516ED5}"/>
          </ac:spMkLst>
        </pc:spChg>
        <pc:spChg chg="mod">
          <ac:chgData name="Chestnut, Temple D" userId="8e081a02-258a-4ece-b13b-54445b3f68be" providerId="ADAL" clId="{06D05B33-AE18-4E0A-A68F-E1335D5AF8CF}" dt="2024-04-19T21:18:04.453" v="1475" actId="20577"/>
          <ac:spMkLst>
            <pc:docMk/>
            <pc:sldMk cId="2831811310" sldId="277"/>
            <ac:spMk id="41" creationId="{AA22F956-C453-97D9-F5FB-87396C43607F}"/>
          </ac:spMkLst>
        </pc:spChg>
        <pc:spChg chg="mod">
          <ac:chgData name="Chestnut, Temple D" userId="8e081a02-258a-4ece-b13b-54445b3f68be" providerId="ADAL" clId="{06D05B33-AE18-4E0A-A68F-E1335D5AF8CF}" dt="2024-04-19T21:18:24.346" v="1478" actId="571"/>
          <ac:spMkLst>
            <pc:docMk/>
            <pc:sldMk cId="2831811310" sldId="277"/>
            <ac:spMk id="43" creationId="{B21BB481-2C34-B16E-1B3D-ABACA54EF59B}"/>
          </ac:spMkLst>
        </pc:spChg>
        <pc:spChg chg="mod">
          <ac:chgData name="Chestnut, Temple D" userId="8e081a02-258a-4ece-b13b-54445b3f68be" providerId="ADAL" clId="{06D05B33-AE18-4E0A-A68F-E1335D5AF8CF}" dt="2024-04-19T21:18:34.202" v="1483" actId="207"/>
          <ac:spMkLst>
            <pc:docMk/>
            <pc:sldMk cId="2831811310" sldId="277"/>
            <ac:spMk id="44" creationId="{C9F0BCFB-3BD1-1A45-EB26-1B64AAE73500}"/>
          </ac:spMkLst>
        </pc:spChg>
        <pc:spChg chg="mod">
          <ac:chgData name="Chestnut, Temple D" userId="8e081a02-258a-4ece-b13b-54445b3f68be" providerId="ADAL" clId="{06D05B33-AE18-4E0A-A68F-E1335D5AF8CF}" dt="2024-04-19T21:18:27.131" v="1482" actId="20577"/>
          <ac:spMkLst>
            <pc:docMk/>
            <pc:sldMk cId="2831811310" sldId="277"/>
            <ac:spMk id="45" creationId="{15F66731-9085-88B9-D080-05679AD4EAE8}"/>
          </ac:spMkLst>
        </pc:spChg>
        <pc:spChg chg="add del mod">
          <ac:chgData name="Chestnut, Temple D" userId="8e081a02-258a-4ece-b13b-54445b3f68be" providerId="ADAL" clId="{06D05B33-AE18-4E0A-A68F-E1335D5AF8CF}" dt="2024-04-19T21:28:32.282" v="1546" actId="478"/>
          <ac:spMkLst>
            <pc:docMk/>
            <pc:sldMk cId="2831811310" sldId="277"/>
            <ac:spMk id="46" creationId="{C4168271-502B-59B5-4E9A-B4F69FDB91D7}"/>
          </ac:spMkLst>
        </pc:spChg>
        <pc:spChg chg="add mod ord topLvl">
          <ac:chgData name="Chestnut, Temple D" userId="8e081a02-258a-4ece-b13b-54445b3f68be" providerId="ADAL" clId="{06D05B33-AE18-4E0A-A68F-E1335D5AF8CF}" dt="2024-04-19T22:19:41.318" v="2018" actId="164"/>
          <ac:spMkLst>
            <pc:docMk/>
            <pc:sldMk cId="2831811310" sldId="277"/>
            <ac:spMk id="47" creationId="{A9F91520-602A-C998-ADE1-DCF77EFE9113}"/>
          </ac:spMkLst>
        </pc:spChg>
        <pc:spChg chg="add mod topLvl">
          <ac:chgData name="Chestnut, Temple D" userId="8e081a02-258a-4ece-b13b-54445b3f68be" providerId="ADAL" clId="{06D05B33-AE18-4E0A-A68F-E1335D5AF8CF}" dt="2024-04-19T22:19:41.318" v="2018" actId="164"/>
          <ac:spMkLst>
            <pc:docMk/>
            <pc:sldMk cId="2831811310" sldId="277"/>
            <ac:spMk id="58" creationId="{37A4C7CE-61E7-1362-2BFE-F4E885E96B9E}"/>
          </ac:spMkLst>
        </pc:spChg>
        <pc:spChg chg="add del mod">
          <ac:chgData name="Chestnut, Temple D" userId="8e081a02-258a-4ece-b13b-54445b3f68be" providerId="ADAL" clId="{06D05B33-AE18-4E0A-A68F-E1335D5AF8CF}" dt="2024-04-19T21:31:21.595" v="1582" actId="478"/>
          <ac:spMkLst>
            <pc:docMk/>
            <pc:sldMk cId="2831811310" sldId="277"/>
            <ac:spMk id="59" creationId="{4293533C-759B-0DF4-B682-9ECC0DFDA9AF}"/>
          </ac:spMkLst>
        </pc:spChg>
        <pc:spChg chg="add mod topLvl">
          <ac:chgData name="Chestnut, Temple D" userId="8e081a02-258a-4ece-b13b-54445b3f68be" providerId="ADAL" clId="{06D05B33-AE18-4E0A-A68F-E1335D5AF8CF}" dt="2024-04-19T22:19:41.318" v="2018" actId="164"/>
          <ac:spMkLst>
            <pc:docMk/>
            <pc:sldMk cId="2831811310" sldId="277"/>
            <ac:spMk id="61" creationId="{92222B71-BC1B-29DA-871D-927253A36007}"/>
          </ac:spMkLst>
        </pc:spChg>
        <pc:spChg chg="add mod topLvl">
          <ac:chgData name="Chestnut, Temple D" userId="8e081a02-258a-4ece-b13b-54445b3f68be" providerId="ADAL" clId="{06D05B33-AE18-4E0A-A68F-E1335D5AF8CF}" dt="2024-04-19T22:19:41.318" v="2018" actId="164"/>
          <ac:spMkLst>
            <pc:docMk/>
            <pc:sldMk cId="2831811310" sldId="277"/>
            <ac:spMk id="63" creationId="{92BFEED4-99AD-DAF0-1DCF-3B8081A052EF}"/>
          </ac:spMkLst>
        </pc:spChg>
        <pc:spChg chg="add mod topLvl">
          <ac:chgData name="Chestnut, Temple D" userId="8e081a02-258a-4ece-b13b-54445b3f68be" providerId="ADAL" clId="{06D05B33-AE18-4E0A-A68F-E1335D5AF8CF}" dt="2024-04-19T22:19:41.318" v="2018" actId="164"/>
          <ac:spMkLst>
            <pc:docMk/>
            <pc:sldMk cId="2831811310" sldId="277"/>
            <ac:spMk id="64" creationId="{9784DA80-57B9-6307-2F96-3BC95D1FC9D2}"/>
          </ac:spMkLst>
        </pc:spChg>
        <pc:spChg chg="mod topLvl">
          <ac:chgData name="Chestnut, Temple D" userId="8e081a02-258a-4ece-b13b-54445b3f68be" providerId="ADAL" clId="{06D05B33-AE18-4E0A-A68F-E1335D5AF8CF}" dt="2024-04-19T22:20:11.501" v="2023" actId="164"/>
          <ac:spMkLst>
            <pc:docMk/>
            <pc:sldMk cId="2831811310" sldId="277"/>
            <ac:spMk id="70" creationId="{22CD1185-A5B4-5878-1891-DA6E3D5CB748}"/>
          </ac:spMkLst>
        </pc:spChg>
        <pc:spChg chg="mod topLvl">
          <ac:chgData name="Chestnut, Temple D" userId="8e081a02-258a-4ece-b13b-54445b3f68be" providerId="ADAL" clId="{06D05B33-AE18-4E0A-A68F-E1335D5AF8CF}" dt="2024-04-19T22:20:11.501" v="2023" actId="164"/>
          <ac:spMkLst>
            <pc:docMk/>
            <pc:sldMk cId="2831811310" sldId="277"/>
            <ac:spMk id="71" creationId="{A2D92238-7A53-6BBE-3B45-2CEA06A81E71}"/>
          </ac:spMkLst>
        </pc:spChg>
        <pc:spChg chg="mod topLvl">
          <ac:chgData name="Chestnut, Temple D" userId="8e081a02-258a-4ece-b13b-54445b3f68be" providerId="ADAL" clId="{06D05B33-AE18-4E0A-A68F-E1335D5AF8CF}" dt="2024-04-19T22:20:11.501" v="2023" actId="164"/>
          <ac:spMkLst>
            <pc:docMk/>
            <pc:sldMk cId="2831811310" sldId="277"/>
            <ac:spMk id="72" creationId="{6EBD7E04-FEC8-446B-ECCF-A6F10CA26AE8}"/>
          </ac:spMkLst>
        </pc:spChg>
        <pc:spChg chg="mod topLvl">
          <ac:chgData name="Chestnut, Temple D" userId="8e081a02-258a-4ece-b13b-54445b3f68be" providerId="ADAL" clId="{06D05B33-AE18-4E0A-A68F-E1335D5AF8CF}" dt="2024-04-19T22:20:11.501" v="2023" actId="164"/>
          <ac:spMkLst>
            <pc:docMk/>
            <pc:sldMk cId="2831811310" sldId="277"/>
            <ac:spMk id="73" creationId="{E4E2C73E-4A5B-83B0-CE41-97680CAB5997}"/>
          </ac:spMkLst>
        </pc:spChg>
        <pc:spChg chg="mod topLvl">
          <ac:chgData name="Chestnut, Temple D" userId="8e081a02-258a-4ece-b13b-54445b3f68be" providerId="ADAL" clId="{06D05B33-AE18-4E0A-A68F-E1335D5AF8CF}" dt="2024-04-19T22:23:45.555" v="2046" actId="14100"/>
          <ac:spMkLst>
            <pc:docMk/>
            <pc:sldMk cId="2831811310" sldId="277"/>
            <ac:spMk id="74" creationId="{96E22125-105B-ECFC-E3E6-D4201FF6308B}"/>
          </ac:spMkLst>
        </pc:spChg>
        <pc:spChg chg="mod topLvl">
          <ac:chgData name="Chestnut, Temple D" userId="8e081a02-258a-4ece-b13b-54445b3f68be" providerId="ADAL" clId="{06D05B33-AE18-4E0A-A68F-E1335D5AF8CF}" dt="2024-04-19T22:20:21.766" v="2026" actId="164"/>
          <ac:spMkLst>
            <pc:docMk/>
            <pc:sldMk cId="2831811310" sldId="277"/>
            <ac:spMk id="77" creationId="{42C39399-14AA-9854-A323-3AA08F983DDE}"/>
          </ac:spMkLst>
        </pc:spChg>
        <pc:spChg chg="mod topLvl">
          <ac:chgData name="Chestnut, Temple D" userId="8e081a02-258a-4ece-b13b-54445b3f68be" providerId="ADAL" clId="{06D05B33-AE18-4E0A-A68F-E1335D5AF8CF}" dt="2024-04-19T22:20:21.766" v="2026" actId="164"/>
          <ac:spMkLst>
            <pc:docMk/>
            <pc:sldMk cId="2831811310" sldId="277"/>
            <ac:spMk id="79" creationId="{5375BE14-822F-7FEB-8CAB-F2DA33A8A0D8}"/>
          </ac:spMkLst>
        </pc:spChg>
        <pc:spChg chg="mod topLvl">
          <ac:chgData name="Chestnut, Temple D" userId="8e081a02-258a-4ece-b13b-54445b3f68be" providerId="ADAL" clId="{06D05B33-AE18-4E0A-A68F-E1335D5AF8CF}" dt="2024-04-19T22:20:21.766" v="2026" actId="164"/>
          <ac:spMkLst>
            <pc:docMk/>
            <pc:sldMk cId="2831811310" sldId="277"/>
            <ac:spMk id="80" creationId="{8C3932AE-70FC-4F25-0068-A000DC49E78D}"/>
          </ac:spMkLst>
        </pc:spChg>
        <pc:spChg chg="mod topLvl">
          <ac:chgData name="Chestnut, Temple D" userId="8e081a02-258a-4ece-b13b-54445b3f68be" providerId="ADAL" clId="{06D05B33-AE18-4E0A-A68F-E1335D5AF8CF}" dt="2024-04-19T22:20:21.766" v="2026" actId="164"/>
          <ac:spMkLst>
            <pc:docMk/>
            <pc:sldMk cId="2831811310" sldId="277"/>
            <ac:spMk id="81" creationId="{122300CA-D36B-21F4-E005-DF99A6B1EABE}"/>
          </ac:spMkLst>
        </pc:spChg>
        <pc:spChg chg="mod topLvl">
          <ac:chgData name="Chestnut, Temple D" userId="8e081a02-258a-4ece-b13b-54445b3f68be" providerId="ADAL" clId="{06D05B33-AE18-4E0A-A68F-E1335D5AF8CF}" dt="2024-04-19T22:20:21.766" v="2026" actId="164"/>
          <ac:spMkLst>
            <pc:docMk/>
            <pc:sldMk cId="2831811310" sldId="277"/>
            <ac:spMk id="82" creationId="{E4219A6B-214E-0721-0F19-ECE96AC8F47C}"/>
          </ac:spMkLst>
        </pc:spChg>
        <pc:spChg chg="add del mod ord">
          <ac:chgData name="Chestnut, Temple D" userId="8e081a02-258a-4ece-b13b-54445b3f68be" providerId="ADAL" clId="{06D05B33-AE18-4E0A-A68F-E1335D5AF8CF}" dt="2024-04-20T17:09:33.521" v="4176" actId="478"/>
          <ac:spMkLst>
            <pc:docMk/>
            <pc:sldMk cId="2831811310" sldId="277"/>
            <ac:spMk id="95" creationId="{1F979B46-BFCD-CB9C-8D20-E55A7EBDA782}"/>
          </ac:spMkLst>
        </pc:spChg>
        <pc:spChg chg="add mod ord">
          <ac:chgData name="Chestnut, Temple D" userId="8e081a02-258a-4ece-b13b-54445b3f68be" providerId="ADAL" clId="{06D05B33-AE18-4E0A-A68F-E1335D5AF8CF}" dt="2024-04-20T17:18:41.675" v="4232" actId="164"/>
          <ac:spMkLst>
            <pc:docMk/>
            <pc:sldMk cId="2831811310" sldId="277"/>
            <ac:spMk id="100" creationId="{F99F95AA-3456-B481-11CB-D16FB5B8CA8A}"/>
          </ac:spMkLst>
        </pc:spChg>
        <pc:spChg chg="add mod">
          <ac:chgData name="Chestnut, Temple D" userId="8e081a02-258a-4ece-b13b-54445b3f68be" providerId="ADAL" clId="{06D05B33-AE18-4E0A-A68F-E1335D5AF8CF}" dt="2024-04-20T17:19:36.280" v="4266" actId="1036"/>
          <ac:spMkLst>
            <pc:docMk/>
            <pc:sldMk cId="2831811310" sldId="277"/>
            <ac:spMk id="101" creationId="{9DE90C9A-C574-A734-7C12-4A1C29A3DFCA}"/>
          </ac:spMkLst>
        </pc:spChg>
        <pc:spChg chg="add mod">
          <ac:chgData name="Chestnut, Temple D" userId="8e081a02-258a-4ece-b13b-54445b3f68be" providerId="ADAL" clId="{06D05B33-AE18-4E0A-A68F-E1335D5AF8CF}" dt="2024-04-20T17:22:22.313" v="4356" actId="1035"/>
          <ac:spMkLst>
            <pc:docMk/>
            <pc:sldMk cId="2831811310" sldId="277"/>
            <ac:spMk id="103" creationId="{EB8CA781-AD5C-E667-3297-FD6B99B60463}"/>
          </ac:spMkLst>
        </pc:spChg>
        <pc:spChg chg="add mod">
          <ac:chgData name="Chestnut, Temple D" userId="8e081a02-258a-4ece-b13b-54445b3f68be" providerId="ADAL" clId="{06D05B33-AE18-4E0A-A68F-E1335D5AF8CF}" dt="2024-04-20T17:22:49.894" v="4374" actId="1076"/>
          <ac:spMkLst>
            <pc:docMk/>
            <pc:sldMk cId="2831811310" sldId="277"/>
            <ac:spMk id="104" creationId="{53E416BB-CA6F-5313-6F53-9F8EA5F09D6F}"/>
          </ac:spMkLst>
        </pc:spChg>
        <pc:grpChg chg="add del mod">
          <ac:chgData name="Chestnut, Temple D" userId="8e081a02-258a-4ece-b13b-54445b3f68be" providerId="ADAL" clId="{06D05B33-AE18-4E0A-A68F-E1335D5AF8CF}" dt="2024-04-19T21:19:34.208" v="1487" actId="1076"/>
          <ac:grpSpMkLst>
            <pc:docMk/>
            <pc:sldMk cId="2831811310" sldId="277"/>
            <ac:grpSpMk id="6" creationId="{D0E2C6AF-37D1-7D4D-DE7A-6A120F01C5F2}"/>
          </ac:grpSpMkLst>
        </pc:grpChg>
        <pc:grpChg chg="add del mod">
          <ac:chgData name="Chestnut, Temple D" userId="8e081a02-258a-4ece-b13b-54445b3f68be" providerId="ADAL" clId="{06D05B33-AE18-4E0A-A68F-E1335D5AF8CF}" dt="2024-04-19T21:07:20.721" v="1266" actId="478"/>
          <ac:grpSpMkLst>
            <pc:docMk/>
            <pc:sldMk cId="2831811310" sldId="277"/>
            <ac:grpSpMk id="7" creationId="{DDA68031-51DE-4D74-B23F-0D9E85EA7C32}"/>
          </ac:grpSpMkLst>
        </pc:grpChg>
        <pc:grpChg chg="add del mod">
          <ac:chgData name="Chestnut, Temple D" userId="8e081a02-258a-4ece-b13b-54445b3f68be" providerId="ADAL" clId="{06D05B33-AE18-4E0A-A68F-E1335D5AF8CF}" dt="2024-04-19T21:08:33.853" v="1273" actId="478"/>
          <ac:grpSpMkLst>
            <pc:docMk/>
            <pc:sldMk cId="2831811310" sldId="277"/>
            <ac:grpSpMk id="12" creationId="{A53D7D3F-AB99-3AD7-C8FE-EAB53B121B43}"/>
          </ac:grpSpMkLst>
        </pc:grpChg>
        <pc:grpChg chg="add mod">
          <ac:chgData name="Chestnut, Temple D" userId="8e081a02-258a-4ece-b13b-54445b3f68be" providerId="ADAL" clId="{06D05B33-AE18-4E0A-A68F-E1335D5AF8CF}" dt="2024-04-19T21:19:34.208" v="1487" actId="1076"/>
          <ac:grpSpMkLst>
            <pc:docMk/>
            <pc:sldMk cId="2831811310" sldId="277"/>
            <ac:grpSpMk id="17" creationId="{BB8FB7D7-C757-6D9B-5EAF-C4EA3E3D10A2}"/>
          </ac:grpSpMkLst>
        </pc:grpChg>
        <pc:grpChg chg="add mod">
          <ac:chgData name="Chestnut, Temple D" userId="8e081a02-258a-4ece-b13b-54445b3f68be" providerId="ADAL" clId="{06D05B33-AE18-4E0A-A68F-E1335D5AF8CF}" dt="2024-04-19T21:19:34.208" v="1487" actId="1076"/>
          <ac:grpSpMkLst>
            <pc:docMk/>
            <pc:sldMk cId="2831811310" sldId="277"/>
            <ac:grpSpMk id="22" creationId="{49C06AD5-703D-70BA-1425-DA5036E3D36F}"/>
          </ac:grpSpMkLst>
        </pc:grpChg>
        <pc:grpChg chg="add mod">
          <ac:chgData name="Chestnut, Temple D" userId="8e081a02-258a-4ece-b13b-54445b3f68be" providerId="ADAL" clId="{06D05B33-AE18-4E0A-A68F-E1335D5AF8CF}" dt="2024-04-19T21:19:34.208" v="1487" actId="1076"/>
          <ac:grpSpMkLst>
            <pc:docMk/>
            <pc:sldMk cId="2831811310" sldId="277"/>
            <ac:grpSpMk id="26" creationId="{57D2A8AF-56F9-A71B-3156-F6F207B0CA3F}"/>
          </ac:grpSpMkLst>
        </pc:grpChg>
        <pc:grpChg chg="add mod">
          <ac:chgData name="Chestnut, Temple D" userId="8e081a02-258a-4ece-b13b-54445b3f68be" providerId="ADAL" clId="{06D05B33-AE18-4E0A-A68F-E1335D5AF8CF}" dt="2024-04-19T21:19:34.208" v="1487" actId="1076"/>
          <ac:grpSpMkLst>
            <pc:docMk/>
            <pc:sldMk cId="2831811310" sldId="277"/>
            <ac:grpSpMk id="30" creationId="{2ADC6EB4-F907-A671-D481-AFF1A382FAD3}"/>
          </ac:grpSpMkLst>
        </pc:grpChg>
        <pc:grpChg chg="add mod">
          <ac:chgData name="Chestnut, Temple D" userId="8e081a02-258a-4ece-b13b-54445b3f68be" providerId="ADAL" clId="{06D05B33-AE18-4E0A-A68F-E1335D5AF8CF}" dt="2024-04-19T21:19:34.208" v="1487" actId="1076"/>
          <ac:grpSpMkLst>
            <pc:docMk/>
            <pc:sldMk cId="2831811310" sldId="277"/>
            <ac:grpSpMk id="34" creationId="{98364AFA-F5A0-AD2F-0D09-F348A5AEABA7}"/>
          </ac:grpSpMkLst>
        </pc:grpChg>
        <pc:grpChg chg="add mod">
          <ac:chgData name="Chestnut, Temple D" userId="8e081a02-258a-4ece-b13b-54445b3f68be" providerId="ADAL" clId="{06D05B33-AE18-4E0A-A68F-E1335D5AF8CF}" dt="2024-04-19T21:19:34.208" v="1487" actId="1076"/>
          <ac:grpSpMkLst>
            <pc:docMk/>
            <pc:sldMk cId="2831811310" sldId="277"/>
            <ac:grpSpMk id="38" creationId="{C1F06A0B-4FAC-8F72-91D4-E256D3EAE5A6}"/>
          </ac:grpSpMkLst>
        </pc:grpChg>
        <pc:grpChg chg="add mod">
          <ac:chgData name="Chestnut, Temple D" userId="8e081a02-258a-4ece-b13b-54445b3f68be" providerId="ADAL" clId="{06D05B33-AE18-4E0A-A68F-E1335D5AF8CF}" dt="2024-04-19T21:19:34.208" v="1487" actId="1076"/>
          <ac:grpSpMkLst>
            <pc:docMk/>
            <pc:sldMk cId="2831811310" sldId="277"/>
            <ac:grpSpMk id="42" creationId="{8304EB55-CCE3-16FF-BF2D-B500836B54E2}"/>
          </ac:grpSpMkLst>
        </pc:grpChg>
        <pc:grpChg chg="add del mod topLvl">
          <ac:chgData name="Chestnut, Temple D" userId="8e081a02-258a-4ece-b13b-54445b3f68be" providerId="ADAL" clId="{06D05B33-AE18-4E0A-A68F-E1335D5AF8CF}" dt="2024-04-19T21:46:23.588" v="1768" actId="165"/>
          <ac:grpSpMkLst>
            <pc:docMk/>
            <pc:sldMk cId="2831811310" sldId="277"/>
            <ac:grpSpMk id="67" creationId="{20A1029D-AD6F-1D00-6F1F-AB74E7AF9C2C}"/>
          </ac:grpSpMkLst>
        </pc:grpChg>
        <pc:grpChg chg="add del mod topLvl">
          <ac:chgData name="Chestnut, Temple D" userId="8e081a02-258a-4ece-b13b-54445b3f68be" providerId="ADAL" clId="{06D05B33-AE18-4E0A-A68F-E1335D5AF8CF}" dt="2024-04-19T21:46:27.911" v="1769" actId="165"/>
          <ac:grpSpMkLst>
            <pc:docMk/>
            <pc:sldMk cId="2831811310" sldId="277"/>
            <ac:grpSpMk id="68" creationId="{538D4285-610F-2FC5-F27F-5CF4586D5D8F}"/>
          </ac:grpSpMkLst>
        </pc:grpChg>
        <pc:grpChg chg="add del mod topLvl">
          <ac:chgData name="Chestnut, Temple D" userId="8e081a02-258a-4ece-b13b-54445b3f68be" providerId="ADAL" clId="{06D05B33-AE18-4E0A-A68F-E1335D5AF8CF}" dt="2024-04-19T21:46:34.093" v="1770" actId="165"/>
          <ac:grpSpMkLst>
            <pc:docMk/>
            <pc:sldMk cId="2831811310" sldId="277"/>
            <ac:grpSpMk id="76" creationId="{3FA1CD7C-1D7A-D2F6-2298-EB21A23ADFC9}"/>
          </ac:grpSpMkLst>
        </pc:grpChg>
        <pc:grpChg chg="add del mod">
          <ac:chgData name="Chestnut, Temple D" userId="8e081a02-258a-4ece-b13b-54445b3f68be" providerId="ADAL" clId="{06D05B33-AE18-4E0A-A68F-E1335D5AF8CF}" dt="2024-04-19T21:46:14.466" v="1767" actId="165"/>
          <ac:grpSpMkLst>
            <pc:docMk/>
            <pc:sldMk cId="2831811310" sldId="277"/>
            <ac:grpSpMk id="84" creationId="{EFA461B6-F53A-0AA3-B562-547AA37A2E9E}"/>
          </ac:grpSpMkLst>
        </pc:grpChg>
        <pc:grpChg chg="add del mod">
          <ac:chgData name="Chestnut, Temple D" userId="8e081a02-258a-4ece-b13b-54445b3f68be" providerId="ADAL" clId="{06D05B33-AE18-4E0A-A68F-E1335D5AF8CF}" dt="2024-04-19T23:17:11.393" v="2185" actId="21"/>
          <ac:grpSpMkLst>
            <pc:docMk/>
            <pc:sldMk cId="2831811310" sldId="277"/>
            <ac:grpSpMk id="85" creationId="{FAF677E5-DDC1-6732-6295-F7ECA043FEAA}"/>
          </ac:grpSpMkLst>
        </pc:grpChg>
        <pc:grpChg chg="add mod">
          <ac:chgData name="Chestnut, Temple D" userId="8e081a02-258a-4ece-b13b-54445b3f68be" providerId="ADAL" clId="{06D05B33-AE18-4E0A-A68F-E1335D5AF8CF}" dt="2024-04-19T22:24:59.162" v="2055" actId="164"/>
          <ac:grpSpMkLst>
            <pc:docMk/>
            <pc:sldMk cId="2831811310" sldId="277"/>
            <ac:grpSpMk id="86" creationId="{D082AF7C-85D1-0EA7-6FF8-2924A99D601D}"/>
          </ac:grpSpMkLst>
        </pc:grpChg>
        <pc:grpChg chg="add del mod">
          <ac:chgData name="Chestnut, Temple D" userId="8e081a02-258a-4ece-b13b-54445b3f68be" providerId="ADAL" clId="{06D05B33-AE18-4E0A-A68F-E1335D5AF8CF}" dt="2024-04-19T23:17:11.393" v="2185" actId="21"/>
          <ac:grpSpMkLst>
            <pc:docMk/>
            <pc:sldMk cId="2831811310" sldId="277"/>
            <ac:grpSpMk id="87" creationId="{208A6E21-775A-CBB7-1B42-0671214A396A}"/>
          </ac:grpSpMkLst>
        </pc:grpChg>
        <pc:grpChg chg="add del mod">
          <ac:chgData name="Chestnut, Temple D" userId="8e081a02-258a-4ece-b13b-54445b3f68be" providerId="ADAL" clId="{06D05B33-AE18-4E0A-A68F-E1335D5AF8CF}" dt="2024-04-19T23:17:11.393" v="2185" actId="21"/>
          <ac:grpSpMkLst>
            <pc:docMk/>
            <pc:sldMk cId="2831811310" sldId="277"/>
            <ac:grpSpMk id="92" creationId="{C10B6892-D288-1084-6CDE-FBF31CB6E9B7}"/>
          </ac:grpSpMkLst>
        </pc:grpChg>
        <pc:grpChg chg="add mod ord">
          <ac:chgData name="Chestnut, Temple D" userId="8e081a02-258a-4ece-b13b-54445b3f68be" providerId="ADAL" clId="{06D05B33-AE18-4E0A-A68F-E1335D5AF8CF}" dt="2024-04-20T17:20:03.248" v="4267" actId="1076"/>
          <ac:grpSpMkLst>
            <pc:docMk/>
            <pc:sldMk cId="2831811310" sldId="277"/>
            <ac:grpSpMk id="102" creationId="{9AA04846-F8B5-6FD0-95D5-119D1D9F6BEC}"/>
          </ac:grpSpMkLst>
        </pc:grpChg>
        <pc:picChg chg="add del mod">
          <ac:chgData name="Chestnut, Temple D" userId="8e081a02-258a-4ece-b13b-54445b3f68be" providerId="ADAL" clId="{06D05B33-AE18-4E0A-A68F-E1335D5AF8CF}" dt="2024-04-20T17:06:50.382" v="4150" actId="478"/>
          <ac:picMkLst>
            <pc:docMk/>
            <pc:sldMk cId="2831811310" sldId="277"/>
            <ac:picMk id="94" creationId="{BFE9E038-776F-8C63-60A4-15CC86AAAACA}"/>
          </ac:picMkLst>
        </pc:picChg>
        <pc:picChg chg="add del mod ord">
          <ac:chgData name="Chestnut, Temple D" userId="8e081a02-258a-4ece-b13b-54445b3f68be" providerId="ADAL" clId="{06D05B33-AE18-4E0A-A68F-E1335D5AF8CF}" dt="2024-04-20T17:09:29.834" v="4175" actId="478"/>
          <ac:picMkLst>
            <pc:docMk/>
            <pc:sldMk cId="2831811310" sldId="277"/>
            <ac:picMk id="97" creationId="{F0A71DBA-3B9D-D607-F412-54FA2C79E1C6}"/>
          </ac:picMkLst>
        </pc:picChg>
        <pc:picChg chg="add mod ord">
          <ac:chgData name="Chestnut, Temple D" userId="8e081a02-258a-4ece-b13b-54445b3f68be" providerId="ADAL" clId="{06D05B33-AE18-4E0A-A68F-E1335D5AF8CF}" dt="2024-04-20T17:17:03.968" v="4199" actId="1076"/>
          <ac:picMkLst>
            <pc:docMk/>
            <pc:sldMk cId="2831811310" sldId="277"/>
            <ac:picMk id="99" creationId="{E6CA1985-DDB3-EEEC-4CF3-7F575D48DCC3}"/>
          </ac:picMkLst>
        </pc:picChg>
        <pc:cxnChg chg="add mod ord topLvl">
          <ac:chgData name="Chestnut, Temple D" userId="8e081a02-258a-4ece-b13b-54445b3f68be" providerId="ADAL" clId="{06D05B33-AE18-4E0A-A68F-E1335D5AF8CF}" dt="2024-04-19T23:17:11.393" v="2185" actId="21"/>
          <ac:cxnSpMkLst>
            <pc:docMk/>
            <pc:sldMk cId="2831811310" sldId="277"/>
            <ac:cxnSpMk id="49" creationId="{C09EB160-A6E5-31A6-577D-C164C0CDD57B}"/>
          </ac:cxnSpMkLst>
        </pc:cxnChg>
        <pc:cxnChg chg="add del">
          <ac:chgData name="Chestnut, Temple D" userId="8e081a02-258a-4ece-b13b-54445b3f68be" providerId="ADAL" clId="{06D05B33-AE18-4E0A-A68F-E1335D5AF8CF}" dt="2024-04-19T21:29:23.706" v="1550" actId="478"/>
          <ac:cxnSpMkLst>
            <pc:docMk/>
            <pc:sldMk cId="2831811310" sldId="277"/>
            <ac:cxnSpMk id="51" creationId="{355FC76E-C25B-BDE6-DB90-8DE1766F7166}"/>
          </ac:cxnSpMkLst>
        </pc:cxnChg>
        <pc:cxnChg chg="add del mod">
          <ac:chgData name="Chestnut, Temple D" userId="8e081a02-258a-4ece-b13b-54445b3f68be" providerId="ADAL" clId="{06D05B33-AE18-4E0A-A68F-E1335D5AF8CF}" dt="2024-04-19T21:36:39.611" v="1602" actId="478"/>
          <ac:cxnSpMkLst>
            <pc:docMk/>
            <pc:sldMk cId="2831811310" sldId="277"/>
            <ac:cxnSpMk id="52" creationId="{E6E0EBE2-DF23-0A47-69BD-E80B87A17768}"/>
          </ac:cxnSpMkLst>
        </pc:cxnChg>
        <pc:cxnChg chg="add mod topLvl">
          <ac:chgData name="Chestnut, Temple D" userId="8e081a02-258a-4ece-b13b-54445b3f68be" providerId="ADAL" clId="{06D05B33-AE18-4E0A-A68F-E1335D5AF8CF}" dt="2024-04-19T22:19:41.318" v="2018" actId="164"/>
          <ac:cxnSpMkLst>
            <pc:docMk/>
            <pc:sldMk cId="2831811310" sldId="277"/>
            <ac:cxnSpMk id="65" creationId="{BA724E34-E404-67DC-ED26-30256ED4E05A}"/>
          </ac:cxnSpMkLst>
        </pc:cxnChg>
        <pc:cxnChg chg="mod ord topLvl">
          <ac:chgData name="Chestnut, Temple D" userId="8e081a02-258a-4ece-b13b-54445b3f68be" providerId="ADAL" clId="{06D05B33-AE18-4E0A-A68F-E1335D5AF8CF}" dt="2024-04-19T23:17:11.393" v="2185" actId="21"/>
          <ac:cxnSpMkLst>
            <pc:docMk/>
            <pc:sldMk cId="2831811310" sldId="277"/>
            <ac:cxnSpMk id="69" creationId="{D6025A8E-ACD5-C4A7-C079-1E2802D893A8}"/>
          </ac:cxnSpMkLst>
        </pc:cxnChg>
        <pc:cxnChg chg="del mod topLvl">
          <ac:chgData name="Chestnut, Temple D" userId="8e081a02-258a-4ece-b13b-54445b3f68be" providerId="ADAL" clId="{06D05B33-AE18-4E0A-A68F-E1335D5AF8CF}" dt="2024-04-19T22:24:24.381" v="2050" actId="478"/>
          <ac:cxnSpMkLst>
            <pc:docMk/>
            <pc:sldMk cId="2831811310" sldId="277"/>
            <ac:cxnSpMk id="75" creationId="{69798308-B357-9FDB-2A68-922623583FF0}"/>
          </ac:cxnSpMkLst>
        </pc:cxnChg>
        <pc:cxnChg chg="mod topLvl">
          <ac:chgData name="Chestnut, Temple D" userId="8e081a02-258a-4ece-b13b-54445b3f68be" providerId="ADAL" clId="{06D05B33-AE18-4E0A-A68F-E1335D5AF8CF}" dt="2024-04-19T23:17:11.393" v="2185" actId="21"/>
          <ac:cxnSpMkLst>
            <pc:docMk/>
            <pc:sldMk cId="2831811310" sldId="277"/>
            <ac:cxnSpMk id="78" creationId="{85AB9447-41A9-BB6E-49F2-F41CE1749A47}"/>
          </ac:cxnSpMkLst>
        </pc:cxnChg>
        <pc:cxnChg chg="mod topLvl">
          <ac:chgData name="Chestnut, Temple D" userId="8e081a02-258a-4ece-b13b-54445b3f68be" providerId="ADAL" clId="{06D05B33-AE18-4E0A-A68F-E1335D5AF8CF}" dt="2024-04-19T22:20:21.766" v="2026" actId="164"/>
          <ac:cxnSpMkLst>
            <pc:docMk/>
            <pc:sldMk cId="2831811310" sldId="277"/>
            <ac:cxnSpMk id="83" creationId="{010EB56E-5B02-FE0F-5052-AE65252C6744}"/>
          </ac:cxnSpMkLst>
        </pc:cxnChg>
        <pc:cxnChg chg="add mod">
          <ac:chgData name="Chestnut, Temple D" userId="8e081a02-258a-4ece-b13b-54445b3f68be" providerId="ADAL" clId="{06D05B33-AE18-4E0A-A68F-E1335D5AF8CF}" dt="2024-04-19T22:24:59.162" v="2055" actId="164"/>
          <ac:cxnSpMkLst>
            <pc:docMk/>
            <pc:sldMk cId="2831811310" sldId="277"/>
            <ac:cxnSpMk id="91" creationId="{9DED4C95-427A-CAFB-3803-AAF08DFBFD74}"/>
          </ac:cxnSpMkLst>
        </pc:cxnChg>
      </pc:sldChg>
      <pc:sldChg chg="addSp delSp modSp new del mod setBg">
        <pc:chgData name="Chestnut, Temple D" userId="8e081a02-258a-4ece-b13b-54445b3f68be" providerId="ADAL" clId="{06D05B33-AE18-4E0A-A68F-E1335D5AF8CF}" dt="2024-04-19T20:33:48.773" v="873" actId="47"/>
        <pc:sldMkLst>
          <pc:docMk/>
          <pc:sldMk cId="3850828120" sldId="277"/>
        </pc:sldMkLst>
        <pc:cxnChg chg="add del mod">
          <ac:chgData name="Chestnut, Temple D" userId="8e081a02-258a-4ece-b13b-54445b3f68be" providerId="ADAL" clId="{06D05B33-AE18-4E0A-A68F-E1335D5AF8CF}" dt="2024-04-19T20:33:47.450" v="872" actId="478"/>
          <ac:cxnSpMkLst>
            <pc:docMk/>
            <pc:sldMk cId="3850828120" sldId="277"/>
            <ac:cxnSpMk id="3" creationId="{B72BAE9D-0090-07BE-23DC-A11BBC38E7B4}"/>
          </ac:cxnSpMkLst>
        </pc:cxnChg>
      </pc:sldChg>
      <pc:sldChg chg="addSp delSp modSp add mod modTransition delAnim modAnim modNotesTx">
        <pc:chgData name="Chestnut, Temple D" userId="8e081a02-258a-4ece-b13b-54445b3f68be" providerId="ADAL" clId="{06D05B33-AE18-4E0A-A68F-E1335D5AF8CF}" dt="2024-04-20T21:15:53.091" v="5652" actId="20577"/>
        <pc:sldMkLst>
          <pc:docMk/>
          <pc:sldMk cId="1230464823" sldId="278"/>
        </pc:sldMkLst>
        <pc:spChg chg="add del mod">
          <ac:chgData name="Chestnut, Temple D" userId="8e081a02-258a-4ece-b13b-54445b3f68be" providerId="ADAL" clId="{06D05B33-AE18-4E0A-A68F-E1335D5AF8CF}" dt="2024-04-19T22:16:06.608" v="2000" actId="47"/>
          <ac:spMkLst>
            <pc:docMk/>
            <pc:sldMk cId="1230464823" sldId="278"/>
            <ac:spMk id="8" creationId="{7F1115BA-AB6F-E1C2-BAF3-052A3832C58A}"/>
          </ac:spMkLst>
        </pc:spChg>
        <pc:spChg chg="mod">
          <ac:chgData name="Chestnut, Temple D" userId="8e081a02-258a-4ece-b13b-54445b3f68be" providerId="ADAL" clId="{06D05B33-AE18-4E0A-A68F-E1335D5AF8CF}" dt="2024-04-19T23:17:14.076" v="2186"/>
          <ac:spMkLst>
            <pc:docMk/>
            <pc:sldMk cId="1230464823" sldId="278"/>
            <ac:spMk id="47" creationId="{A9F91520-602A-C998-ADE1-DCF77EFE9113}"/>
          </ac:spMkLst>
        </pc:spChg>
        <pc:spChg chg="mod">
          <ac:chgData name="Chestnut, Temple D" userId="8e081a02-258a-4ece-b13b-54445b3f68be" providerId="ADAL" clId="{06D05B33-AE18-4E0A-A68F-E1335D5AF8CF}" dt="2024-04-19T23:17:14.076" v="2186"/>
          <ac:spMkLst>
            <pc:docMk/>
            <pc:sldMk cId="1230464823" sldId="278"/>
            <ac:spMk id="58" creationId="{37A4C7CE-61E7-1362-2BFE-F4E885E96B9E}"/>
          </ac:spMkLst>
        </pc:spChg>
        <pc:spChg chg="mod">
          <ac:chgData name="Chestnut, Temple D" userId="8e081a02-258a-4ece-b13b-54445b3f68be" providerId="ADAL" clId="{06D05B33-AE18-4E0A-A68F-E1335D5AF8CF}" dt="2024-04-19T23:17:14.076" v="2186"/>
          <ac:spMkLst>
            <pc:docMk/>
            <pc:sldMk cId="1230464823" sldId="278"/>
            <ac:spMk id="61" creationId="{92222B71-BC1B-29DA-871D-927253A36007}"/>
          </ac:spMkLst>
        </pc:spChg>
        <pc:spChg chg="mod">
          <ac:chgData name="Chestnut, Temple D" userId="8e081a02-258a-4ece-b13b-54445b3f68be" providerId="ADAL" clId="{06D05B33-AE18-4E0A-A68F-E1335D5AF8CF}" dt="2024-04-19T23:17:14.076" v="2186"/>
          <ac:spMkLst>
            <pc:docMk/>
            <pc:sldMk cId="1230464823" sldId="278"/>
            <ac:spMk id="63" creationId="{92BFEED4-99AD-DAF0-1DCF-3B8081A052EF}"/>
          </ac:spMkLst>
        </pc:spChg>
        <pc:spChg chg="mod">
          <ac:chgData name="Chestnut, Temple D" userId="8e081a02-258a-4ece-b13b-54445b3f68be" providerId="ADAL" clId="{06D05B33-AE18-4E0A-A68F-E1335D5AF8CF}" dt="2024-04-19T23:17:14.076" v="2186"/>
          <ac:spMkLst>
            <pc:docMk/>
            <pc:sldMk cId="1230464823" sldId="278"/>
            <ac:spMk id="64" creationId="{9784DA80-57B9-6307-2F96-3BC95D1FC9D2}"/>
          </ac:spMkLst>
        </pc:spChg>
        <pc:spChg chg="mod">
          <ac:chgData name="Chestnut, Temple D" userId="8e081a02-258a-4ece-b13b-54445b3f68be" providerId="ADAL" clId="{06D05B33-AE18-4E0A-A68F-E1335D5AF8CF}" dt="2024-04-19T23:17:14.076" v="2186"/>
          <ac:spMkLst>
            <pc:docMk/>
            <pc:sldMk cId="1230464823" sldId="278"/>
            <ac:spMk id="70" creationId="{22CD1185-A5B4-5878-1891-DA6E3D5CB748}"/>
          </ac:spMkLst>
        </pc:spChg>
        <pc:spChg chg="mod">
          <ac:chgData name="Chestnut, Temple D" userId="8e081a02-258a-4ece-b13b-54445b3f68be" providerId="ADAL" clId="{06D05B33-AE18-4E0A-A68F-E1335D5AF8CF}" dt="2024-04-19T23:17:14.076" v="2186"/>
          <ac:spMkLst>
            <pc:docMk/>
            <pc:sldMk cId="1230464823" sldId="278"/>
            <ac:spMk id="71" creationId="{A2D92238-7A53-6BBE-3B45-2CEA06A81E71}"/>
          </ac:spMkLst>
        </pc:spChg>
        <pc:spChg chg="mod">
          <ac:chgData name="Chestnut, Temple D" userId="8e081a02-258a-4ece-b13b-54445b3f68be" providerId="ADAL" clId="{06D05B33-AE18-4E0A-A68F-E1335D5AF8CF}" dt="2024-04-19T23:17:14.076" v="2186"/>
          <ac:spMkLst>
            <pc:docMk/>
            <pc:sldMk cId="1230464823" sldId="278"/>
            <ac:spMk id="72" creationId="{6EBD7E04-FEC8-446B-ECCF-A6F10CA26AE8}"/>
          </ac:spMkLst>
        </pc:spChg>
        <pc:spChg chg="mod">
          <ac:chgData name="Chestnut, Temple D" userId="8e081a02-258a-4ece-b13b-54445b3f68be" providerId="ADAL" clId="{06D05B33-AE18-4E0A-A68F-E1335D5AF8CF}" dt="2024-04-19T23:17:14.076" v="2186"/>
          <ac:spMkLst>
            <pc:docMk/>
            <pc:sldMk cId="1230464823" sldId="278"/>
            <ac:spMk id="73" creationId="{E4E2C73E-4A5B-83B0-CE41-97680CAB5997}"/>
          </ac:spMkLst>
        </pc:spChg>
        <pc:spChg chg="mod">
          <ac:chgData name="Chestnut, Temple D" userId="8e081a02-258a-4ece-b13b-54445b3f68be" providerId="ADAL" clId="{06D05B33-AE18-4E0A-A68F-E1335D5AF8CF}" dt="2024-04-19T23:21:34.663" v="2223" actId="20577"/>
          <ac:spMkLst>
            <pc:docMk/>
            <pc:sldMk cId="1230464823" sldId="278"/>
            <ac:spMk id="74" creationId="{96E22125-105B-ECFC-E3E6-D4201FF6308B}"/>
          </ac:spMkLst>
        </pc:spChg>
        <pc:spChg chg="mod">
          <ac:chgData name="Chestnut, Temple D" userId="8e081a02-258a-4ece-b13b-54445b3f68be" providerId="ADAL" clId="{06D05B33-AE18-4E0A-A68F-E1335D5AF8CF}" dt="2024-04-19T23:17:14.076" v="2186"/>
          <ac:spMkLst>
            <pc:docMk/>
            <pc:sldMk cId="1230464823" sldId="278"/>
            <ac:spMk id="77" creationId="{42C39399-14AA-9854-A323-3AA08F983DDE}"/>
          </ac:spMkLst>
        </pc:spChg>
        <pc:spChg chg="mod">
          <ac:chgData name="Chestnut, Temple D" userId="8e081a02-258a-4ece-b13b-54445b3f68be" providerId="ADAL" clId="{06D05B33-AE18-4E0A-A68F-E1335D5AF8CF}" dt="2024-04-19T23:17:14.076" v="2186"/>
          <ac:spMkLst>
            <pc:docMk/>
            <pc:sldMk cId="1230464823" sldId="278"/>
            <ac:spMk id="79" creationId="{5375BE14-822F-7FEB-8CAB-F2DA33A8A0D8}"/>
          </ac:spMkLst>
        </pc:spChg>
        <pc:spChg chg="mod">
          <ac:chgData name="Chestnut, Temple D" userId="8e081a02-258a-4ece-b13b-54445b3f68be" providerId="ADAL" clId="{06D05B33-AE18-4E0A-A68F-E1335D5AF8CF}" dt="2024-04-19T23:17:14.076" v="2186"/>
          <ac:spMkLst>
            <pc:docMk/>
            <pc:sldMk cId="1230464823" sldId="278"/>
            <ac:spMk id="80" creationId="{8C3932AE-70FC-4F25-0068-A000DC49E78D}"/>
          </ac:spMkLst>
        </pc:spChg>
        <pc:spChg chg="mod">
          <ac:chgData name="Chestnut, Temple D" userId="8e081a02-258a-4ece-b13b-54445b3f68be" providerId="ADAL" clId="{06D05B33-AE18-4E0A-A68F-E1335D5AF8CF}" dt="2024-04-19T23:17:14.076" v="2186"/>
          <ac:spMkLst>
            <pc:docMk/>
            <pc:sldMk cId="1230464823" sldId="278"/>
            <ac:spMk id="81" creationId="{122300CA-D36B-21F4-E005-DF99A6B1EABE}"/>
          </ac:spMkLst>
        </pc:spChg>
        <pc:spChg chg="mod">
          <ac:chgData name="Chestnut, Temple D" userId="8e081a02-258a-4ece-b13b-54445b3f68be" providerId="ADAL" clId="{06D05B33-AE18-4E0A-A68F-E1335D5AF8CF}" dt="2024-04-19T23:17:14.076" v="2186"/>
          <ac:spMkLst>
            <pc:docMk/>
            <pc:sldMk cId="1230464823" sldId="278"/>
            <ac:spMk id="82" creationId="{E4219A6B-214E-0721-0F19-ECE96AC8F47C}"/>
          </ac:spMkLst>
        </pc:spChg>
        <pc:grpChg chg="mod">
          <ac:chgData name="Chestnut, Temple D" userId="8e081a02-258a-4ece-b13b-54445b3f68be" providerId="ADAL" clId="{06D05B33-AE18-4E0A-A68F-E1335D5AF8CF}" dt="2024-04-19T23:18:09.884" v="2191" actId="1076"/>
          <ac:grpSpMkLst>
            <pc:docMk/>
            <pc:sldMk cId="1230464823" sldId="278"/>
            <ac:grpSpMk id="6" creationId="{D0E2C6AF-37D1-7D4D-DE7A-6A120F01C5F2}"/>
          </ac:grpSpMkLst>
        </pc:grpChg>
        <pc:grpChg chg="add mod">
          <ac:chgData name="Chestnut, Temple D" userId="8e081a02-258a-4ece-b13b-54445b3f68be" providerId="ADAL" clId="{06D05B33-AE18-4E0A-A68F-E1335D5AF8CF}" dt="2024-04-19T23:18:07.873" v="2190" actId="1076"/>
          <ac:grpSpMkLst>
            <pc:docMk/>
            <pc:sldMk cId="1230464823" sldId="278"/>
            <ac:grpSpMk id="85" creationId="{FAF677E5-DDC1-6732-6295-F7ECA043FEAA}"/>
          </ac:grpSpMkLst>
        </pc:grpChg>
        <pc:grpChg chg="mod">
          <ac:chgData name="Chestnut, Temple D" userId="8e081a02-258a-4ece-b13b-54445b3f68be" providerId="ADAL" clId="{06D05B33-AE18-4E0A-A68F-E1335D5AF8CF}" dt="2024-04-19T23:17:14.076" v="2186"/>
          <ac:grpSpMkLst>
            <pc:docMk/>
            <pc:sldMk cId="1230464823" sldId="278"/>
            <ac:grpSpMk id="86" creationId="{D082AF7C-85D1-0EA7-6FF8-2924A99D601D}"/>
          </ac:grpSpMkLst>
        </pc:grpChg>
        <pc:grpChg chg="add mod">
          <ac:chgData name="Chestnut, Temple D" userId="8e081a02-258a-4ece-b13b-54445b3f68be" providerId="ADAL" clId="{06D05B33-AE18-4E0A-A68F-E1335D5AF8CF}" dt="2024-04-19T23:18:25.879" v="2218" actId="1035"/>
          <ac:grpSpMkLst>
            <pc:docMk/>
            <pc:sldMk cId="1230464823" sldId="278"/>
            <ac:grpSpMk id="87" creationId="{208A6E21-775A-CBB7-1B42-0671214A396A}"/>
          </ac:grpSpMkLst>
        </pc:grpChg>
        <pc:grpChg chg="add mod">
          <ac:chgData name="Chestnut, Temple D" userId="8e081a02-258a-4ece-b13b-54445b3f68be" providerId="ADAL" clId="{06D05B33-AE18-4E0A-A68F-E1335D5AF8CF}" dt="2024-04-19T23:18:07.873" v="2190" actId="1076"/>
          <ac:grpSpMkLst>
            <pc:docMk/>
            <pc:sldMk cId="1230464823" sldId="278"/>
            <ac:grpSpMk id="92" creationId="{C10B6892-D288-1084-6CDE-FBF31CB6E9B7}"/>
          </ac:grpSpMkLst>
        </pc:grpChg>
        <pc:graphicFrameChg chg="add del mod modGraphic">
          <ac:chgData name="Chestnut, Temple D" userId="8e081a02-258a-4ece-b13b-54445b3f68be" providerId="ADAL" clId="{06D05B33-AE18-4E0A-A68F-E1335D5AF8CF}" dt="2024-04-19T23:16:55.071" v="2184" actId="478"/>
          <ac:graphicFrameMkLst>
            <pc:docMk/>
            <pc:sldMk cId="1230464823" sldId="278"/>
            <ac:graphicFrameMk id="7" creationId="{6E514CF4-86CB-7F28-2F18-EE8BE7339DF7}"/>
          </ac:graphicFrameMkLst>
        </pc:graphicFrameChg>
        <pc:cxnChg chg="mod">
          <ac:chgData name="Chestnut, Temple D" userId="8e081a02-258a-4ece-b13b-54445b3f68be" providerId="ADAL" clId="{06D05B33-AE18-4E0A-A68F-E1335D5AF8CF}" dt="2024-04-19T23:17:14.076" v="2186"/>
          <ac:cxnSpMkLst>
            <pc:docMk/>
            <pc:sldMk cId="1230464823" sldId="278"/>
            <ac:cxnSpMk id="49" creationId="{C09EB160-A6E5-31A6-577D-C164C0CDD57B}"/>
          </ac:cxnSpMkLst>
        </pc:cxnChg>
        <pc:cxnChg chg="mod">
          <ac:chgData name="Chestnut, Temple D" userId="8e081a02-258a-4ece-b13b-54445b3f68be" providerId="ADAL" clId="{06D05B33-AE18-4E0A-A68F-E1335D5AF8CF}" dt="2024-04-19T23:17:14.076" v="2186"/>
          <ac:cxnSpMkLst>
            <pc:docMk/>
            <pc:sldMk cId="1230464823" sldId="278"/>
            <ac:cxnSpMk id="65" creationId="{BA724E34-E404-67DC-ED26-30256ED4E05A}"/>
          </ac:cxnSpMkLst>
        </pc:cxnChg>
        <pc:cxnChg chg="mod">
          <ac:chgData name="Chestnut, Temple D" userId="8e081a02-258a-4ece-b13b-54445b3f68be" providerId="ADAL" clId="{06D05B33-AE18-4E0A-A68F-E1335D5AF8CF}" dt="2024-04-19T23:17:14.076" v="2186"/>
          <ac:cxnSpMkLst>
            <pc:docMk/>
            <pc:sldMk cId="1230464823" sldId="278"/>
            <ac:cxnSpMk id="69" creationId="{D6025A8E-ACD5-C4A7-C079-1E2802D893A8}"/>
          </ac:cxnSpMkLst>
        </pc:cxnChg>
        <pc:cxnChg chg="mod">
          <ac:chgData name="Chestnut, Temple D" userId="8e081a02-258a-4ece-b13b-54445b3f68be" providerId="ADAL" clId="{06D05B33-AE18-4E0A-A68F-E1335D5AF8CF}" dt="2024-04-19T23:17:14.076" v="2186"/>
          <ac:cxnSpMkLst>
            <pc:docMk/>
            <pc:sldMk cId="1230464823" sldId="278"/>
            <ac:cxnSpMk id="78" creationId="{85AB9447-41A9-BB6E-49F2-F41CE1749A47}"/>
          </ac:cxnSpMkLst>
        </pc:cxnChg>
        <pc:cxnChg chg="mod">
          <ac:chgData name="Chestnut, Temple D" userId="8e081a02-258a-4ece-b13b-54445b3f68be" providerId="ADAL" clId="{06D05B33-AE18-4E0A-A68F-E1335D5AF8CF}" dt="2024-04-19T23:17:14.076" v="2186"/>
          <ac:cxnSpMkLst>
            <pc:docMk/>
            <pc:sldMk cId="1230464823" sldId="278"/>
            <ac:cxnSpMk id="83" creationId="{010EB56E-5B02-FE0F-5052-AE65252C6744}"/>
          </ac:cxnSpMkLst>
        </pc:cxnChg>
        <pc:cxnChg chg="mod">
          <ac:chgData name="Chestnut, Temple D" userId="8e081a02-258a-4ece-b13b-54445b3f68be" providerId="ADAL" clId="{06D05B33-AE18-4E0A-A68F-E1335D5AF8CF}" dt="2024-04-19T23:17:14.076" v="2186"/>
          <ac:cxnSpMkLst>
            <pc:docMk/>
            <pc:sldMk cId="1230464823" sldId="278"/>
            <ac:cxnSpMk id="91" creationId="{9DED4C95-427A-CAFB-3803-AAF08DFBFD74}"/>
          </ac:cxnSpMkLst>
        </pc:cxnChg>
      </pc:sldChg>
      <pc:sldChg chg="addSp modSp new del mod modAnim modNotesTx">
        <pc:chgData name="Chestnut, Temple D" userId="8e081a02-258a-4ece-b13b-54445b3f68be" providerId="ADAL" clId="{06D05B33-AE18-4E0A-A68F-E1335D5AF8CF}" dt="2024-04-19T20:51:58.594" v="1140" actId="47"/>
        <pc:sldMkLst>
          <pc:docMk/>
          <pc:sldMk cId="1903649395" sldId="278"/>
        </pc:sldMkLst>
        <pc:graphicFrameChg chg="add mod modGraphic">
          <ac:chgData name="Chestnut, Temple D" userId="8e081a02-258a-4ece-b13b-54445b3f68be" providerId="ADAL" clId="{06D05B33-AE18-4E0A-A68F-E1335D5AF8CF}" dt="2024-04-19T20:41:25.621" v="1136" actId="20577"/>
          <ac:graphicFrameMkLst>
            <pc:docMk/>
            <pc:sldMk cId="1903649395" sldId="278"/>
            <ac:graphicFrameMk id="2" creationId="{111EC47C-50AE-823D-78BE-4E896868CB0E}"/>
          </ac:graphicFrameMkLst>
        </pc:graphicFrameChg>
      </pc:sldChg>
      <pc:sldChg chg="modSp add del mod">
        <pc:chgData name="Chestnut, Temple D" userId="8e081a02-258a-4ece-b13b-54445b3f68be" providerId="ADAL" clId="{06D05B33-AE18-4E0A-A68F-E1335D5AF8CF}" dt="2024-04-19T21:22:22.702" v="1510" actId="47"/>
        <pc:sldMkLst>
          <pc:docMk/>
          <pc:sldMk cId="2282986130" sldId="278"/>
        </pc:sldMkLst>
        <pc:spChg chg="mod">
          <ac:chgData name="Chestnut, Temple D" userId="8e081a02-258a-4ece-b13b-54445b3f68be" providerId="ADAL" clId="{06D05B33-AE18-4E0A-A68F-E1335D5AF8CF}" dt="2024-04-19T21:20:42.243" v="1495" actId="14100"/>
          <ac:spMkLst>
            <pc:docMk/>
            <pc:sldMk cId="2282986130" sldId="278"/>
            <ac:spMk id="2" creationId="{54452DFB-FCAC-5042-C955-6BD8B9D27F8B}"/>
          </ac:spMkLst>
        </pc:spChg>
        <pc:grpChg chg="mod">
          <ac:chgData name="Chestnut, Temple D" userId="8e081a02-258a-4ece-b13b-54445b3f68be" providerId="ADAL" clId="{06D05B33-AE18-4E0A-A68F-E1335D5AF8CF}" dt="2024-04-19T21:20:51.058" v="1497" actId="1076"/>
          <ac:grpSpMkLst>
            <pc:docMk/>
            <pc:sldMk cId="2282986130" sldId="278"/>
            <ac:grpSpMk id="6" creationId="{D0E2C6AF-37D1-7D4D-DE7A-6A120F01C5F2}"/>
          </ac:grpSpMkLst>
        </pc:grpChg>
        <pc:grpChg chg="mod">
          <ac:chgData name="Chestnut, Temple D" userId="8e081a02-258a-4ece-b13b-54445b3f68be" providerId="ADAL" clId="{06D05B33-AE18-4E0A-A68F-E1335D5AF8CF}" dt="2024-04-19T21:20:13.013" v="1490" actId="1076"/>
          <ac:grpSpMkLst>
            <pc:docMk/>
            <pc:sldMk cId="2282986130" sldId="278"/>
            <ac:grpSpMk id="42" creationId="{8304EB55-CCE3-16FF-BF2D-B500836B54E2}"/>
          </ac:grpSpMkLst>
        </pc:grpChg>
      </pc:sldChg>
      <pc:sldChg chg="addSp modSp new del mod">
        <pc:chgData name="Chestnut, Temple D" userId="8e081a02-258a-4ece-b13b-54445b3f68be" providerId="ADAL" clId="{06D05B33-AE18-4E0A-A68F-E1335D5AF8CF}" dt="2024-04-19T20:28:07.600" v="857" actId="47"/>
        <pc:sldMkLst>
          <pc:docMk/>
          <pc:sldMk cId="2868537026" sldId="278"/>
        </pc:sldMkLst>
        <pc:graphicFrameChg chg="add mod modGraphic">
          <ac:chgData name="Chestnut, Temple D" userId="8e081a02-258a-4ece-b13b-54445b3f68be" providerId="ADAL" clId="{06D05B33-AE18-4E0A-A68F-E1335D5AF8CF}" dt="2024-04-19T19:53:52.484" v="738" actId="20577"/>
          <ac:graphicFrameMkLst>
            <pc:docMk/>
            <pc:sldMk cId="2868537026" sldId="278"/>
            <ac:graphicFrameMk id="2" creationId="{C3956A13-D236-A4F9-E070-72522832810B}"/>
          </ac:graphicFrameMkLst>
        </pc:graphicFrameChg>
      </pc:sldChg>
      <pc:sldChg chg="addSp delSp modSp add mod modTransition modAnim modNotesTx">
        <pc:chgData name="Chestnut, Temple D" userId="8e081a02-258a-4ece-b13b-54445b3f68be" providerId="ADAL" clId="{06D05B33-AE18-4E0A-A68F-E1335D5AF8CF}" dt="2024-04-20T21:17:49.067" v="5658" actId="20577"/>
        <pc:sldMkLst>
          <pc:docMk/>
          <pc:sldMk cId="1907636169" sldId="279"/>
        </pc:sldMkLst>
        <pc:spChg chg="add del">
          <ac:chgData name="Chestnut, Temple D" userId="8e081a02-258a-4ece-b13b-54445b3f68be" providerId="ADAL" clId="{06D05B33-AE18-4E0A-A68F-E1335D5AF8CF}" dt="2024-04-19T22:46:46.904" v="2177" actId="22"/>
          <ac:spMkLst>
            <pc:docMk/>
            <pc:sldMk cId="1907636169" sldId="279"/>
            <ac:spMk id="8" creationId="{D98D9CB9-4577-193F-D7DB-BB05BB8D5AF8}"/>
          </ac:spMkLst>
        </pc:spChg>
        <pc:grpChg chg="mod">
          <ac:chgData name="Chestnut, Temple D" userId="8e081a02-258a-4ece-b13b-54445b3f68be" providerId="ADAL" clId="{06D05B33-AE18-4E0A-A68F-E1335D5AF8CF}" dt="2024-04-19T23:16:00.841" v="2179" actId="1076"/>
          <ac:grpSpMkLst>
            <pc:docMk/>
            <pc:sldMk cId="1907636169" sldId="279"/>
            <ac:grpSpMk id="17" creationId="{BB8FB7D7-C757-6D9B-5EAF-C4EA3E3D10A2}"/>
          </ac:grpSpMkLst>
        </pc:grpChg>
        <pc:graphicFrameChg chg="add mod">
          <ac:chgData name="Chestnut, Temple D" userId="8e081a02-258a-4ece-b13b-54445b3f68be" providerId="ADAL" clId="{06D05B33-AE18-4E0A-A68F-E1335D5AF8CF}" dt="2024-04-19T23:16:48.373" v="2183" actId="1076"/>
          <ac:graphicFrameMkLst>
            <pc:docMk/>
            <pc:sldMk cId="1907636169" sldId="279"/>
            <ac:graphicFrameMk id="9" creationId="{44560A81-2B07-7F9C-1AE9-0E2DC923442F}"/>
          </ac:graphicFrameMkLst>
        </pc:graphicFrameChg>
      </pc:sldChg>
      <pc:sldChg chg="modSp add del mod">
        <pc:chgData name="Chestnut, Temple D" userId="8e081a02-258a-4ece-b13b-54445b3f68be" providerId="ADAL" clId="{06D05B33-AE18-4E0A-A68F-E1335D5AF8CF}" dt="2024-04-19T21:22:21.251" v="1509" actId="47"/>
        <pc:sldMkLst>
          <pc:docMk/>
          <pc:sldMk cId="3644299063" sldId="279"/>
        </pc:sldMkLst>
        <pc:grpChg chg="mod">
          <ac:chgData name="Chestnut, Temple D" userId="8e081a02-258a-4ece-b13b-54445b3f68be" providerId="ADAL" clId="{06D05B33-AE18-4E0A-A68F-E1335D5AF8CF}" dt="2024-04-19T21:21:08.928" v="1499" actId="1076"/>
          <ac:grpSpMkLst>
            <pc:docMk/>
            <pc:sldMk cId="3644299063" sldId="279"/>
            <ac:grpSpMk id="17" creationId="{BB8FB7D7-C757-6D9B-5EAF-C4EA3E3D10A2}"/>
          </ac:grpSpMkLst>
        </pc:grpChg>
      </pc:sldChg>
      <pc:sldChg chg="addSp delSp modSp add mod modTransition modAnim modNotesTx">
        <pc:chgData name="Chestnut, Temple D" userId="8e081a02-258a-4ece-b13b-54445b3f68be" providerId="ADAL" clId="{06D05B33-AE18-4E0A-A68F-E1335D5AF8CF}" dt="2024-04-20T21:18:11.770" v="5665" actId="20577"/>
        <pc:sldMkLst>
          <pc:docMk/>
          <pc:sldMk cId="165641208" sldId="280"/>
        </pc:sldMkLst>
        <pc:spChg chg="add mod">
          <ac:chgData name="Chestnut, Temple D" userId="8e081a02-258a-4ece-b13b-54445b3f68be" providerId="ADAL" clId="{06D05B33-AE18-4E0A-A68F-E1335D5AF8CF}" dt="2024-04-19T23:31:42.907" v="2394" actId="1076"/>
          <ac:spMkLst>
            <pc:docMk/>
            <pc:sldMk cId="165641208" sldId="280"/>
            <ac:spMk id="9" creationId="{9702B12C-6CE6-9741-F8D1-20ACB353A053}"/>
          </ac:spMkLst>
        </pc:spChg>
        <pc:spChg chg="add mod">
          <ac:chgData name="Chestnut, Temple D" userId="8e081a02-258a-4ece-b13b-54445b3f68be" providerId="ADAL" clId="{06D05B33-AE18-4E0A-A68F-E1335D5AF8CF}" dt="2024-04-19T23:31:33.210" v="2392" actId="1036"/>
          <ac:spMkLst>
            <pc:docMk/>
            <pc:sldMk cId="165641208" sldId="280"/>
            <ac:spMk id="10" creationId="{22617A55-2F67-7369-FD87-63261218EA69}"/>
          </ac:spMkLst>
        </pc:spChg>
        <pc:spChg chg="add mod">
          <ac:chgData name="Chestnut, Temple D" userId="8e081a02-258a-4ece-b13b-54445b3f68be" providerId="ADAL" clId="{06D05B33-AE18-4E0A-A68F-E1335D5AF8CF}" dt="2024-04-19T23:31:39.375" v="2393" actId="1076"/>
          <ac:spMkLst>
            <pc:docMk/>
            <pc:sldMk cId="165641208" sldId="280"/>
            <ac:spMk id="11" creationId="{5E4EEAE4-AD71-461D-98AD-AF84B385AB2E}"/>
          </ac:spMkLst>
        </pc:spChg>
        <pc:grpChg chg="mod">
          <ac:chgData name="Chestnut, Temple D" userId="8e081a02-258a-4ece-b13b-54445b3f68be" providerId="ADAL" clId="{06D05B33-AE18-4E0A-A68F-E1335D5AF8CF}" dt="2024-04-19T23:31:46.130" v="2395" actId="1076"/>
          <ac:grpSpMkLst>
            <pc:docMk/>
            <pc:sldMk cId="165641208" sldId="280"/>
            <ac:grpSpMk id="22" creationId="{49C06AD5-703D-70BA-1425-DA5036E3D36F}"/>
          </ac:grpSpMkLst>
        </pc:grpChg>
        <pc:graphicFrameChg chg="add del mod modGraphic">
          <ac:chgData name="Chestnut, Temple D" userId="8e081a02-258a-4ece-b13b-54445b3f68be" providerId="ADAL" clId="{06D05B33-AE18-4E0A-A68F-E1335D5AF8CF}" dt="2024-04-19T23:24:37.407" v="2226" actId="478"/>
          <ac:graphicFrameMkLst>
            <pc:docMk/>
            <pc:sldMk cId="165641208" sldId="280"/>
            <ac:graphicFrameMk id="7" creationId="{2D58FE7D-2B2B-9062-6A7F-07DD4852FF1E}"/>
          </ac:graphicFrameMkLst>
        </pc:graphicFrameChg>
        <pc:graphicFrameChg chg="add mod modGraphic">
          <ac:chgData name="Chestnut, Temple D" userId="8e081a02-258a-4ece-b13b-54445b3f68be" providerId="ADAL" clId="{06D05B33-AE18-4E0A-A68F-E1335D5AF8CF}" dt="2024-04-19T23:31:48.682" v="2398" actId="1037"/>
          <ac:graphicFrameMkLst>
            <pc:docMk/>
            <pc:sldMk cId="165641208" sldId="280"/>
            <ac:graphicFrameMk id="8" creationId="{910CDBA5-5571-5B31-13D0-0A41EC042170}"/>
          </ac:graphicFrameMkLst>
        </pc:graphicFrameChg>
      </pc:sldChg>
      <pc:sldChg chg="addSp delSp modSp add mod modTransition delAnim modAnim modNotesTx">
        <pc:chgData name="Chestnut, Temple D" userId="8e081a02-258a-4ece-b13b-54445b3f68be" providerId="ADAL" clId="{06D05B33-AE18-4E0A-A68F-E1335D5AF8CF}" dt="2024-04-20T21:27:10.818" v="5675" actId="20577"/>
        <pc:sldMkLst>
          <pc:docMk/>
          <pc:sldMk cId="694857951" sldId="281"/>
        </pc:sldMkLst>
        <pc:spChg chg="add mod">
          <ac:chgData name="Chestnut, Temple D" userId="8e081a02-258a-4ece-b13b-54445b3f68be" providerId="ADAL" clId="{06D05B33-AE18-4E0A-A68F-E1335D5AF8CF}" dt="2024-04-20T13:40:23.821" v="2805" actId="1076"/>
          <ac:spMkLst>
            <pc:docMk/>
            <pc:sldMk cId="694857951" sldId="281"/>
            <ac:spMk id="8" creationId="{F5BEFC47-39ED-24A6-CF95-024F77F72811}"/>
          </ac:spMkLst>
        </pc:spChg>
        <pc:spChg chg="add del">
          <ac:chgData name="Chestnut, Temple D" userId="8e081a02-258a-4ece-b13b-54445b3f68be" providerId="ADAL" clId="{06D05B33-AE18-4E0A-A68F-E1335D5AF8CF}" dt="2024-04-20T13:13:12.376" v="2452" actId="478"/>
          <ac:spMkLst>
            <pc:docMk/>
            <pc:sldMk cId="694857951" sldId="281"/>
            <ac:spMk id="47" creationId="{D106AC46-D515-519E-FC2F-37D76E0313EC}"/>
          </ac:spMkLst>
        </pc:spChg>
        <pc:spChg chg="add del mod">
          <ac:chgData name="Chestnut, Temple D" userId="8e081a02-258a-4ece-b13b-54445b3f68be" providerId="ADAL" clId="{06D05B33-AE18-4E0A-A68F-E1335D5AF8CF}" dt="2024-04-20T13:17:48.012" v="2553" actId="478"/>
          <ac:spMkLst>
            <pc:docMk/>
            <pc:sldMk cId="694857951" sldId="281"/>
            <ac:spMk id="48" creationId="{2AA6D494-C253-ACB8-9DC5-0E41B98C42AD}"/>
          </ac:spMkLst>
        </pc:spChg>
        <pc:spChg chg="add mod">
          <ac:chgData name="Chestnut, Temple D" userId="8e081a02-258a-4ece-b13b-54445b3f68be" providerId="ADAL" clId="{06D05B33-AE18-4E0A-A68F-E1335D5AF8CF}" dt="2024-04-20T13:14:45.952" v="2484" actId="20577"/>
          <ac:spMkLst>
            <pc:docMk/>
            <pc:sldMk cId="694857951" sldId="281"/>
            <ac:spMk id="49" creationId="{F3E67775-7F3E-B907-8AF1-00027B8F2469}"/>
          </ac:spMkLst>
        </pc:spChg>
        <pc:spChg chg="add del mod">
          <ac:chgData name="Chestnut, Temple D" userId="8e081a02-258a-4ece-b13b-54445b3f68be" providerId="ADAL" clId="{06D05B33-AE18-4E0A-A68F-E1335D5AF8CF}" dt="2024-04-20T13:17:46.756" v="2552" actId="478"/>
          <ac:spMkLst>
            <pc:docMk/>
            <pc:sldMk cId="694857951" sldId="281"/>
            <ac:spMk id="50" creationId="{9AFA1CBE-668F-E248-7FB2-B589516AE689}"/>
          </ac:spMkLst>
        </pc:spChg>
        <pc:spChg chg="add mod">
          <ac:chgData name="Chestnut, Temple D" userId="8e081a02-258a-4ece-b13b-54445b3f68be" providerId="ADAL" clId="{06D05B33-AE18-4E0A-A68F-E1335D5AF8CF}" dt="2024-04-20T13:40:47.518" v="2808" actId="207"/>
          <ac:spMkLst>
            <pc:docMk/>
            <pc:sldMk cId="694857951" sldId="281"/>
            <ac:spMk id="51" creationId="{BC7F70C6-F077-2142-65E9-B2008518374F}"/>
          </ac:spMkLst>
        </pc:spChg>
        <pc:spChg chg="add del mod">
          <ac:chgData name="Chestnut, Temple D" userId="8e081a02-258a-4ece-b13b-54445b3f68be" providerId="ADAL" clId="{06D05B33-AE18-4E0A-A68F-E1335D5AF8CF}" dt="2024-04-20T13:33:31.121" v="2669"/>
          <ac:spMkLst>
            <pc:docMk/>
            <pc:sldMk cId="694857951" sldId="281"/>
            <ac:spMk id="61" creationId="{C0FDFCE7-091D-C781-D7AD-84D9D14CCC4A}"/>
          </ac:spMkLst>
        </pc:spChg>
        <pc:spChg chg="add mod">
          <ac:chgData name="Chestnut, Temple D" userId="8e081a02-258a-4ece-b13b-54445b3f68be" providerId="ADAL" clId="{06D05B33-AE18-4E0A-A68F-E1335D5AF8CF}" dt="2024-04-20T13:40:36.324" v="2806" actId="1076"/>
          <ac:spMkLst>
            <pc:docMk/>
            <pc:sldMk cId="694857951" sldId="281"/>
            <ac:spMk id="62" creationId="{20F8A07D-0092-370E-7BD3-01DA42CD0502}"/>
          </ac:spMkLst>
        </pc:spChg>
        <pc:spChg chg="add mod">
          <ac:chgData name="Chestnut, Temple D" userId="8e081a02-258a-4ece-b13b-54445b3f68be" providerId="ADAL" clId="{06D05B33-AE18-4E0A-A68F-E1335D5AF8CF}" dt="2024-04-20T13:52:43.216" v="3013" actId="1076"/>
          <ac:spMkLst>
            <pc:docMk/>
            <pc:sldMk cId="694857951" sldId="281"/>
            <ac:spMk id="66" creationId="{24C7A83E-032E-FCE2-CEB1-6965A80CF654}"/>
          </ac:spMkLst>
        </pc:spChg>
        <pc:spChg chg="add mod">
          <ac:chgData name="Chestnut, Temple D" userId="8e081a02-258a-4ece-b13b-54445b3f68be" providerId="ADAL" clId="{06D05B33-AE18-4E0A-A68F-E1335D5AF8CF}" dt="2024-04-20T13:52:48.394" v="3014" actId="1076"/>
          <ac:spMkLst>
            <pc:docMk/>
            <pc:sldMk cId="694857951" sldId="281"/>
            <ac:spMk id="67" creationId="{E1687835-EEEA-7742-F2E0-21DE1314BE89}"/>
          </ac:spMkLst>
        </pc:spChg>
        <pc:spChg chg="add mod">
          <ac:chgData name="Chestnut, Temple D" userId="8e081a02-258a-4ece-b13b-54445b3f68be" providerId="ADAL" clId="{06D05B33-AE18-4E0A-A68F-E1335D5AF8CF}" dt="2024-04-20T13:42:05.529" v="2823" actId="1076"/>
          <ac:spMkLst>
            <pc:docMk/>
            <pc:sldMk cId="694857951" sldId="281"/>
            <ac:spMk id="69" creationId="{50EDC400-782D-7B0F-32D2-AC4AAF1D72BE}"/>
          </ac:spMkLst>
        </pc:spChg>
        <pc:spChg chg="add mod">
          <ac:chgData name="Chestnut, Temple D" userId="8e081a02-258a-4ece-b13b-54445b3f68be" providerId="ADAL" clId="{06D05B33-AE18-4E0A-A68F-E1335D5AF8CF}" dt="2024-04-20T13:58:00.465" v="3031" actId="1076"/>
          <ac:spMkLst>
            <pc:docMk/>
            <pc:sldMk cId="694857951" sldId="281"/>
            <ac:spMk id="71" creationId="{C32929A8-1847-CE79-4F9C-DE91274E0F71}"/>
          </ac:spMkLst>
        </pc:spChg>
        <pc:spChg chg="add mod">
          <ac:chgData name="Chestnut, Temple D" userId="8e081a02-258a-4ece-b13b-54445b3f68be" providerId="ADAL" clId="{06D05B33-AE18-4E0A-A68F-E1335D5AF8CF}" dt="2024-04-20T13:58:17.138" v="3034" actId="1076"/>
          <ac:spMkLst>
            <pc:docMk/>
            <pc:sldMk cId="694857951" sldId="281"/>
            <ac:spMk id="75" creationId="{E11C8062-741A-8DA1-1951-1B22397244B7}"/>
          </ac:spMkLst>
        </pc:spChg>
        <pc:spChg chg="add mod">
          <ac:chgData name="Chestnut, Temple D" userId="8e081a02-258a-4ece-b13b-54445b3f68be" providerId="ADAL" clId="{06D05B33-AE18-4E0A-A68F-E1335D5AF8CF}" dt="2024-04-20T13:58:08.871" v="3032" actId="1076"/>
          <ac:spMkLst>
            <pc:docMk/>
            <pc:sldMk cId="694857951" sldId="281"/>
            <ac:spMk id="77" creationId="{6288FD55-CBDB-73F6-08BF-D8793823D9D2}"/>
          </ac:spMkLst>
        </pc:spChg>
        <pc:spChg chg="add del mod">
          <ac:chgData name="Chestnut, Temple D" userId="8e081a02-258a-4ece-b13b-54445b3f68be" providerId="ADAL" clId="{06D05B33-AE18-4E0A-A68F-E1335D5AF8CF}" dt="2024-04-20T13:37:48.481" v="2745"/>
          <ac:spMkLst>
            <pc:docMk/>
            <pc:sldMk cId="694857951" sldId="281"/>
            <ac:spMk id="78" creationId="{BDAE68B6-29DE-6AB7-6554-EC4E208C00D6}"/>
          </ac:spMkLst>
        </pc:spChg>
        <pc:spChg chg="add mod">
          <ac:chgData name="Chestnut, Temple D" userId="8e081a02-258a-4ece-b13b-54445b3f68be" providerId="ADAL" clId="{06D05B33-AE18-4E0A-A68F-E1335D5AF8CF}" dt="2024-04-20T13:45:08.073" v="2927" actId="1076"/>
          <ac:spMkLst>
            <pc:docMk/>
            <pc:sldMk cId="694857951" sldId="281"/>
            <ac:spMk id="109" creationId="{56B9DABC-FD80-2D5B-172E-ADAB1EA03ABA}"/>
          </ac:spMkLst>
        </pc:spChg>
        <pc:spChg chg="add mod">
          <ac:chgData name="Chestnut, Temple D" userId="8e081a02-258a-4ece-b13b-54445b3f68be" providerId="ADAL" clId="{06D05B33-AE18-4E0A-A68F-E1335D5AF8CF}" dt="2024-04-20T13:45:20.094" v="2929" actId="1076"/>
          <ac:spMkLst>
            <pc:docMk/>
            <pc:sldMk cId="694857951" sldId="281"/>
            <ac:spMk id="110" creationId="{986E912E-D903-EE10-9681-B241A41E5ED0}"/>
          </ac:spMkLst>
        </pc:spChg>
        <pc:spChg chg="add mod">
          <ac:chgData name="Chestnut, Temple D" userId="8e081a02-258a-4ece-b13b-54445b3f68be" providerId="ADAL" clId="{06D05B33-AE18-4E0A-A68F-E1335D5AF8CF}" dt="2024-04-20T13:58:22.765" v="3035" actId="1076"/>
          <ac:spMkLst>
            <pc:docMk/>
            <pc:sldMk cId="694857951" sldId="281"/>
            <ac:spMk id="111" creationId="{CF8D4CA1-1018-BA4D-27BF-EC33C6ED280F}"/>
          </ac:spMkLst>
        </pc:spChg>
        <pc:spChg chg="mod">
          <ac:chgData name="Chestnut, Temple D" userId="8e081a02-258a-4ece-b13b-54445b3f68be" providerId="ADAL" clId="{06D05B33-AE18-4E0A-A68F-E1335D5AF8CF}" dt="2024-04-20T13:52:09.808" v="3004" actId="1076"/>
          <ac:spMkLst>
            <pc:docMk/>
            <pc:sldMk cId="694857951" sldId="281"/>
            <ac:spMk id="115" creationId="{DB3987B6-0C6B-56A8-C333-C685FD9F795A}"/>
          </ac:spMkLst>
        </pc:spChg>
        <pc:spChg chg="mod">
          <ac:chgData name="Chestnut, Temple D" userId="8e081a02-258a-4ece-b13b-54445b3f68be" providerId="ADAL" clId="{06D05B33-AE18-4E0A-A68F-E1335D5AF8CF}" dt="2024-04-20T13:51:51.132" v="2998"/>
          <ac:spMkLst>
            <pc:docMk/>
            <pc:sldMk cId="694857951" sldId="281"/>
            <ac:spMk id="116" creationId="{26C40B49-3506-4F8A-F808-972E8E1945B1}"/>
          </ac:spMkLst>
        </pc:spChg>
        <pc:spChg chg="mod">
          <ac:chgData name="Chestnut, Temple D" userId="8e081a02-258a-4ece-b13b-54445b3f68be" providerId="ADAL" clId="{06D05B33-AE18-4E0A-A68F-E1335D5AF8CF}" dt="2024-04-20T13:51:51.132" v="2998"/>
          <ac:spMkLst>
            <pc:docMk/>
            <pc:sldMk cId="694857951" sldId="281"/>
            <ac:spMk id="117" creationId="{D2005054-CDEB-3A61-874E-7186204D28E1}"/>
          </ac:spMkLst>
        </pc:spChg>
        <pc:grpChg chg="mod">
          <ac:chgData name="Chestnut, Temple D" userId="8e081a02-258a-4ece-b13b-54445b3f68be" providerId="ADAL" clId="{06D05B33-AE18-4E0A-A68F-E1335D5AF8CF}" dt="2024-04-20T13:45:03.266" v="2926" actId="1076"/>
          <ac:grpSpMkLst>
            <pc:docMk/>
            <pc:sldMk cId="694857951" sldId="281"/>
            <ac:grpSpMk id="22" creationId="{49C06AD5-703D-70BA-1425-DA5036E3D36F}"/>
          </ac:grpSpMkLst>
        </pc:grpChg>
        <pc:grpChg chg="mod ord">
          <ac:chgData name="Chestnut, Temple D" userId="8e081a02-258a-4ece-b13b-54445b3f68be" providerId="ADAL" clId="{06D05B33-AE18-4E0A-A68F-E1335D5AF8CF}" dt="2024-04-20T13:55:13.451" v="3019" actId="1038"/>
          <ac:grpSpMkLst>
            <pc:docMk/>
            <pc:sldMk cId="694857951" sldId="281"/>
            <ac:grpSpMk id="26" creationId="{57D2A8AF-56F9-A71B-3156-F6F207B0CA3F}"/>
          </ac:grpSpMkLst>
        </pc:grpChg>
        <pc:grpChg chg="add del mod ord">
          <ac:chgData name="Chestnut, Temple D" userId="8e081a02-258a-4ece-b13b-54445b3f68be" providerId="ADAL" clId="{06D05B33-AE18-4E0A-A68F-E1335D5AF8CF}" dt="2024-04-20T13:53:35.715" v="3016" actId="478"/>
          <ac:grpSpMkLst>
            <pc:docMk/>
            <pc:sldMk cId="694857951" sldId="281"/>
            <ac:grpSpMk id="114" creationId="{BC396F7C-D879-814E-D0F1-9512F3F5F195}"/>
          </ac:grpSpMkLst>
        </pc:grpChg>
        <pc:graphicFrameChg chg="add del mod modGraphic">
          <ac:chgData name="Chestnut, Temple D" userId="8e081a02-258a-4ece-b13b-54445b3f68be" providerId="ADAL" clId="{06D05B33-AE18-4E0A-A68F-E1335D5AF8CF}" dt="2024-04-20T13:06:56.238" v="2424" actId="478"/>
          <ac:graphicFrameMkLst>
            <pc:docMk/>
            <pc:sldMk cId="694857951" sldId="281"/>
            <ac:graphicFrameMk id="7" creationId="{C2CDA5C4-DFD7-10D7-F795-CA375CF4C56A}"/>
          </ac:graphicFrameMkLst>
        </pc:graphicFrameChg>
        <pc:cxnChg chg="add del mod ord">
          <ac:chgData name="Chestnut, Temple D" userId="8e081a02-258a-4ece-b13b-54445b3f68be" providerId="ADAL" clId="{06D05B33-AE18-4E0A-A68F-E1335D5AF8CF}" dt="2024-04-20T13:17:48.667" v="2554" actId="478"/>
          <ac:cxnSpMkLst>
            <pc:docMk/>
            <pc:sldMk cId="694857951" sldId="281"/>
            <ac:cxnSpMk id="10" creationId="{4C5C36E7-5766-804C-9941-292F162DC070}"/>
          </ac:cxnSpMkLst>
        </pc:cxnChg>
        <pc:cxnChg chg="add del">
          <ac:chgData name="Chestnut, Temple D" userId="8e081a02-258a-4ece-b13b-54445b3f68be" providerId="ADAL" clId="{06D05B33-AE18-4E0A-A68F-E1335D5AF8CF}" dt="2024-04-20T13:11:58.615" v="2438" actId="478"/>
          <ac:cxnSpMkLst>
            <pc:docMk/>
            <pc:sldMk cId="694857951" sldId="281"/>
            <ac:cxnSpMk id="14" creationId="{F1A2E8FB-506E-ED99-83C6-E5AED871887A}"/>
          </ac:cxnSpMkLst>
        </pc:cxnChg>
        <pc:cxnChg chg="add del mod ord">
          <ac:chgData name="Chestnut, Temple D" userId="8e081a02-258a-4ece-b13b-54445b3f68be" providerId="ADAL" clId="{06D05B33-AE18-4E0A-A68F-E1335D5AF8CF}" dt="2024-04-20T13:17:50.139" v="2555" actId="478"/>
          <ac:cxnSpMkLst>
            <pc:docMk/>
            <pc:sldMk cId="694857951" sldId="281"/>
            <ac:cxnSpMk id="15" creationId="{FC8FA052-C3B2-2118-A17A-D0E0E845EF39}"/>
          </ac:cxnSpMkLst>
        </pc:cxnChg>
        <pc:cxnChg chg="add del mod">
          <ac:chgData name="Chestnut, Temple D" userId="8e081a02-258a-4ece-b13b-54445b3f68be" providerId="ADAL" clId="{06D05B33-AE18-4E0A-A68F-E1335D5AF8CF}" dt="2024-04-20T13:20:40.424" v="2595" actId="478"/>
          <ac:cxnSpMkLst>
            <pc:docMk/>
            <pc:sldMk cId="694857951" sldId="281"/>
            <ac:cxnSpMk id="53" creationId="{F6E3BE38-9451-2640-95DA-BED782C00C85}"/>
          </ac:cxnSpMkLst>
        </pc:cxnChg>
        <pc:cxnChg chg="add del mod">
          <ac:chgData name="Chestnut, Temple D" userId="8e081a02-258a-4ece-b13b-54445b3f68be" providerId="ADAL" clId="{06D05B33-AE18-4E0A-A68F-E1335D5AF8CF}" dt="2024-04-20T13:21:45.911" v="2612" actId="478"/>
          <ac:cxnSpMkLst>
            <pc:docMk/>
            <pc:sldMk cId="694857951" sldId="281"/>
            <ac:cxnSpMk id="55" creationId="{EE589523-2A27-C493-DD38-D6E29E48279F}"/>
          </ac:cxnSpMkLst>
        </pc:cxnChg>
        <pc:cxnChg chg="add mod ord">
          <ac:chgData name="Chestnut, Temple D" userId="8e081a02-258a-4ece-b13b-54445b3f68be" providerId="ADAL" clId="{06D05B33-AE18-4E0A-A68F-E1335D5AF8CF}" dt="2024-04-20T13:40:36.324" v="2806" actId="1076"/>
          <ac:cxnSpMkLst>
            <pc:docMk/>
            <pc:sldMk cId="694857951" sldId="281"/>
            <ac:cxnSpMk id="60" creationId="{63D1A165-3914-E838-F908-84F55BBFFD76}"/>
          </ac:cxnSpMkLst>
        </pc:cxnChg>
        <pc:cxnChg chg="add del mod ord">
          <ac:chgData name="Chestnut, Temple D" userId="8e081a02-258a-4ece-b13b-54445b3f68be" providerId="ADAL" clId="{06D05B33-AE18-4E0A-A68F-E1335D5AF8CF}" dt="2024-04-20T17:29:00.629" v="4411" actId="478"/>
          <ac:cxnSpMkLst>
            <pc:docMk/>
            <pc:sldMk cId="694857951" sldId="281"/>
            <ac:cxnSpMk id="63" creationId="{B3096850-D886-9D56-946B-4366C129C88D}"/>
          </ac:cxnSpMkLst>
        </pc:cxnChg>
        <pc:cxnChg chg="add mod ord">
          <ac:chgData name="Chestnut, Temple D" userId="8e081a02-258a-4ece-b13b-54445b3f68be" providerId="ADAL" clId="{06D05B33-AE18-4E0A-A68F-E1335D5AF8CF}" dt="2024-04-20T13:56:09.465" v="3021" actId="171"/>
          <ac:cxnSpMkLst>
            <pc:docMk/>
            <pc:sldMk cId="694857951" sldId="281"/>
            <ac:cxnSpMk id="68" creationId="{3810684B-20C6-5DAE-00D0-F448ADB1C2DC}"/>
          </ac:cxnSpMkLst>
        </pc:cxnChg>
        <pc:cxnChg chg="add del mod ord">
          <ac:chgData name="Chestnut, Temple D" userId="8e081a02-258a-4ece-b13b-54445b3f68be" providerId="ADAL" clId="{06D05B33-AE18-4E0A-A68F-E1335D5AF8CF}" dt="2024-04-20T17:29:02.118" v="4412" actId="478"/>
          <ac:cxnSpMkLst>
            <pc:docMk/>
            <pc:sldMk cId="694857951" sldId="281"/>
            <ac:cxnSpMk id="70" creationId="{3F60399D-AC7D-FBA9-BCBA-34D34851FE6B}"/>
          </ac:cxnSpMkLst>
        </pc:cxnChg>
        <pc:cxnChg chg="add mod ord">
          <ac:chgData name="Chestnut, Temple D" userId="8e081a02-258a-4ece-b13b-54445b3f68be" providerId="ADAL" clId="{06D05B33-AE18-4E0A-A68F-E1335D5AF8CF}" dt="2024-04-20T13:58:13.819" v="3033" actId="14100"/>
          <ac:cxnSpMkLst>
            <pc:docMk/>
            <pc:sldMk cId="694857951" sldId="281"/>
            <ac:cxnSpMk id="76" creationId="{20E5BFC4-BAAC-10DC-F478-9907F8CFCBCC}"/>
          </ac:cxnSpMkLst>
        </pc:cxnChg>
      </pc:sldChg>
      <pc:sldChg chg="addSp delSp modSp add mod modTransition modAnim modNotesTx">
        <pc:chgData name="Chestnut, Temple D" userId="8e081a02-258a-4ece-b13b-54445b3f68be" providerId="ADAL" clId="{06D05B33-AE18-4E0A-A68F-E1335D5AF8CF}" dt="2024-04-20T21:28:48.123" v="5679" actId="20577"/>
        <pc:sldMkLst>
          <pc:docMk/>
          <pc:sldMk cId="994596528" sldId="282"/>
        </pc:sldMkLst>
        <pc:spChg chg="add del">
          <ac:chgData name="Chestnut, Temple D" userId="8e081a02-258a-4ece-b13b-54445b3f68be" providerId="ADAL" clId="{06D05B33-AE18-4E0A-A68F-E1335D5AF8CF}" dt="2024-04-20T14:09:28.561" v="3037" actId="478"/>
          <ac:spMkLst>
            <pc:docMk/>
            <pc:sldMk cId="994596528" sldId="282"/>
            <ac:spMk id="7" creationId="{A833DACF-208D-FB26-E1CD-941719E8F8A8}"/>
          </ac:spMkLst>
        </pc:spChg>
        <pc:spChg chg="add del mod">
          <ac:chgData name="Chestnut, Temple D" userId="8e081a02-258a-4ece-b13b-54445b3f68be" providerId="ADAL" clId="{06D05B33-AE18-4E0A-A68F-E1335D5AF8CF}" dt="2024-04-20T14:12:39.966" v="3091"/>
          <ac:spMkLst>
            <pc:docMk/>
            <pc:sldMk cId="994596528" sldId="282"/>
            <ac:spMk id="8" creationId="{6256F575-B6E0-1C21-05B6-4F0E817643FD}"/>
          </ac:spMkLst>
        </pc:spChg>
        <pc:spChg chg="add del mod">
          <ac:chgData name="Chestnut, Temple D" userId="8e081a02-258a-4ece-b13b-54445b3f68be" providerId="ADAL" clId="{06D05B33-AE18-4E0A-A68F-E1335D5AF8CF}" dt="2024-04-20T14:12:39.966" v="3091"/>
          <ac:spMkLst>
            <pc:docMk/>
            <pc:sldMk cId="994596528" sldId="282"/>
            <ac:spMk id="9" creationId="{CC376675-814D-2101-77EB-298DDA61CAED}"/>
          </ac:spMkLst>
        </pc:spChg>
        <pc:spChg chg="add del mod">
          <ac:chgData name="Chestnut, Temple D" userId="8e081a02-258a-4ece-b13b-54445b3f68be" providerId="ADAL" clId="{06D05B33-AE18-4E0A-A68F-E1335D5AF8CF}" dt="2024-04-20T14:20:25.290" v="3161" actId="478"/>
          <ac:spMkLst>
            <pc:docMk/>
            <pc:sldMk cId="994596528" sldId="282"/>
            <ac:spMk id="10" creationId="{BF61EF98-5F00-582D-98C5-F437FBAAC756}"/>
          </ac:spMkLst>
        </pc:spChg>
        <pc:spChg chg="add del mod">
          <ac:chgData name="Chestnut, Temple D" userId="8e081a02-258a-4ece-b13b-54445b3f68be" providerId="ADAL" clId="{06D05B33-AE18-4E0A-A68F-E1335D5AF8CF}" dt="2024-04-20T14:20:24.634" v="3160" actId="478"/>
          <ac:spMkLst>
            <pc:docMk/>
            <pc:sldMk cId="994596528" sldId="282"/>
            <ac:spMk id="11" creationId="{44C22DC1-B15F-B340-F958-1D7156EBFA2B}"/>
          </ac:spMkLst>
        </pc:spChg>
        <pc:spChg chg="mod topLvl">
          <ac:chgData name="Chestnut, Temple D" userId="8e081a02-258a-4ece-b13b-54445b3f68be" providerId="ADAL" clId="{06D05B33-AE18-4E0A-A68F-E1335D5AF8CF}" dt="2024-04-20T14:33:12.264" v="3347" actId="1038"/>
          <ac:spMkLst>
            <pc:docMk/>
            <pc:sldMk cId="994596528" sldId="282"/>
            <ac:spMk id="12" creationId="{5A5B1D5B-31F9-BEE7-55AC-C20BD3E6588C}"/>
          </ac:spMkLst>
        </pc:spChg>
        <pc:spChg chg="add mod ord topLvl">
          <ac:chgData name="Chestnut, Temple D" userId="8e081a02-258a-4ece-b13b-54445b3f68be" providerId="ADAL" clId="{06D05B33-AE18-4E0A-A68F-E1335D5AF8CF}" dt="2024-04-20T14:20:58.014" v="3162" actId="164"/>
          <ac:spMkLst>
            <pc:docMk/>
            <pc:sldMk cId="994596528" sldId="282"/>
            <ac:spMk id="13" creationId="{A5810B3E-DD52-EF71-1CB6-06FA04B96BC2}"/>
          </ac:spMkLst>
        </pc:spChg>
        <pc:spChg chg="add mod topLvl">
          <ac:chgData name="Chestnut, Temple D" userId="8e081a02-258a-4ece-b13b-54445b3f68be" providerId="ADAL" clId="{06D05B33-AE18-4E0A-A68F-E1335D5AF8CF}" dt="2024-04-20T14:20:58.014" v="3162" actId="164"/>
          <ac:spMkLst>
            <pc:docMk/>
            <pc:sldMk cId="994596528" sldId="282"/>
            <ac:spMk id="14" creationId="{BE25E102-977A-2D9C-44BE-D4CA642D8EFD}"/>
          </ac:spMkLst>
        </pc:spChg>
        <pc:spChg chg="add mod">
          <ac:chgData name="Chestnut, Temple D" userId="8e081a02-258a-4ece-b13b-54445b3f68be" providerId="ADAL" clId="{06D05B33-AE18-4E0A-A68F-E1335D5AF8CF}" dt="2024-04-20T14:33:12.264" v="3347" actId="1038"/>
          <ac:spMkLst>
            <pc:docMk/>
            <pc:sldMk cId="994596528" sldId="282"/>
            <ac:spMk id="21" creationId="{264D073B-6FCE-B74A-3D76-73EFF21F5E8C}"/>
          </ac:spMkLst>
        </pc:spChg>
        <pc:spChg chg="mod">
          <ac:chgData name="Chestnut, Temple D" userId="8e081a02-258a-4ece-b13b-54445b3f68be" providerId="ADAL" clId="{06D05B33-AE18-4E0A-A68F-E1335D5AF8CF}" dt="2024-04-20T14:18:31.737" v="3147" actId="1076"/>
          <ac:spMkLst>
            <pc:docMk/>
            <pc:sldMk cId="994596528" sldId="282"/>
            <ac:spMk id="31" creationId="{54EB7D8D-455E-BBA5-590B-65CC88796063}"/>
          </ac:spMkLst>
        </pc:spChg>
        <pc:spChg chg="mod topLvl">
          <ac:chgData name="Chestnut, Temple D" userId="8e081a02-258a-4ece-b13b-54445b3f68be" providerId="ADAL" clId="{06D05B33-AE18-4E0A-A68F-E1335D5AF8CF}" dt="2024-04-20T14:31:25.542" v="3311" actId="164"/>
          <ac:spMkLst>
            <pc:docMk/>
            <pc:sldMk cId="994596528" sldId="282"/>
            <ac:spMk id="47" creationId="{A34CAB20-658B-23D6-65E7-637931E4F2C9}"/>
          </ac:spMkLst>
        </pc:spChg>
        <pc:spChg chg="mod topLvl">
          <ac:chgData name="Chestnut, Temple D" userId="8e081a02-258a-4ece-b13b-54445b3f68be" providerId="ADAL" clId="{06D05B33-AE18-4E0A-A68F-E1335D5AF8CF}" dt="2024-04-20T14:31:25.542" v="3311" actId="164"/>
          <ac:spMkLst>
            <pc:docMk/>
            <pc:sldMk cId="994596528" sldId="282"/>
            <ac:spMk id="48" creationId="{E15BB3C2-07A9-EE85-60BE-399CABE53219}"/>
          </ac:spMkLst>
        </pc:spChg>
        <pc:spChg chg="add mod topLvl">
          <ac:chgData name="Chestnut, Temple D" userId="8e081a02-258a-4ece-b13b-54445b3f68be" providerId="ADAL" clId="{06D05B33-AE18-4E0A-A68F-E1335D5AF8CF}" dt="2024-04-20T14:33:12.264" v="3347" actId="1038"/>
          <ac:spMkLst>
            <pc:docMk/>
            <pc:sldMk cId="994596528" sldId="282"/>
            <ac:spMk id="49" creationId="{527B2495-1EB7-C6F2-2295-B9E46C5B0807}"/>
          </ac:spMkLst>
        </pc:spChg>
        <pc:spChg chg="add mod topLvl">
          <ac:chgData name="Chestnut, Temple D" userId="8e081a02-258a-4ece-b13b-54445b3f68be" providerId="ADAL" clId="{06D05B33-AE18-4E0A-A68F-E1335D5AF8CF}" dt="2024-04-20T14:33:12.264" v="3347" actId="1038"/>
          <ac:spMkLst>
            <pc:docMk/>
            <pc:sldMk cId="994596528" sldId="282"/>
            <ac:spMk id="50" creationId="{F512B73A-9192-7D19-785C-B72123E1FF77}"/>
          </ac:spMkLst>
        </pc:spChg>
        <pc:spChg chg="mod">
          <ac:chgData name="Chestnut, Temple D" userId="8e081a02-258a-4ece-b13b-54445b3f68be" providerId="ADAL" clId="{06D05B33-AE18-4E0A-A68F-E1335D5AF8CF}" dt="2024-04-20T14:26:25.647" v="3266" actId="207"/>
          <ac:spMkLst>
            <pc:docMk/>
            <pc:sldMk cId="994596528" sldId="282"/>
            <ac:spMk id="53" creationId="{3A640481-BCEB-734F-0BD7-2A3DB3A1EB59}"/>
          </ac:spMkLst>
        </pc:spChg>
        <pc:spChg chg="mod">
          <ac:chgData name="Chestnut, Temple D" userId="8e081a02-258a-4ece-b13b-54445b3f68be" providerId="ADAL" clId="{06D05B33-AE18-4E0A-A68F-E1335D5AF8CF}" dt="2024-04-20T14:26:46.522" v="3287" actId="20577"/>
          <ac:spMkLst>
            <pc:docMk/>
            <pc:sldMk cId="994596528" sldId="282"/>
            <ac:spMk id="54" creationId="{A1FBF469-6F4F-A8C4-708F-6F4AF20FA8E0}"/>
          </ac:spMkLst>
        </pc:spChg>
        <pc:spChg chg="add mod">
          <ac:chgData name="Chestnut, Temple D" userId="8e081a02-258a-4ece-b13b-54445b3f68be" providerId="ADAL" clId="{06D05B33-AE18-4E0A-A68F-E1335D5AF8CF}" dt="2024-04-20T14:33:12.264" v="3347" actId="1038"/>
          <ac:spMkLst>
            <pc:docMk/>
            <pc:sldMk cId="994596528" sldId="282"/>
            <ac:spMk id="55" creationId="{3AA7CCAF-7447-2AF8-2CEF-6BB10107CD5F}"/>
          </ac:spMkLst>
        </pc:spChg>
        <pc:spChg chg="add mod">
          <ac:chgData name="Chestnut, Temple D" userId="8e081a02-258a-4ece-b13b-54445b3f68be" providerId="ADAL" clId="{06D05B33-AE18-4E0A-A68F-E1335D5AF8CF}" dt="2024-04-20T14:33:12.264" v="3347" actId="1038"/>
          <ac:spMkLst>
            <pc:docMk/>
            <pc:sldMk cId="994596528" sldId="282"/>
            <ac:spMk id="56" creationId="{460BE1E7-6C85-4B00-AA6D-830386724DE9}"/>
          </ac:spMkLst>
        </pc:spChg>
        <pc:grpChg chg="add del mod">
          <ac:chgData name="Chestnut, Temple D" userId="8e081a02-258a-4ece-b13b-54445b3f68be" providerId="ADAL" clId="{06D05B33-AE18-4E0A-A68F-E1335D5AF8CF}" dt="2024-04-20T14:19:39.400" v="3156" actId="165"/>
          <ac:grpSpMkLst>
            <pc:docMk/>
            <pc:sldMk cId="994596528" sldId="282"/>
            <ac:grpSpMk id="15" creationId="{BE4D8413-825E-FF99-AD58-6A173476B30E}"/>
          </ac:grpSpMkLst>
        </pc:grpChg>
        <pc:grpChg chg="add mod ord">
          <ac:chgData name="Chestnut, Temple D" userId="8e081a02-258a-4ece-b13b-54445b3f68be" providerId="ADAL" clId="{06D05B33-AE18-4E0A-A68F-E1335D5AF8CF}" dt="2024-04-20T14:33:12.264" v="3347" actId="1038"/>
          <ac:grpSpMkLst>
            <pc:docMk/>
            <pc:sldMk cId="994596528" sldId="282"/>
            <ac:grpSpMk id="16" creationId="{336CB2DA-4CA0-F614-E3E9-544D531890DA}"/>
          </ac:grpSpMkLst>
        </pc:grpChg>
        <pc:grpChg chg="mod">
          <ac:chgData name="Chestnut, Temple D" userId="8e081a02-258a-4ece-b13b-54445b3f68be" providerId="ADAL" clId="{06D05B33-AE18-4E0A-A68F-E1335D5AF8CF}" dt="2024-04-20T14:19:26.891" v="3154" actId="1076"/>
          <ac:grpSpMkLst>
            <pc:docMk/>
            <pc:sldMk cId="994596528" sldId="282"/>
            <ac:grpSpMk id="30" creationId="{2ADC6EB4-F907-A671-D481-AFF1A382FAD3}"/>
          </ac:grpSpMkLst>
        </pc:grpChg>
        <pc:grpChg chg="add del mod topLvl">
          <ac:chgData name="Chestnut, Temple D" userId="8e081a02-258a-4ece-b13b-54445b3f68be" providerId="ADAL" clId="{06D05B33-AE18-4E0A-A68F-E1335D5AF8CF}" dt="2024-04-20T14:24:50.442" v="3254" actId="165"/>
          <ac:grpSpMkLst>
            <pc:docMk/>
            <pc:sldMk cId="994596528" sldId="282"/>
            <ac:grpSpMk id="46" creationId="{FF4C7CE8-476A-FC82-8BCD-84BE84FA0740}"/>
          </ac:grpSpMkLst>
        </pc:grpChg>
        <pc:grpChg chg="add del mod">
          <ac:chgData name="Chestnut, Temple D" userId="8e081a02-258a-4ece-b13b-54445b3f68be" providerId="ADAL" clId="{06D05B33-AE18-4E0A-A68F-E1335D5AF8CF}" dt="2024-04-20T14:23:13.243" v="3193" actId="165"/>
          <ac:grpSpMkLst>
            <pc:docMk/>
            <pc:sldMk cId="994596528" sldId="282"/>
            <ac:grpSpMk id="51" creationId="{66E4A06F-78A2-7849-D497-9202E26F59B8}"/>
          </ac:grpSpMkLst>
        </pc:grpChg>
        <pc:grpChg chg="add mod">
          <ac:chgData name="Chestnut, Temple D" userId="8e081a02-258a-4ece-b13b-54445b3f68be" providerId="ADAL" clId="{06D05B33-AE18-4E0A-A68F-E1335D5AF8CF}" dt="2024-04-20T14:33:12.264" v="3347" actId="1038"/>
          <ac:grpSpMkLst>
            <pc:docMk/>
            <pc:sldMk cId="994596528" sldId="282"/>
            <ac:grpSpMk id="52" creationId="{5ACACB9D-C5FB-2485-7095-2D0FF3BD1EF6}"/>
          </ac:grpSpMkLst>
        </pc:grpChg>
        <pc:grpChg chg="add mod">
          <ac:chgData name="Chestnut, Temple D" userId="8e081a02-258a-4ece-b13b-54445b3f68be" providerId="ADAL" clId="{06D05B33-AE18-4E0A-A68F-E1335D5AF8CF}" dt="2024-04-20T14:33:12.264" v="3347" actId="1038"/>
          <ac:grpSpMkLst>
            <pc:docMk/>
            <pc:sldMk cId="994596528" sldId="282"/>
            <ac:grpSpMk id="57" creationId="{0F4F07A2-0D78-D312-A358-3816C9ABA020}"/>
          </ac:grpSpMkLst>
        </pc:grpChg>
      </pc:sldChg>
      <pc:sldChg chg="addSp delSp modSp add mod modTransition modAnim modNotesTx">
        <pc:chgData name="Chestnut, Temple D" userId="8e081a02-258a-4ece-b13b-54445b3f68be" providerId="ADAL" clId="{06D05B33-AE18-4E0A-A68F-E1335D5AF8CF}" dt="2024-04-20T21:29:39.922" v="5683" actId="20577"/>
        <pc:sldMkLst>
          <pc:docMk/>
          <pc:sldMk cId="2972581010" sldId="283"/>
        </pc:sldMkLst>
        <pc:spChg chg="mod">
          <ac:chgData name="Chestnut, Temple D" userId="8e081a02-258a-4ece-b13b-54445b3f68be" providerId="ADAL" clId="{06D05B33-AE18-4E0A-A68F-E1335D5AF8CF}" dt="2024-04-20T16:06:33.007" v="3549" actId="18245"/>
          <ac:spMkLst>
            <pc:docMk/>
            <pc:sldMk cId="2972581010" sldId="283"/>
            <ac:spMk id="12" creationId="{5A1D02BC-BE95-2A39-E921-C2993EB928CB}"/>
          </ac:spMkLst>
        </pc:spChg>
        <pc:spChg chg="mod">
          <ac:chgData name="Chestnut, Temple D" userId="8e081a02-258a-4ece-b13b-54445b3f68be" providerId="ADAL" clId="{06D05B33-AE18-4E0A-A68F-E1335D5AF8CF}" dt="2024-04-20T16:06:33.007" v="3549" actId="18245"/>
          <ac:spMkLst>
            <pc:docMk/>
            <pc:sldMk cId="2972581010" sldId="283"/>
            <ac:spMk id="13" creationId="{47E42746-4843-29FD-3C5F-D8985073091E}"/>
          </ac:spMkLst>
        </pc:spChg>
        <pc:spChg chg="mod">
          <ac:chgData name="Chestnut, Temple D" userId="8e081a02-258a-4ece-b13b-54445b3f68be" providerId="ADAL" clId="{06D05B33-AE18-4E0A-A68F-E1335D5AF8CF}" dt="2024-04-20T16:06:33.007" v="3549" actId="18245"/>
          <ac:spMkLst>
            <pc:docMk/>
            <pc:sldMk cId="2972581010" sldId="283"/>
            <ac:spMk id="14" creationId="{6A1A7037-9460-4DFF-8556-B3A13356E8CE}"/>
          </ac:spMkLst>
        </pc:spChg>
        <pc:spChg chg="mod">
          <ac:chgData name="Chestnut, Temple D" userId="8e081a02-258a-4ece-b13b-54445b3f68be" providerId="ADAL" clId="{06D05B33-AE18-4E0A-A68F-E1335D5AF8CF}" dt="2024-04-20T16:06:33.007" v="3549" actId="18245"/>
          <ac:spMkLst>
            <pc:docMk/>
            <pc:sldMk cId="2972581010" sldId="283"/>
            <ac:spMk id="15" creationId="{7C76BDB7-DBB2-D2E5-39B7-785CDF4E081B}"/>
          </ac:spMkLst>
        </pc:spChg>
        <pc:spChg chg="mod">
          <ac:chgData name="Chestnut, Temple D" userId="8e081a02-258a-4ece-b13b-54445b3f68be" providerId="ADAL" clId="{06D05B33-AE18-4E0A-A68F-E1335D5AF8CF}" dt="2024-04-20T16:05:45.619" v="3540" actId="18245"/>
          <ac:spMkLst>
            <pc:docMk/>
            <pc:sldMk cId="2972581010" sldId="283"/>
            <ac:spMk id="16" creationId="{E1A9726A-09E2-C01C-57A4-60CD610EB65A}"/>
          </ac:spMkLst>
        </pc:spChg>
        <pc:spChg chg="mod topLvl">
          <ac:chgData name="Chestnut, Temple D" userId="8e081a02-258a-4ece-b13b-54445b3f68be" providerId="ADAL" clId="{06D05B33-AE18-4E0A-A68F-E1335D5AF8CF}" dt="2024-04-20T16:06:32.472" v="3548" actId="165"/>
          <ac:spMkLst>
            <pc:docMk/>
            <pc:sldMk cId="2972581010" sldId="283"/>
            <ac:spMk id="35" creationId="{F2A967BE-0C07-EA06-EBE6-B59DE6D698B1}"/>
          </ac:spMkLst>
        </pc:spChg>
        <pc:spChg chg="mod topLvl">
          <ac:chgData name="Chestnut, Temple D" userId="8e081a02-258a-4ece-b13b-54445b3f68be" providerId="ADAL" clId="{06D05B33-AE18-4E0A-A68F-E1335D5AF8CF}" dt="2024-04-20T16:06:32.472" v="3548" actId="165"/>
          <ac:spMkLst>
            <pc:docMk/>
            <pc:sldMk cId="2972581010" sldId="283"/>
            <ac:spMk id="36" creationId="{CC3B0001-2BD4-B346-8BB5-D6204698DEDA}"/>
          </ac:spMkLst>
        </pc:spChg>
        <pc:spChg chg="mod topLvl">
          <ac:chgData name="Chestnut, Temple D" userId="8e081a02-258a-4ece-b13b-54445b3f68be" providerId="ADAL" clId="{06D05B33-AE18-4E0A-A68F-E1335D5AF8CF}" dt="2024-04-20T16:06:32.472" v="3548" actId="165"/>
          <ac:spMkLst>
            <pc:docMk/>
            <pc:sldMk cId="2972581010" sldId="283"/>
            <ac:spMk id="37" creationId="{B48DF018-11CA-C6DC-4015-3F312ABB87CC}"/>
          </ac:spMkLst>
        </pc:spChg>
        <pc:grpChg chg="mod">
          <ac:chgData name="Chestnut, Temple D" userId="8e081a02-258a-4ece-b13b-54445b3f68be" providerId="ADAL" clId="{06D05B33-AE18-4E0A-A68F-E1335D5AF8CF}" dt="2024-04-20T16:06:33.007" v="3549" actId="18245"/>
          <ac:grpSpMkLst>
            <pc:docMk/>
            <pc:sldMk cId="2972581010" sldId="283"/>
            <ac:grpSpMk id="11" creationId="{F4192D41-F12A-8073-69FB-75E21D35565B}"/>
          </ac:grpSpMkLst>
        </pc:grpChg>
        <pc:grpChg chg="add del mod">
          <ac:chgData name="Chestnut, Temple D" userId="8e081a02-258a-4ece-b13b-54445b3f68be" providerId="ADAL" clId="{06D05B33-AE18-4E0A-A68F-E1335D5AF8CF}" dt="2024-04-20T16:06:32.472" v="3548" actId="165"/>
          <ac:grpSpMkLst>
            <pc:docMk/>
            <pc:sldMk cId="2972581010" sldId="283"/>
            <ac:grpSpMk id="34" creationId="{98364AFA-F5A0-AD2F-0D09-F348A5AEABA7}"/>
          </ac:grpSpMkLst>
        </pc:grpChg>
        <pc:grpChg chg="mod">
          <ac:chgData name="Chestnut, Temple D" userId="8e081a02-258a-4ece-b13b-54445b3f68be" providerId="ADAL" clId="{06D05B33-AE18-4E0A-A68F-E1335D5AF8CF}" dt="2024-04-20T16:07:38.317" v="3555" actId="1076"/>
          <ac:grpSpMkLst>
            <pc:docMk/>
            <pc:sldMk cId="2972581010" sldId="283"/>
            <ac:grpSpMk id="42" creationId="{8304EB55-CCE3-16FF-BF2D-B500836B54E2}"/>
          </ac:grpSpMkLst>
        </pc:grpChg>
        <pc:graphicFrameChg chg="add del modGraphic">
          <ac:chgData name="Chestnut, Temple D" userId="8e081a02-258a-4ece-b13b-54445b3f68be" providerId="ADAL" clId="{06D05B33-AE18-4E0A-A68F-E1335D5AF8CF}" dt="2024-04-20T14:50:19.732" v="3349" actId="478"/>
          <ac:graphicFrameMkLst>
            <pc:docMk/>
            <pc:sldMk cId="2972581010" sldId="283"/>
            <ac:graphicFrameMk id="7" creationId="{846E2526-AB5D-9C26-1524-DDA87654E598}"/>
          </ac:graphicFrameMkLst>
        </pc:graphicFrameChg>
        <pc:graphicFrameChg chg="add del mod modGraphic">
          <ac:chgData name="Chestnut, Temple D" userId="8e081a02-258a-4ece-b13b-54445b3f68be" providerId="ADAL" clId="{06D05B33-AE18-4E0A-A68F-E1335D5AF8CF}" dt="2024-04-20T14:53:35.122" v="3373" actId="478"/>
          <ac:graphicFrameMkLst>
            <pc:docMk/>
            <pc:sldMk cId="2972581010" sldId="283"/>
            <ac:graphicFrameMk id="8" creationId="{FFE18732-478B-2816-E68E-3847A20390F3}"/>
          </ac:graphicFrameMkLst>
        </pc:graphicFrameChg>
        <pc:graphicFrameChg chg="add del mod modGraphic">
          <ac:chgData name="Chestnut, Temple D" userId="8e081a02-258a-4ece-b13b-54445b3f68be" providerId="ADAL" clId="{06D05B33-AE18-4E0A-A68F-E1335D5AF8CF}" dt="2024-04-20T14:54:36.709" v="3378" actId="478"/>
          <ac:graphicFrameMkLst>
            <pc:docMk/>
            <pc:sldMk cId="2972581010" sldId="283"/>
            <ac:graphicFrameMk id="9" creationId="{C5AB2BEB-2662-2307-E5D8-8B0C864BEAA2}"/>
          </ac:graphicFrameMkLst>
        </pc:graphicFrameChg>
        <pc:graphicFrameChg chg="add del mod modGraphic">
          <ac:chgData name="Chestnut, Temple D" userId="8e081a02-258a-4ece-b13b-54445b3f68be" providerId="ADAL" clId="{06D05B33-AE18-4E0A-A68F-E1335D5AF8CF}" dt="2024-04-20T16:07:57.396" v="3557" actId="1076"/>
          <ac:graphicFrameMkLst>
            <pc:docMk/>
            <pc:sldMk cId="2972581010" sldId="283"/>
            <ac:graphicFrameMk id="10" creationId="{4237A944-7487-C8DF-3529-7142CAFE9CE4}"/>
          </ac:graphicFrameMkLst>
        </pc:graphicFrameChg>
      </pc:sldChg>
      <pc:sldChg chg="addSp delSp modSp add mod modTransition modAnim modNotesTx">
        <pc:chgData name="Chestnut, Temple D" userId="8e081a02-258a-4ece-b13b-54445b3f68be" providerId="ADAL" clId="{06D05B33-AE18-4E0A-A68F-E1335D5AF8CF}" dt="2024-04-20T21:30:18.067" v="5687" actId="20577"/>
        <pc:sldMkLst>
          <pc:docMk/>
          <pc:sldMk cId="389785900" sldId="284"/>
        </pc:sldMkLst>
        <pc:spChg chg="add mod">
          <ac:chgData name="Chestnut, Temple D" userId="8e081a02-258a-4ece-b13b-54445b3f68be" providerId="ADAL" clId="{06D05B33-AE18-4E0A-A68F-E1335D5AF8CF}" dt="2024-04-20T16:11:53.153" v="3573" actId="14100"/>
          <ac:spMkLst>
            <pc:docMk/>
            <pc:sldMk cId="389785900" sldId="284"/>
            <ac:spMk id="7" creationId="{6CE4D14B-563A-4A54-EFDD-9B83E743A09D}"/>
          </ac:spMkLst>
        </pc:spChg>
        <pc:spChg chg="add mod">
          <ac:chgData name="Chestnut, Temple D" userId="8e081a02-258a-4ece-b13b-54445b3f68be" providerId="ADAL" clId="{06D05B33-AE18-4E0A-A68F-E1335D5AF8CF}" dt="2024-04-20T16:13:36.487" v="3585" actId="1076"/>
          <ac:spMkLst>
            <pc:docMk/>
            <pc:sldMk cId="389785900" sldId="284"/>
            <ac:spMk id="8" creationId="{5CBF42D2-1778-E62A-47B9-2A929C23B1FF}"/>
          </ac:spMkLst>
        </pc:spChg>
        <pc:spChg chg="add mod">
          <ac:chgData name="Chestnut, Temple D" userId="8e081a02-258a-4ece-b13b-54445b3f68be" providerId="ADAL" clId="{06D05B33-AE18-4E0A-A68F-E1335D5AF8CF}" dt="2024-04-20T16:14:21.458" v="3591" actId="17032"/>
          <ac:spMkLst>
            <pc:docMk/>
            <pc:sldMk cId="389785900" sldId="284"/>
            <ac:spMk id="9" creationId="{9CA45D7E-62A6-7683-1613-8EE2E91D0687}"/>
          </ac:spMkLst>
        </pc:spChg>
        <pc:spChg chg="add mod">
          <ac:chgData name="Chestnut, Temple D" userId="8e081a02-258a-4ece-b13b-54445b3f68be" providerId="ADAL" clId="{06D05B33-AE18-4E0A-A68F-E1335D5AF8CF}" dt="2024-04-20T16:25:43.757" v="3730" actId="1076"/>
          <ac:spMkLst>
            <pc:docMk/>
            <pc:sldMk cId="389785900" sldId="284"/>
            <ac:spMk id="10" creationId="{77A28FCA-7D1E-436F-ECEB-CA7E0248C1C7}"/>
          </ac:spMkLst>
        </pc:spChg>
        <pc:spChg chg="add mod">
          <ac:chgData name="Chestnut, Temple D" userId="8e081a02-258a-4ece-b13b-54445b3f68be" providerId="ADAL" clId="{06D05B33-AE18-4E0A-A68F-E1335D5AF8CF}" dt="2024-04-20T16:36:15.344" v="3778" actId="113"/>
          <ac:spMkLst>
            <pc:docMk/>
            <pc:sldMk cId="389785900" sldId="284"/>
            <ac:spMk id="11" creationId="{10A0AEB6-CF9A-310B-9EE5-752477692131}"/>
          </ac:spMkLst>
        </pc:spChg>
        <pc:spChg chg="add mod">
          <ac:chgData name="Chestnut, Temple D" userId="8e081a02-258a-4ece-b13b-54445b3f68be" providerId="ADAL" clId="{06D05B33-AE18-4E0A-A68F-E1335D5AF8CF}" dt="2024-04-20T16:22:13.552" v="3714" actId="17032"/>
          <ac:spMkLst>
            <pc:docMk/>
            <pc:sldMk cId="389785900" sldId="284"/>
            <ac:spMk id="12" creationId="{7A630DE7-42F9-3477-8B04-EEB9F8778B8A}"/>
          </ac:spMkLst>
        </pc:spChg>
        <pc:spChg chg="add mod">
          <ac:chgData name="Chestnut, Temple D" userId="8e081a02-258a-4ece-b13b-54445b3f68be" providerId="ADAL" clId="{06D05B33-AE18-4E0A-A68F-E1335D5AF8CF}" dt="2024-04-20T16:20:33.403" v="3650" actId="1076"/>
          <ac:spMkLst>
            <pc:docMk/>
            <pc:sldMk cId="389785900" sldId="284"/>
            <ac:spMk id="13" creationId="{04C6F6D2-4CAC-CBCF-B7C2-44A5482C83E7}"/>
          </ac:spMkLst>
        </pc:spChg>
        <pc:spChg chg="add mod">
          <ac:chgData name="Chestnut, Temple D" userId="8e081a02-258a-4ece-b13b-54445b3f68be" providerId="ADAL" clId="{06D05B33-AE18-4E0A-A68F-E1335D5AF8CF}" dt="2024-04-20T16:22:17.728" v="3715" actId="17032"/>
          <ac:spMkLst>
            <pc:docMk/>
            <pc:sldMk cId="389785900" sldId="284"/>
            <ac:spMk id="14" creationId="{B3C180E2-9A31-937D-0496-B40EC0D91E7C}"/>
          </ac:spMkLst>
        </pc:spChg>
        <pc:spChg chg="add mod">
          <ac:chgData name="Chestnut, Temple D" userId="8e081a02-258a-4ece-b13b-54445b3f68be" providerId="ADAL" clId="{06D05B33-AE18-4E0A-A68F-E1335D5AF8CF}" dt="2024-04-20T16:20:33.403" v="3650" actId="1076"/>
          <ac:spMkLst>
            <pc:docMk/>
            <pc:sldMk cId="389785900" sldId="284"/>
            <ac:spMk id="15" creationId="{9DD6421B-F0A5-CA2F-7689-CA9A1AA22626}"/>
          </ac:spMkLst>
        </pc:spChg>
        <pc:spChg chg="add mod">
          <ac:chgData name="Chestnut, Temple D" userId="8e081a02-258a-4ece-b13b-54445b3f68be" providerId="ADAL" clId="{06D05B33-AE18-4E0A-A68F-E1335D5AF8CF}" dt="2024-04-20T16:22:29.306" v="3716" actId="17032"/>
          <ac:spMkLst>
            <pc:docMk/>
            <pc:sldMk cId="389785900" sldId="284"/>
            <ac:spMk id="16" creationId="{E20853AA-6227-5CED-AD6D-28B3E2A45C06}"/>
          </ac:spMkLst>
        </pc:spChg>
        <pc:spChg chg="add mod">
          <ac:chgData name="Chestnut, Temple D" userId="8e081a02-258a-4ece-b13b-54445b3f68be" providerId="ADAL" clId="{06D05B33-AE18-4E0A-A68F-E1335D5AF8CF}" dt="2024-04-20T16:20:39.422" v="3652" actId="1076"/>
          <ac:spMkLst>
            <pc:docMk/>
            <pc:sldMk cId="389785900" sldId="284"/>
            <ac:spMk id="21" creationId="{36802A4A-26C3-26C5-75E0-BA96007A7B5D}"/>
          </ac:spMkLst>
        </pc:spChg>
        <pc:spChg chg="add mod">
          <ac:chgData name="Chestnut, Temple D" userId="8e081a02-258a-4ece-b13b-54445b3f68be" providerId="ADAL" clId="{06D05B33-AE18-4E0A-A68F-E1335D5AF8CF}" dt="2024-04-20T16:22:34.405" v="3717" actId="17032"/>
          <ac:spMkLst>
            <pc:docMk/>
            <pc:sldMk cId="389785900" sldId="284"/>
            <ac:spMk id="46" creationId="{4D12A42C-46DD-C7D3-A096-A52D34B7CFD8}"/>
          </ac:spMkLst>
        </pc:spChg>
        <pc:spChg chg="add mod">
          <ac:chgData name="Chestnut, Temple D" userId="8e081a02-258a-4ece-b13b-54445b3f68be" providerId="ADAL" clId="{06D05B33-AE18-4E0A-A68F-E1335D5AF8CF}" dt="2024-04-20T16:20:39.422" v="3652" actId="1076"/>
          <ac:spMkLst>
            <pc:docMk/>
            <pc:sldMk cId="389785900" sldId="284"/>
            <ac:spMk id="47" creationId="{DE6B0E7C-142C-F74B-EBED-6516DD130EE9}"/>
          </ac:spMkLst>
        </pc:spChg>
        <pc:spChg chg="add del mod">
          <ac:chgData name="Chestnut, Temple D" userId="8e081a02-258a-4ece-b13b-54445b3f68be" providerId="ADAL" clId="{06D05B33-AE18-4E0A-A68F-E1335D5AF8CF}" dt="2024-04-20T16:35:35.754" v="3770" actId="478"/>
          <ac:spMkLst>
            <pc:docMk/>
            <pc:sldMk cId="389785900" sldId="284"/>
            <ac:spMk id="48" creationId="{645FE1A8-9647-0EAF-DB53-4567935334A2}"/>
          </ac:spMkLst>
        </pc:spChg>
        <pc:spChg chg="add mod">
          <ac:chgData name="Chestnut, Temple D" userId="8e081a02-258a-4ece-b13b-54445b3f68be" providerId="ADAL" clId="{06D05B33-AE18-4E0A-A68F-E1335D5AF8CF}" dt="2024-04-20T16:40:10.279" v="3820" actId="113"/>
          <ac:spMkLst>
            <pc:docMk/>
            <pc:sldMk cId="389785900" sldId="284"/>
            <ac:spMk id="49" creationId="{FCFD7746-2FD5-2A0C-A65A-3F9292A78646}"/>
          </ac:spMkLst>
        </pc:spChg>
        <pc:spChg chg="add mod">
          <ac:chgData name="Chestnut, Temple D" userId="8e081a02-258a-4ece-b13b-54445b3f68be" providerId="ADAL" clId="{06D05B33-AE18-4E0A-A68F-E1335D5AF8CF}" dt="2024-04-20T16:36:30.391" v="3807" actId="20577"/>
          <ac:spMkLst>
            <pc:docMk/>
            <pc:sldMk cId="389785900" sldId="284"/>
            <ac:spMk id="56" creationId="{30B37248-1CC2-7553-DB90-3C2127247A6E}"/>
          </ac:spMkLst>
        </pc:spChg>
        <pc:grpChg chg="mod">
          <ac:chgData name="Chestnut, Temple D" userId="8e081a02-258a-4ece-b13b-54445b3f68be" providerId="ADAL" clId="{06D05B33-AE18-4E0A-A68F-E1335D5AF8CF}" dt="2024-04-20T16:18:56.027" v="3605" actId="1076"/>
          <ac:grpSpMkLst>
            <pc:docMk/>
            <pc:sldMk cId="389785900" sldId="284"/>
            <ac:grpSpMk id="38" creationId="{C1F06A0B-4FAC-8F72-91D4-E256D3EAE5A6}"/>
          </ac:grpSpMkLst>
        </pc:grpChg>
        <pc:picChg chg="add del mod">
          <ac:chgData name="Chestnut, Temple D" userId="8e081a02-258a-4ece-b13b-54445b3f68be" providerId="ADAL" clId="{06D05B33-AE18-4E0A-A68F-E1335D5AF8CF}" dt="2024-04-20T16:26:05.463" v="3733" actId="478"/>
          <ac:picMkLst>
            <pc:docMk/>
            <pc:sldMk cId="389785900" sldId="284"/>
            <ac:picMk id="51" creationId="{F63D032D-990F-AB4A-68F5-F32F35C2D3CE}"/>
          </ac:picMkLst>
        </pc:picChg>
        <pc:picChg chg="add mod">
          <ac:chgData name="Chestnut, Temple D" userId="8e081a02-258a-4ece-b13b-54445b3f68be" providerId="ADAL" clId="{06D05B33-AE18-4E0A-A68F-E1335D5AF8CF}" dt="2024-04-20T16:36:55.417" v="3808" actId="27349"/>
          <ac:picMkLst>
            <pc:docMk/>
            <pc:sldMk cId="389785900" sldId="284"/>
            <ac:picMk id="53" creationId="{B903D997-A989-3499-D4F0-3AEBE4B9D0A9}"/>
          </ac:picMkLst>
        </pc:picChg>
        <pc:picChg chg="add mod">
          <ac:chgData name="Chestnut, Temple D" userId="8e081a02-258a-4ece-b13b-54445b3f68be" providerId="ADAL" clId="{06D05B33-AE18-4E0A-A68F-E1335D5AF8CF}" dt="2024-04-20T16:33:41.515" v="3757" actId="1076"/>
          <ac:picMkLst>
            <pc:docMk/>
            <pc:sldMk cId="389785900" sldId="284"/>
            <ac:picMk id="54" creationId="{B421D28F-F203-7748-3D30-2ED313E51454}"/>
          </ac:picMkLst>
        </pc:picChg>
        <pc:picChg chg="add mod">
          <ac:chgData name="Chestnut, Temple D" userId="8e081a02-258a-4ece-b13b-54445b3f68be" providerId="ADAL" clId="{06D05B33-AE18-4E0A-A68F-E1335D5AF8CF}" dt="2024-04-20T16:37:20.273" v="3810" actId="27349"/>
          <ac:picMkLst>
            <pc:docMk/>
            <pc:sldMk cId="389785900" sldId="284"/>
            <ac:picMk id="55" creationId="{A328A9FC-28A0-5515-0CDD-C7300F0415B6}"/>
          </ac:picMkLst>
        </pc:picChg>
      </pc:sldChg>
      <pc:sldChg chg="addSp delSp modSp add mod modTransition delAnim modAnim modNotesTx">
        <pc:chgData name="Chestnut, Temple D" userId="8e081a02-258a-4ece-b13b-54445b3f68be" providerId="ADAL" clId="{06D05B33-AE18-4E0A-A68F-E1335D5AF8CF}" dt="2024-04-20T21:31:19.451" v="5694" actId="20577"/>
        <pc:sldMkLst>
          <pc:docMk/>
          <pc:sldMk cId="2990961000" sldId="285"/>
        </pc:sldMkLst>
        <pc:spChg chg="add del mod">
          <ac:chgData name="Chestnut, Temple D" userId="8e081a02-258a-4ece-b13b-54445b3f68be" providerId="ADAL" clId="{06D05B33-AE18-4E0A-A68F-E1335D5AF8CF}" dt="2024-04-20T16:57:39.521" v="3986" actId="478"/>
          <ac:spMkLst>
            <pc:docMk/>
            <pc:sldMk cId="2990961000" sldId="285"/>
            <ac:spMk id="10" creationId="{CBA7A701-0128-CDDC-93D9-35368A0639CB}"/>
          </ac:spMkLst>
        </pc:spChg>
        <pc:spChg chg="add mod">
          <ac:chgData name="Chestnut, Temple D" userId="8e081a02-258a-4ece-b13b-54445b3f68be" providerId="ADAL" clId="{06D05B33-AE18-4E0A-A68F-E1335D5AF8CF}" dt="2024-04-20T16:58:52.380" v="4005" actId="1076"/>
          <ac:spMkLst>
            <pc:docMk/>
            <pc:sldMk cId="2990961000" sldId="285"/>
            <ac:spMk id="11" creationId="{CA2B6BA7-D0C2-2C26-15E4-3A721CF70683}"/>
          </ac:spMkLst>
        </pc:spChg>
        <pc:spChg chg="add del mod">
          <ac:chgData name="Chestnut, Temple D" userId="8e081a02-258a-4ece-b13b-54445b3f68be" providerId="ADAL" clId="{06D05B33-AE18-4E0A-A68F-E1335D5AF8CF}" dt="2024-04-20T16:57:05.276" v="3980" actId="478"/>
          <ac:spMkLst>
            <pc:docMk/>
            <pc:sldMk cId="2990961000" sldId="285"/>
            <ac:spMk id="12" creationId="{49EA1EC5-2754-AB9C-D5D0-20A428B18126}"/>
          </ac:spMkLst>
        </pc:spChg>
        <pc:spChg chg="add del mod">
          <ac:chgData name="Chestnut, Temple D" userId="8e081a02-258a-4ece-b13b-54445b3f68be" providerId="ADAL" clId="{06D05B33-AE18-4E0A-A68F-E1335D5AF8CF}" dt="2024-04-20T16:57:08.071" v="3981" actId="478"/>
          <ac:spMkLst>
            <pc:docMk/>
            <pc:sldMk cId="2990961000" sldId="285"/>
            <ac:spMk id="13" creationId="{A57FC9AF-70E1-390D-C587-C6B6CFF20483}"/>
          </ac:spMkLst>
        </pc:spChg>
        <pc:spChg chg="add mod">
          <ac:chgData name="Chestnut, Temple D" userId="8e081a02-258a-4ece-b13b-54445b3f68be" providerId="ADAL" clId="{06D05B33-AE18-4E0A-A68F-E1335D5AF8CF}" dt="2024-04-20T16:58:52.380" v="4005" actId="1076"/>
          <ac:spMkLst>
            <pc:docMk/>
            <pc:sldMk cId="2990961000" sldId="285"/>
            <ac:spMk id="14" creationId="{5EE011F9-2CE6-9B8C-81EE-F0C74DFD0FDA}"/>
          </ac:spMkLst>
        </pc:spChg>
        <pc:spChg chg="add mod">
          <ac:chgData name="Chestnut, Temple D" userId="8e081a02-258a-4ece-b13b-54445b3f68be" providerId="ADAL" clId="{06D05B33-AE18-4E0A-A68F-E1335D5AF8CF}" dt="2024-04-20T16:55:46.451" v="3966" actId="164"/>
          <ac:spMkLst>
            <pc:docMk/>
            <pc:sldMk cId="2990961000" sldId="285"/>
            <ac:spMk id="15" creationId="{AB9F256A-DC47-2333-AA32-D725CFFCF398}"/>
          </ac:spMkLst>
        </pc:spChg>
        <pc:spChg chg="add mod">
          <ac:chgData name="Chestnut, Temple D" userId="8e081a02-258a-4ece-b13b-54445b3f68be" providerId="ADAL" clId="{06D05B33-AE18-4E0A-A68F-E1335D5AF8CF}" dt="2024-04-20T16:55:46.451" v="3966" actId="164"/>
          <ac:spMkLst>
            <pc:docMk/>
            <pc:sldMk cId="2990961000" sldId="285"/>
            <ac:spMk id="16" creationId="{EC44E01C-DF7D-5EE9-F985-9C7BDF12667A}"/>
          </ac:spMkLst>
        </pc:spChg>
        <pc:spChg chg="mod">
          <ac:chgData name="Chestnut, Temple D" userId="8e081a02-258a-4ece-b13b-54445b3f68be" providerId="ADAL" clId="{06D05B33-AE18-4E0A-A68F-E1335D5AF8CF}" dt="2024-04-20T17:01:57.385" v="4112" actId="1038"/>
          <ac:spMkLst>
            <pc:docMk/>
            <pc:sldMk cId="2990961000" sldId="285"/>
            <ac:spMk id="43" creationId="{B21BB481-2C34-B16E-1B3D-ABACA54EF59B}"/>
          </ac:spMkLst>
        </pc:spChg>
        <pc:spChg chg="mod">
          <ac:chgData name="Chestnut, Temple D" userId="8e081a02-258a-4ece-b13b-54445b3f68be" providerId="ADAL" clId="{06D05B33-AE18-4E0A-A68F-E1335D5AF8CF}" dt="2024-04-20T17:02:16.225" v="4120" actId="1036"/>
          <ac:spMkLst>
            <pc:docMk/>
            <pc:sldMk cId="2990961000" sldId="285"/>
            <ac:spMk id="44" creationId="{C9F0BCFB-3BD1-1A45-EB26-1B64AAE73500}"/>
          </ac:spMkLst>
        </pc:spChg>
        <pc:spChg chg="mod">
          <ac:chgData name="Chestnut, Temple D" userId="8e081a02-258a-4ece-b13b-54445b3f68be" providerId="ADAL" clId="{06D05B33-AE18-4E0A-A68F-E1335D5AF8CF}" dt="2024-04-20T17:02:16.225" v="4120" actId="1036"/>
          <ac:spMkLst>
            <pc:docMk/>
            <pc:sldMk cId="2990961000" sldId="285"/>
            <ac:spMk id="45" creationId="{15F66731-9085-88B9-D080-05679AD4EAE8}"/>
          </ac:spMkLst>
        </pc:spChg>
        <pc:spChg chg="add del mod">
          <ac:chgData name="Chestnut, Temple D" userId="8e081a02-258a-4ece-b13b-54445b3f68be" providerId="ADAL" clId="{06D05B33-AE18-4E0A-A68F-E1335D5AF8CF}" dt="2024-04-20T16:57:23.874" v="3984" actId="478"/>
          <ac:spMkLst>
            <pc:docMk/>
            <pc:sldMk cId="2990961000" sldId="285"/>
            <ac:spMk id="46" creationId="{5AEB09C9-7EA0-9FDF-A450-AFD08720A3A6}"/>
          </ac:spMkLst>
        </pc:spChg>
        <pc:spChg chg="add del mod">
          <ac:chgData name="Chestnut, Temple D" userId="8e081a02-258a-4ece-b13b-54445b3f68be" providerId="ADAL" clId="{06D05B33-AE18-4E0A-A68F-E1335D5AF8CF}" dt="2024-04-20T16:57:23.874" v="3984" actId="478"/>
          <ac:spMkLst>
            <pc:docMk/>
            <pc:sldMk cId="2990961000" sldId="285"/>
            <ac:spMk id="47" creationId="{B6DB42B9-88A8-7F58-B0B6-086527E76BA3}"/>
          </ac:spMkLst>
        </pc:spChg>
        <pc:spChg chg="add del mod">
          <ac:chgData name="Chestnut, Temple D" userId="8e081a02-258a-4ece-b13b-54445b3f68be" providerId="ADAL" clId="{06D05B33-AE18-4E0A-A68F-E1335D5AF8CF}" dt="2024-04-20T16:57:23.874" v="3984" actId="478"/>
          <ac:spMkLst>
            <pc:docMk/>
            <pc:sldMk cId="2990961000" sldId="285"/>
            <ac:spMk id="48" creationId="{FB59358D-9E54-ACAA-53A6-24F55E25138F}"/>
          </ac:spMkLst>
        </pc:spChg>
        <pc:spChg chg="mod">
          <ac:chgData name="Chestnut, Temple D" userId="8e081a02-258a-4ece-b13b-54445b3f68be" providerId="ADAL" clId="{06D05B33-AE18-4E0A-A68F-E1335D5AF8CF}" dt="2024-04-20T16:57:18.380" v="3982"/>
          <ac:spMkLst>
            <pc:docMk/>
            <pc:sldMk cId="2990961000" sldId="285"/>
            <ac:spMk id="50" creationId="{8C93D4E3-7DC8-2307-D4A7-9F56F0EC2DE6}"/>
          </ac:spMkLst>
        </pc:spChg>
        <pc:spChg chg="mod">
          <ac:chgData name="Chestnut, Temple D" userId="8e081a02-258a-4ece-b13b-54445b3f68be" providerId="ADAL" clId="{06D05B33-AE18-4E0A-A68F-E1335D5AF8CF}" dt="2024-04-20T16:57:18.380" v="3982"/>
          <ac:spMkLst>
            <pc:docMk/>
            <pc:sldMk cId="2990961000" sldId="285"/>
            <ac:spMk id="51" creationId="{EA919717-1B45-7A33-E603-1DDF3EA43E77}"/>
          </ac:spMkLst>
        </pc:spChg>
        <pc:spChg chg="add mod">
          <ac:chgData name="Chestnut, Temple D" userId="8e081a02-258a-4ece-b13b-54445b3f68be" providerId="ADAL" clId="{06D05B33-AE18-4E0A-A68F-E1335D5AF8CF}" dt="2024-04-20T17:00:36.893" v="4038" actId="207"/>
          <ac:spMkLst>
            <pc:docMk/>
            <pc:sldMk cId="2990961000" sldId="285"/>
            <ac:spMk id="52" creationId="{BBD8BCCE-61FA-52E2-6815-8FD7BA201BE5}"/>
          </ac:spMkLst>
        </pc:spChg>
        <pc:spChg chg="add mod">
          <ac:chgData name="Chestnut, Temple D" userId="8e081a02-258a-4ece-b13b-54445b3f68be" providerId="ADAL" clId="{06D05B33-AE18-4E0A-A68F-E1335D5AF8CF}" dt="2024-04-20T16:58:05.524" v="3988" actId="1076"/>
          <ac:spMkLst>
            <pc:docMk/>
            <pc:sldMk cId="2990961000" sldId="285"/>
            <ac:spMk id="53" creationId="{281A4E6C-06EE-CEE8-7A30-3994758C9702}"/>
          </ac:spMkLst>
        </pc:spChg>
        <pc:spChg chg="mod">
          <ac:chgData name="Chestnut, Temple D" userId="8e081a02-258a-4ece-b13b-54445b3f68be" providerId="ADAL" clId="{06D05B33-AE18-4E0A-A68F-E1335D5AF8CF}" dt="2024-04-20T17:00:46.292" v="4040" actId="208"/>
          <ac:spMkLst>
            <pc:docMk/>
            <pc:sldMk cId="2990961000" sldId="285"/>
            <ac:spMk id="55" creationId="{C3311A8A-6D35-FE2E-265B-3B74042C7D2A}"/>
          </ac:spMkLst>
        </pc:spChg>
        <pc:spChg chg="mod">
          <ac:chgData name="Chestnut, Temple D" userId="8e081a02-258a-4ece-b13b-54445b3f68be" providerId="ADAL" clId="{06D05B33-AE18-4E0A-A68F-E1335D5AF8CF}" dt="2024-04-20T17:00:51.551" v="4041" actId="2085"/>
          <ac:spMkLst>
            <pc:docMk/>
            <pc:sldMk cId="2990961000" sldId="285"/>
            <ac:spMk id="56" creationId="{3C5DE84B-5150-888A-5808-08590D170F27}"/>
          </ac:spMkLst>
        </pc:spChg>
        <pc:spChg chg="add mod">
          <ac:chgData name="Chestnut, Temple D" userId="8e081a02-258a-4ece-b13b-54445b3f68be" providerId="ADAL" clId="{06D05B33-AE18-4E0A-A68F-E1335D5AF8CF}" dt="2024-04-20T17:00:10.546" v="4035" actId="207"/>
          <ac:spMkLst>
            <pc:docMk/>
            <pc:sldMk cId="2990961000" sldId="285"/>
            <ac:spMk id="57" creationId="{94B0CFA8-980F-AC07-41FA-4DCF31769A9D}"/>
          </ac:spMkLst>
        </pc:spChg>
        <pc:spChg chg="add mod">
          <ac:chgData name="Chestnut, Temple D" userId="8e081a02-258a-4ece-b13b-54445b3f68be" providerId="ADAL" clId="{06D05B33-AE18-4E0A-A68F-E1335D5AF8CF}" dt="2024-04-20T16:59:18.494" v="4007" actId="1076"/>
          <ac:spMkLst>
            <pc:docMk/>
            <pc:sldMk cId="2990961000" sldId="285"/>
            <ac:spMk id="58" creationId="{6E55A5EB-8F0B-73D3-5B08-CAA35561524D}"/>
          </ac:spMkLst>
        </pc:spChg>
        <pc:spChg chg="mod">
          <ac:chgData name="Chestnut, Temple D" userId="8e081a02-258a-4ece-b13b-54445b3f68be" providerId="ADAL" clId="{06D05B33-AE18-4E0A-A68F-E1335D5AF8CF}" dt="2024-04-20T16:59:55.008" v="4033" actId="208"/>
          <ac:spMkLst>
            <pc:docMk/>
            <pc:sldMk cId="2990961000" sldId="285"/>
            <ac:spMk id="60" creationId="{27E68FCE-23E9-F8DD-B043-4C9D697F7C6B}"/>
          </ac:spMkLst>
        </pc:spChg>
        <pc:spChg chg="mod">
          <ac:chgData name="Chestnut, Temple D" userId="8e081a02-258a-4ece-b13b-54445b3f68be" providerId="ADAL" clId="{06D05B33-AE18-4E0A-A68F-E1335D5AF8CF}" dt="2024-04-20T17:00:21.046" v="4036" actId="2085"/>
          <ac:spMkLst>
            <pc:docMk/>
            <pc:sldMk cId="2990961000" sldId="285"/>
            <ac:spMk id="61" creationId="{D91DA556-09E3-EBFF-DA2A-7A8A596FE070}"/>
          </ac:spMkLst>
        </pc:spChg>
        <pc:spChg chg="mod">
          <ac:chgData name="Chestnut, Temple D" userId="8e081a02-258a-4ece-b13b-54445b3f68be" providerId="ADAL" clId="{06D05B33-AE18-4E0A-A68F-E1335D5AF8CF}" dt="2024-04-20T17:30:31.453" v="4414"/>
          <ac:spMkLst>
            <pc:docMk/>
            <pc:sldMk cId="2990961000" sldId="285"/>
            <ac:spMk id="63" creationId="{5A5E0147-BB53-D787-80B1-584F35690797}"/>
          </ac:spMkLst>
        </pc:spChg>
        <pc:spChg chg="mod">
          <ac:chgData name="Chestnut, Temple D" userId="8e081a02-258a-4ece-b13b-54445b3f68be" providerId="ADAL" clId="{06D05B33-AE18-4E0A-A68F-E1335D5AF8CF}" dt="2024-04-20T17:30:31.453" v="4414"/>
          <ac:spMkLst>
            <pc:docMk/>
            <pc:sldMk cId="2990961000" sldId="285"/>
            <ac:spMk id="64" creationId="{34528540-EC6F-FA5E-1E43-055C72B8B276}"/>
          </ac:spMkLst>
        </pc:spChg>
        <pc:spChg chg="mod">
          <ac:chgData name="Chestnut, Temple D" userId="8e081a02-258a-4ece-b13b-54445b3f68be" providerId="ADAL" clId="{06D05B33-AE18-4E0A-A68F-E1335D5AF8CF}" dt="2024-04-20T17:30:31.453" v="4414"/>
          <ac:spMkLst>
            <pc:docMk/>
            <pc:sldMk cId="2990961000" sldId="285"/>
            <ac:spMk id="65" creationId="{5E84044C-ACB5-9916-D410-6FA4B2C1B1C7}"/>
          </ac:spMkLst>
        </pc:spChg>
        <pc:grpChg chg="add mod">
          <ac:chgData name="Chestnut, Temple D" userId="8e081a02-258a-4ece-b13b-54445b3f68be" providerId="ADAL" clId="{06D05B33-AE18-4E0A-A68F-E1335D5AF8CF}" dt="2024-04-20T16:58:52.380" v="4005" actId="1076"/>
          <ac:grpSpMkLst>
            <pc:docMk/>
            <pc:sldMk cId="2990961000" sldId="285"/>
            <ac:grpSpMk id="21" creationId="{230C5001-2CAA-9D34-F9A4-25A6B709A434}"/>
          </ac:grpSpMkLst>
        </pc:grpChg>
        <pc:grpChg chg="mod">
          <ac:chgData name="Chestnut, Temple D" userId="8e081a02-258a-4ece-b13b-54445b3f68be" providerId="ADAL" clId="{06D05B33-AE18-4E0A-A68F-E1335D5AF8CF}" dt="2024-04-20T17:02:01.826" v="4114" actId="1037"/>
          <ac:grpSpMkLst>
            <pc:docMk/>
            <pc:sldMk cId="2990961000" sldId="285"/>
            <ac:grpSpMk id="42" creationId="{8304EB55-CCE3-16FF-BF2D-B500836B54E2}"/>
          </ac:grpSpMkLst>
        </pc:grpChg>
        <pc:grpChg chg="add del mod">
          <ac:chgData name="Chestnut, Temple D" userId="8e081a02-258a-4ece-b13b-54445b3f68be" providerId="ADAL" clId="{06D05B33-AE18-4E0A-A68F-E1335D5AF8CF}" dt="2024-04-20T16:57:23.874" v="3984" actId="478"/>
          <ac:grpSpMkLst>
            <pc:docMk/>
            <pc:sldMk cId="2990961000" sldId="285"/>
            <ac:grpSpMk id="49" creationId="{299D46B8-8E44-07B5-B2E1-F9E7B4C10C14}"/>
          </ac:grpSpMkLst>
        </pc:grpChg>
        <pc:grpChg chg="add mod">
          <ac:chgData name="Chestnut, Temple D" userId="8e081a02-258a-4ece-b13b-54445b3f68be" providerId="ADAL" clId="{06D05B33-AE18-4E0A-A68F-E1335D5AF8CF}" dt="2024-04-20T16:58:05.524" v="3988" actId="1076"/>
          <ac:grpSpMkLst>
            <pc:docMk/>
            <pc:sldMk cId="2990961000" sldId="285"/>
            <ac:grpSpMk id="54" creationId="{EC55C418-BFCE-13EE-0697-3EAC99A833BE}"/>
          </ac:grpSpMkLst>
        </pc:grpChg>
        <pc:grpChg chg="add mod">
          <ac:chgData name="Chestnut, Temple D" userId="8e081a02-258a-4ece-b13b-54445b3f68be" providerId="ADAL" clId="{06D05B33-AE18-4E0A-A68F-E1335D5AF8CF}" dt="2024-04-20T16:59:18.494" v="4007" actId="1076"/>
          <ac:grpSpMkLst>
            <pc:docMk/>
            <pc:sldMk cId="2990961000" sldId="285"/>
            <ac:grpSpMk id="59" creationId="{976AA680-589B-BFBC-E72B-1A7B3145CB43}"/>
          </ac:grpSpMkLst>
        </pc:grpChg>
        <pc:grpChg chg="add mod">
          <ac:chgData name="Chestnut, Temple D" userId="8e081a02-258a-4ece-b13b-54445b3f68be" providerId="ADAL" clId="{06D05B33-AE18-4E0A-A68F-E1335D5AF8CF}" dt="2024-04-20T17:30:31.453" v="4414"/>
          <ac:grpSpMkLst>
            <pc:docMk/>
            <pc:sldMk cId="2990961000" sldId="285"/>
            <ac:grpSpMk id="62" creationId="{F53D7C9B-B38A-F478-E75B-B5C3D15C46A8}"/>
          </ac:grpSpMkLst>
        </pc:grpChg>
        <pc:cxnChg chg="add del mod">
          <ac:chgData name="Chestnut, Temple D" userId="8e081a02-258a-4ece-b13b-54445b3f68be" providerId="ADAL" clId="{06D05B33-AE18-4E0A-A68F-E1335D5AF8CF}" dt="2024-04-20T16:41:33.810" v="3829" actId="478"/>
          <ac:cxnSpMkLst>
            <pc:docMk/>
            <pc:sldMk cId="2990961000" sldId="285"/>
            <ac:cxnSpMk id="8" creationId="{A4436162-C7AE-0A54-6544-F3666CE265A8}"/>
          </ac:cxnSpMkLst>
        </pc:cxnChg>
      </pc:sldChg>
      <pc:sldChg chg="addSp delSp modSp new mod setBg modClrScheme setClrOvrMap chgLayout modNotesTx">
        <pc:chgData name="Chestnut, Temple D" userId="8e081a02-258a-4ece-b13b-54445b3f68be" providerId="ADAL" clId="{06D05B33-AE18-4E0A-A68F-E1335D5AF8CF}" dt="2024-04-20T20:08:14.168" v="5209"/>
        <pc:sldMkLst>
          <pc:docMk/>
          <pc:sldMk cId="2987555940" sldId="286"/>
        </pc:sldMkLst>
        <pc:spChg chg="mod ord">
          <ac:chgData name="Chestnut, Temple D" userId="8e081a02-258a-4ece-b13b-54445b3f68be" providerId="ADAL" clId="{06D05B33-AE18-4E0A-A68F-E1335D5AF8CF}" dt="2024-04-20T19:13:55.544" v="4833" actId="26606"/>
          <ac:spMkLst>
            <pc:docMk/>
            <pc:sldMk cId="2987555940" sldId="286"/>
            <ac:spMk id="2" creationId="{68AB6C6A-8C06-059C-E787-D13797C0A301}"/>
          </ac:spMkLst>
        </pc:spChg>
        <pc:spChg chg="del mod ord">
          <ac:chgData name="Chestnut, Temple D" userId="8e081a02-258a-4ece-b13b-54445b3f68be" providerId="ADAL" clId="{06D05B33-AE18-4E0A-A68F-E1335D5AF8CF}" dt="2024-04-20T18:19:42.169" v="4683" actId="700"/>
          <ac:spMkLst>
            <pc:docMk/>
            <pc:sldMk cId="2987555940" sldId="286"/>
            <ac:spMk id="3" creationId="{F98ABF55-8344-FC11-9185-BA7EA80F283D}"/>
          </ac:spMkLst>
        </pc:spChg>
        <pc:spChg chg="add mod ord">
          <ac:chgData name="Chestnut, Temple D" userId="8e081a02-258a-4ece-b13b-54445b3f68be" providerId="ADAL" clId="{06D05B33-AE18-4E0A-A68F-E1335D5AF8CF}" dt="2024-04-20T20:08:14.168" v="5209"/>
          <ac:spMkLst>
            <pc:docMk/>
            <pc:sldMk cId="2987555940" sldId="286"/>
            <ac:spMk id="4" creationId="{A948D7C7-FD3C-BF3B-FA31-7954FC437C36}"/>
          </ac:spMkLst>
        </pc:spChg>
        <pc:spChg chg="add del mod ord">
          <ac:chgData name="Chestnut, Temple D" userId="8e081a02-258a-4ece-b13b-54445b3f68be" providerId="ADAL" clId="{06D05B33-AE18-4E0A-A68F-E1335D5AF8CF}" dt="2024-04-20T19:13:09.582" v="4824" actId="931"/>
          <ac:spMkLst>
            <pc:docMk/>
            <pc:sldMk cId="2987555940" sldId="286"/>
            <ac:spMk id="5" creationId="{32A87C06-0DDF-93FD-E2EF-8047089F9715}"/>
          </ac:spMkLst>
        </pc:spChg>
        <pc:spChg chg="add del">
          <ac:chgData name="Chestnut, Temple D" userId="8e081a02-258a-4ece-b13b-54445b3f68be" providerId="ADAL" clId="{06D05B33-AE18-4E0A-A68F-E1335D5AF8CF}" dt="2024-04-20T19:13:22.014" v="4828" actId="26606"/>
          <ac:spMkLst>
            <pc:docMk/>
            <pc:sldMk cId="2987555940" sldId="286"/>
            <ac:spMk id="12" creationId="{53576798-7F98-4C7F-B6C7-6D41B5A7E927}"/>
          </ac:spMkLst>
        </pc:spChg>
        <pc:spChg chg="add del">
          <ac:chgData name="Chestnut, Temple D" userId="8e081a02-258a-4ece-b13b-54445b3f68be" providerId="ADAL" clId="{06D05B33-AE18-4E0A-A68F-E1335D5AF8CF}" dt="2024-04-20T19:13:25.860" v="4830" actId="26606"/>
          <ac:spMkLst>
            <pc:docMk/>
            <pc:sldMk cId="2987555940" sldId="286"/>
            <ac:spMk id="14" creationId="{72319FFA-0E4F-4E0B-BEBA-A9DD4B41AAE9}"/>
          </ac:spMkLst>
        </pc:spChg>
        <pc:spChg chg="add del">
          <ac:chgData name="Chestnut, Temple D" userId="8e081a02-258a-4ece-b13b-54445b3f68be" providerId="ADAL" clId="{06D05B33-AE18-4E0A-A68F-E1335D5AF8CF}" dt="2024-04-20T19:13:25.860" v="4830" actId="26606"/>
          <ac:spMkLst>
            <pc:docMk/>
            <pc:sldMk cId="2987555940" sldId="286"/>
            <ac:spMk id="15" creationId="{DA9A1ACB-4ECA-4EAE-AEAB-CE9C8C01EE60}"/>
          </ac:spMkLst>
        </pc:spChg>
        <pc:spChg chg="add del">
          <ac:chgData name="Chestnut, Temple D" userId="8e081a02-258a-4ece-b13b-54445b3f68be" providerId="ADAL" clId="{06D05B33-AE18-4E0A-A68F-E1335D5AF8CF}" dt="2024-04-20T19:13:55.540" v="4832" actId="26606"/>
          <ac:spMkLst>
            <pc:docMk/>
            <pc:sldMk cId="2987555940" sldId="286"/>
            <ac:spMk id="16" creationId="{F3FCE8DC-E7A6-4A8F-BB57-A87EC4B846BB}"/>
          </ac:spMkLst>
        </pc:spChg>
        <pc:spChg chg="add del">
          <ac:chgData name="Chestnut, Temple D" userId="8e081a02-258a-4ece-b13b-54445b3f68be" providerId="ADAL" clId="{06D05B33-AE18-4E0A-A68F-E1335D5AF8CF}" dt="2024-04-20T19:13:55.540" v="4832" actId="26606"/>
          <ac:spMkLst>
            <pc:docMk/>
            <pc:sldMk cId="2987555940" sldId="286"/>
            <ac:spMk id="17" creationId="{DA9A1ACB-4ECA-4EAE-AEAB-CE9C8C01EE60}"/>
          </ac:spMkLst>
        </pc:spChg>
        <pc:spChg chg="add del">
          <ac:chgData name="Chestnut, Temple D" userId="8e081a02-258a-4ece-b13b-54445b3f68be" providerId="ADAL" clId="{06D05B33-AE18-4E0A-A68F-E1335D5AF8CF}" dt="2024-04-20T19:13:55.540" v="4832" actId="26606"/>
          <ac:spMkLst>
            <pc:docMk/>
            <pc:sldMk cId="2987555940" sldId="286"/>
            <ac:spMk id="18" creationId="{1C524A27-B6C0-41EA-ABCB-AA2E61FC0F8A}"/>
          </ac:spMkLst>
        </pc:spChg>
        <pc:spChg chg="add">
          <ac:chgData name="Chestnut, Temple D" userId="8e081a02-258a-4ece-b13b-54445b3f68be" providerId="ADAL" clId="{06D05B33-AE18-4E0A-A68F-E1335D5AF8CF}" dt="2024-04-20T19:13:55.544" v="4833" actId="26606"/>
          <ac:spMkLst>
            <pc:docMk/>
            <pc:sldMk cId="2987555940" sldId="286"/>
            <ac:spMk id="20" creationId="{53576798-7F98-4C7F-B6C7-6D41B5A7E927}"/>
          </ac:spMkLst>
        </pc:spChg>
        <pc:spChg chg="add">
          <ac:chgData name="Chestnut, Temple D" userId="8e081a02-258a-4ece-b13b-54445b3f68be" providerId="ADAL" clId="{06D05B33-AE18-4E0A-A68F-E1335D5AF8CF}" dt="2024-04-20T19:13:55.544" v="4833" actId="26606"/>
          <ac:spMkLst>
            <pc:docMk/>
            <pc:sldMk cId="2987555940" sldId="286"/>
            <ac:spMk id="21" creationId="{0EA0C3AC-2A72-484B-B07D-F2CC519F1201}"/>
          </ac:spMkLst>
        </pc:spChg>
        <pc:spChg chg="add">
          <ac:chgData name="Chestnut, Temple D" userId="8e081a02-258a-4ece-b13b-54445b3f68be" providerId="ADAL" clId="{06D05B33-AE18-4E0A-A68F-E1335D5AF8CF}" dt="2024-04-20T19:13:55.544" v="4833" actId="26606"/>
          <ac:spMkLst>
            <pc:docMk/>
            <pc:sldMk cId="2987555940" sldId="286"/>
            <ac:spMk id="22" creationId="{986477EF-3991-4D07-9F11-9E887C340C78}"/>
          </ac:spMkLst>
        </pc:spChg>
        <pc:spChg chg="add">
          <ac:chgData name="Chestnut, Temple D" userId="8e081a02-258a-4ece-b13b-54445b3f68be" providerId="ADAL" clId="{06D05B33-AE18-4E0A-A68F-E1335D5AF8CF}" dt="2024-04-20T19:13:55.544" v="4833" actId="26606"/>
          <ac:spMkLst>
            <pc:docMk/>
            <pc:sldMk cId="2987555940" sldId="286"/>
            <ac:spMk id="23" creationId="{EDA40B90-E281-4108-8CC2-959D5F95070A}"/>
          </ac:spMkLst>
        </pc:spChg>
        <pc:picChg chg="add mod ord">
          <ac:chgData name="Chestnut, Temple D" userId="8e081a02-258a-4ece-b13b-54445b3f68be" providerId="ADAL" clId="{06D05B33-AE18-4E0A-A68F-E1335D5AF8CF}" dt="2024-04-20T19:13:55.544" v="4833" actId="26606"/>
          <ac:picMkLst>
            <pc:docMk/>
            <pc:sldMk cId="2987555940" sldId="286"/>
            <ac:picMk id="7" creationId="{305E143A-A54D-EEBC-779C-31987D749C35}"/>
          </ac:picMkLst>
        </pc:picChg>
      </pc:sldChg>
      <pc:sldChg chg="addSp delSp modSp add del mod modAnim">
        <pc:chgData name="Chestnut, Temple D" userId="8e081a02-258a-4ece-b13b-54445b3f68be" providerId="ADAL" clId="{06D05B33-AE18-4E0A-A68F-E1335D5AF8CF}" dt="2024-04-20T17:36:29.783" v="4481" actId="47"/>
        <pc:sldMkLst>
          <pc:docMk/>
          <pc:sldMk cId="3441539966" sldId="286"/>
        </pc:sldMkLst>
        <pc:spChg chg="mod">
          <ac:chgData name="Chestnut, Temple D" userId="8e081a02-258a-4ece-b13b-54445b3f68be" providerId="ADAL" clId="{06D05B33-AE18-4E0A-A68F-E1335D5AF8CF}" dt="2024-04-20T17:34:42.409" v="4466"/>
          <ac:spMkLst>
            <pc:docMk/>
            <pc:sldMk cId="3441539966" sldId="286"/>
            <ac:spMk id="2" creationId="{54452DFB-FCAC-5042-C955-6BD8B9D27F8B}"/>
          </ac:spMkLst>
        </pc:spChg>
        <pc:spChg chg="mod">
          <ac:chgData name="Chestnut, Temple D" userId="8e081a02-258a-4ece-b13b-54445b3f68be" providerId="ADAL" clId="{06D05B33-AE18-4E0A-A68F-E1335D5AF8CF}" dt="2024-04-20T17:34:42.409" v="4466"/>
          <ac:spMkLst>
            <pc:docMk/>
            <pc:sldMk cId="3441539966" sldId="286"/>
            <ac:spMk id="3" creationId="{DC98C2CB-AB31-4224-7F1E-F0BD590C0D60}"/>
          </ac:spMkLst>
        </pc:spChg>
        <pc:spChg chg="mod">
          <ac:chgData name="Chestnut, Temple D" userId="8e081a02-258a-4ece-b13b-54445b3f68be" providerId="ADAL" clId="{06D05B33-AE18-4E0A-A68F-E1335D5AF8CF}" dt="2024-04-20T17:34:42.409" v="4466"/>
          <ac:spMkLst>
            <pc:docMk/>
            <pc:sldMk cId="3441539966" sldId="286"/>
            <ac:spMk id="4" creationId="{77884AA5-1D85-A1CC-BCAE-F805782878AB}"/>
          </ac:spMkLst>
        </pc:spChg>
        <pc:spChg chg="mod">
          <ac:chgData name="Chestnut, Temple D" userId="8e081a02-258a-4ece-b13b-54445b3f68be" providerId="ADAL" clId="{06D05B33-AE18-4E0A-A68F-E1335D5AF8CF}" dt="2024-04-20T17:34:42.409" v="4466"/>
          <ac:spMkLst>
            <pc:docMk/>
            <pc:sldMk cId="3441539966" sldId="286"/>
            <ac:spMk id="5" creationId="{8644E537-C9FE-E7C2-C446-B846115A97CE}"/>
          </ac:spMkLst>
        </pc:spChg>
        <pc:spChg chg="del mod topLvl">
          <ac:chgData name="Chestnut, Temple D" userId="8e081a02-258a-4ece-b13b-54445b3f68be" providerId="ADAL" clId="{06D05B33-AE18-4E0A-A68F-E1335D5AF8CF}" dt="2024-04-20T17:36:27.360" v="4479" actId="478"/>
          <ac:spMkLst>
            <pc:docMk/>
            <pc:sldMk cId="3441539966" sldId="286"/>
            <ac:spMk id="8" creationId="{268DA3B5-658C-A377-71C1-980883734444}"/>
          </ac:spMkLst>
        </pc:spChg>
        <pc:spChg chg="del mod topLvl">
          <ac:chgData name="Chestnut, Temple D" userId="8e081a02-258a-4ece-b13b-54445b3f68be" providerId="ADAL" clId="{06D05B33-AE18-4E0A-A68F-E1335D5AF8CF}" dt="2024-04-20T17:31:00.929" v="4429" actId="478"/>
          <ac:spMkLst>
            <pc:docMk/>
            <pc:sldMk cId="3441539966" sldId="286"/>
            <ac:spMk id="9" creationId="{0553DDB7-0AAF-B99D-3475-CD2999319CBD}"/>
          </ac:spMkLst>
        </pc:spChg>
        <pc:spChg chg="del mod">
          <ac:chgData name="Chestnut, Temple D" userId="8e081a02-258a-4ece-b13b-54445b3f68be" providerId="ADAL" clId="{06D05B33-AE18-4E0A-A68F-E1335D5AF8CF}" dt="2024-04-20T17:30:58.752" v="4428" actId="478"/>
          <ac:spMkLst>
            <pc:docMk/>
            <pc:sldMk cId="3441539966" sldId="286"/>
            <ac:spMk id="10" creationId="{7655DCAF-6618-F987-9C7E-B31C4C3BD51E}"/>
          </ac:spMkLst>
        </pc:spChg>
        <pc:spChg chg="add del mod ord">
          <ac:chgData name="Chestnut, Temple D" userId="8e081a02-258a-4ece-b13b-54445b3f68be" providerId="ADAL" clId="{06D05B33-AE18-4E0A-A68F-E1335D5AF8CF}" dt="2024-04-20T17:36:01.465" v="4477" actId="478"/>
          <ac:spMkLst>
            <pc:docMk/>
            <pc:sldMk cId="3441539966" sldId="286"/>
            <ac:spMk id="12" creationId="{0D3E79BC-7C9E-9B75-149C-7C756D03BB6A}"/>
          </ac:spMkLst>
        </pc:spChg>
        <pc:spChg chg="add del mod">
          <ac:chgData name="Chestnut, Temple D" userId="8e081a02-258a-4ece-b13b-54445b3f68be" providerId="ADAL" clId="{06D05B33-AE18-4E0A-A68F-E1335D5AF8CF}" dt="2024-04-20T17:36:28.545" v="4480" actId="478"/>
          <ac:spMkLst>
            <pc:docMk/>
            <pc:sldMk cId="3441539966" sldId="286"/>
            <ac:spMk id="13" creationId="{B09588F6-14D4-9F3F-A602-CE0E86BD34BE}"/>
          </ac:spMkLst>
        </pc:spChg>
        <pc:grpChg chg="mod">
          <ac:chgData name="Chestnut, Temple D" userId="8e081a02-258a-4ece-b13b-54445b3f68be" providerId="ADAL" clId="{06D05B33-AE18-4E0A-A68F-E1335D5AF8CF}" dt="2024-04-20T17:34:42.409" v="4466"/>
          <ac:grpSpMkLst>
            <pc:docMk/>
            <pc:sldMk cId="3441539966" sldId="286"/>
            <ac:grpSpMk id="6" creationId="{D0E2C6AF-37D1-7D4D-DE7A-6A120F01C5F2}"/>
          </ac:grpSpMkLst>
        </pc:grpChg>
        <pc:grpChg chg="add del mod">
          <ac:chgData name="Chestnut, Temple D" userId="8e081a02-258a-4ece-b13b-54445b3f68be" providerId="ADAL" clId="{06D05B33-AE18-4E0A-A68F-E1335D5AF8CF}" dt="2024-04-20T17:31:00.929" v="4429" actId="478"/>
          <ac:grpSpMkLst>
            <pc:docMk/>
            <pc:sldMk cId="3441539966" sldId="286"/>
            <ac:grpSpMk id="7" creationId="{D21CBCB6-DF3C-6F51-218F-4DBD64811C83}"/>
          </ac:grpSpMkLst>
        </pc:grpChg>
      </pc:sldChg>
      <pc:sldChg chg="addSp delSp modSp add mod modTransition setBg setClrOvrMap modNotesTx">
        <pc:chgData name="Chestnut, Temple D" userId="8e081a02-258a-4ece-b13b-54445b3f68be" providerId="ADAL" clId="{06D05B33-AE18-4E0A-A68F-E1335D5AF8CF}" dt="2024-04-20T20:50:01.140" v="5494"/>
        <pc:sldMkLst>
          <pc:docMk/>
          <pc:sldMk cId="1536764136" sldId="287"/>
        </pc:sldMkLst>
        <pc:spChg chg="mod">
          <ac:chgData name="Chestnut, Temple D" userId="8e081a02-258a-4ece-b13b-54445b3f68be" providerId="ADAL" clId="{06D05B33-AE18-4E0A-A68F-E1335D5AF8CF}" dt="2024-04-20T19:44:34.221" v="5100" actId="26606"/>
          <ac:spMkLst>
            <pc:docMk/>
            <pc:sldMk cId="1536764136" sldId="287"/>
            <ac:spMk id="2" creationId="{17ACDAE8-9E4A-52C4-18F2-2E646B036A38}"/>
          </ac:spMkLst>
        </pc:spChg>
        <pc:spChg chg="mod ord">
          <ac:chgData name="Chestnut, Temple D" userId="8e081a02-258a-4ece-b13b-54445b3f68be" providerId="ADAL" clId="{06D05B33-AE18-4E0A-A68F-E1335D5AF8CF}" dt="2024-04-20T20:19:07.122" v="5230" actId="14"/>
          <ac:spMkLst>
            <pc:docMk/>
            <pc:sldMk cId="1536764136" sldId="287"/>
            <ac:spMk id="3" creationId="{D4B5AFFB-D582-D42A-7132-1D7ABB60281C}"/>
          </ac:spMkLst>
        </pc:spChg>
        <pc:spChg chg="add del">
          <ac:chgData name="Chestnut, Temple D" userId="8e081a02-258a-4ece-b13b-54445b3f68be" providerId="ADAL" clId="{06D05B33-AE18-4E0A-A68F-E1335D5AF8CF}" dt="2024-04-20T19:44:34.221" v="5100" actId="26606"/>
          <ac:spMkLst>
            <pc:docMk/>
            <pc:sldMk cId="1536764136" sldId="287"/>
            <ac:spMk id="8" creationId="{089A69AF-D57B-49B4-886C-D4A5DC194421}"/>
          </ac:spMkLst>
        </pc:spChg>
        <pc:spChg chg="add del">
          <ac:chgData name="Chestnut, Temple D" userId="8e081a02-258a-4ece-b13b-54445b3f68be" providerId="ADAL" clId="{06D05B33-AE18-4E0A-A68F-E1335D5AF8CF}" dt="2024-04-20T19:44:34.221" v="5100" actId="26606"/>
          <ac:spMkLst>
            <pc:docMk/>
            <pc:sldMk cId="1536764136" sldId="287"/>
            <ac:spMk id="10" creationId="{68F2977E-E0AE-4EB4-A059-59E908EB862A}"/>
          </ac:spMkLst>
        </pc:spChg>
        <pc:spChg chg="add del">
          <ac:chgData name="Chestnut, Temple D" userId="8e081a02-258a-4ece-b13b-54445b3f68be" providerId="ADAL" clId="{06D05B33-AE18-4E0A-A68F-E1335D5AF8CF}" dt="2024-04-20T19:44:24.039" v="5095" actId="26606"/>
          <ac:spMkLst>
            <pc:docMk/>
            <pc:sldMk cId="1536764136" sldId="287"/>
            <ac:spMk id="12" creationId="{A416E3E5-5186-46A4-AFBD-337387D3163D}"/>
          </ac:spMkLst>
        </pc:spChg>
        <pc:spChg chg="add del">
          <ac:chgData name="Chestnut, Temple D" userId="8e081a02-258a-4ece-b13b-54445b3f68be" providerId="ADAL" clId="{06D05B33-AE18-4E0A-A68F-E1335D5AF8CF}" dt="2024-04-20T19:44:24.039" v="5095" actId="26606"/>
          <ac:spMkLst>
            <pc:docMk/>
            <pc:sldMk cId="1536764136" sldId="287"/>
            <ac:spMk id="13" creationId="{7B8FAACC-353E-4F84-BA62-A5514185D9A9}"/>
          </ac:spMkLst>
        </pc:spChg>
        <pc:spChg chg="add del">
          <ac:chgData name="Chestnut, Temple D" userId="8e081a02-258a-4ece-b13b-54445b3f68be" providerId="ADAL" clId="{06D05B33-AE18-4E0A-A68F-E1335D5AF8CF}" dt="2024-04-20T19:44:34.219" v="5099" actId="26606"/>
          <ac:spMkLst>
            <pc:docMk/>
            <pc:sldMk cId="1536764136" sldId="287"/>
            <ac:spMk id="14" creationId="{5940F547-7206-4401-94FB-F8421915D8B8}"/>
          </ac:spMkLst>
        </pc:spChg>
        <pc:spChg chg="add del">
          <ac:chgData name="Chestnut, Temple D" userId="8e081a02-258a-4ece-b13b-54445b3f68be" providerId="ADAL" clId="{06D05B33-AE18-4E0A-A68F-E1335D5AF8CF}" dt="2024-04-20T19:44:18.263" v="5091" actId="26606"/>
          <ac:spMkLst>
            <pc:docMk/>
            <pc:sldMk cId="1536764136" sldId="287"/>
            <ac:spMk id="15" creationId="{A416E3E5-5186-46A4-AFBD-337387D3163D}"/>
          </ac:spMkLst>
        </pc:spChg>
        <pc:spChg chg="add">
          <ac:chgData name="Chestnut, Temple D" userId="8e081a02-258a-4ece-b13b-54445b3f68be" providerId="ADAL" clId="{06D05B33-AE18-4E0A-A68F-E1335D5AF8CF}" dt="2024-04-20T19:44:34.221" v="5100" actId="26606"/>
          <ac:spMkLst>
            <pc:docMk/>
            <pc:sldMk cId="1536764136" sldId="287"/>
            <ac:spMk id="16" creationId="{1C524A27-B6C0-41EA-ABCB-AA2E61FC0F8A}"/>
          </ac:spMkLst>
        </pc:spChg>
        <pc:spChg chg="add del">
          <ac:chgData name="Chestnut, Temple D" userId="8e081a02-258a-4ece-b13b-54445b3f68be" providerId="ADAL" clId="{06D05B33-AE18-4E0A-A68F-E1335D5AF8CF}" dt="2024-04-20T19:44:18.263" v="5091" actId="26606"/>
          <ac:spMkLst>
            <pc:docMk/>
            <pc:sldMk cId="1536764136" sldId="287"/>
            <ac:spMk id="17" creationId="{7B8FAACC-353E-4F84-BA62-A5514185D9A9}"/>
          </ac:spMkLst>
        </pc:spChg>
        <pc:spChg chg="add">
          <ac:chgData name="Chestnut, Temple D" userId="8e081a02-258a-4ece-b13b-54445b3f68be" providerId="ADAL" clId="{06D05B33-AE18-4E0A-A68F-E1335D5AF8CF}" dt="2024-04-20T19:44:34.221" v="5100" actId="26606"/>
          <ac:spMkLst>
            <pc:docMk/>
            <pc:sldMk cId="1536764136" sldId="287"/>
            <ac:spMk id="18" creationId="{F3FCE8DC-E7A6-4A8F-BB57-A87EC4B846BB}"/>
          </ac:spMkLst>
        </pc:spChg>
        <pc:picChg chg="add mod ord">
          <ac:chgData name="Chestnut, Temple D" userId="8e081a02-258a-4ece-b13b-54445b3f68be" providerId="ADAL" clId="{06D05B33-AE18-4E0A-A68F-E1335D5AF8CF}" dt="2024-04-20T19:44:34.221" v="5100" actId="26606"/>
          <ac:picMkLst>
            <pc:docMk/>
            <pc:sldMk cId="1536764136" sldId="287"/>
            <ac:picMk id="5" creationId="{769CA05F-86E8-14BF-97EC-EBE251EEBD66}"/>
          </ac:picMkLst>
        </pc:picChg>
      </pc:sldChg>
      <pc:sldChg chg="addSp delSp modSp add mod ord modTransition modNotesTx">
        <pc:chgData name="Chestnut, Temple D" userId="8e081a02-258a-4ece-b13b-54445b3f68be" providerId="ADAL" clId="{06D05B33-AE18-4E0A-A68F-E1335D5AF8CF}" dt="2024-04-20T20:50:01.140" v="5494"/>
        <pc:sldMkLst>
          <pc:docMk/>
          <pc:sldMk cId="1577922724" sldId="288"/>
        </pc:sldMkLst>
        <pc:spChg chg="mod">
          <ac:chgData name="Chestnut, Temple D" userId="8e081a02-258a-4ece-b13b-54445b3f68be" providerId="ADAL" clId="{06D05B33-AE18-4E0A-A68F-E1335D5AF8CF}" dt="2024-04-20T19:52:22.316" v="5198" actId="26606"/>
          <ac:spMkLst>
            <pc:docMk/>
            <pc:sldMk cId="1577922724" sldId="288"/>
            <ac:spMk id="2" creationId="{17ACDAE8-9E4A-52C4-18F2-2E646B036A38}"/>
          </ac:spMkLst>
        </pc:spChg>
        <pc:spChg chg="mod">
          <ac:chgData name="Chestnut, Temple D" userId="8e081a02-258a-4ece-b13b-54445b3f68be" providerId="ADAL" clId="{06D05B33-AE18-4E0A-A68F-E1335D5AF8CF}" dt="2024-04-20T19:52:22.316" v="5198" actId="26606"/>
          <ac:spMkLst>
            <pc:docMk/>
            <pc:sldMk cId="1577922724" sldId="288"/>
            <ac:spMk id="3" creationId="{D4B5AFFB-D582-D42A-7132-1D7ABB60281C}"/>
          </ac:spMkLst>
        </pc:spChg>
        <pc:spChg chg="del">
          <ac:chgData name="Chestnut, Temple D" userId="8e081a02-258a-4ece-b13b-54445b3f68be" providerId="ADAL" clId="{06D05B33-AE18-4E0A-A68F-E1335D5AF8CF}" dt="2024-04-20T19:52:22.316" v="5198" actId="26606"/>
          <ac:spMkLst>
            <pc:docMk/>
            <pc:sldMk cId="1577922724" sldId="288"/>
            <ac:spMk id="22" creationId="{3F7D26C8-96ED-46E3-BD94-C1608C54C36B}"/>
          </ac:spMkLst>
        </pc:spChg>
        <pc:spChg chg="del">
          <ac:chgData name="Chestnut, Temple D" userId="8e081a02-258a-4ece-b13b-54445b3f68be" providerId="ADAL" clId="{06D05B33-AE18-4E0A-A68F-E1335D5AF8CF}" dt="2024-04-20T19:52:22.316" v="5198" actId="26606"/>
          <ac:spMkLst>
            <pc:docMk/>
            <pc:sldMk cId="1577922724" sldId="288"/>
            <ac:spMk id="23" creationId="{13EEA0A9-F720-41ED-8EBA-2A10A664FDE1}"/>
          </ac:spMkLst>
        </pc:spChg>
        <pc:spChg chg="del">
          <ac:chgData name="Chestnut, Temple D" userId="8e081a02-258a-4ece-b13b-54445b3f68be" providerId="ADAL" clId="{06D05B33-AE18-4E0A-A68F-E1335D5AF8CF}" dt="2024-04-20T19:52:22.316" v="5198" actId="26606"/>
          <ac:spMkLst>
            <pc:docMk/>
            <pc:sldMk cId="1577922724" sldId="288"/>
            <ac:spMk id="24" creationId="{03B27569-6089-4DC0-93E0-F3F6E1E93CC1}"/>
          </ac:spMkLst>
        </pc:spChg>
        <pc:spChg chg="add">
          <ac:chgData name="Chestnut, Temple D" userId="8e081a02-258a-4ece-b13b-54445b3f68be" providerId="ADAL" clId="{06D05B33-AE18-4E0A-A68F-E1335D5AF8CF}" dt="2024-04-20T19:52:22.316" v="5198" actId="26606"/>
          <ac:spMkLst>
            <pc:docMk/>
            <pc:sldMk cId="1577922724" sldId="288"/>
            <ac:spMk id="29" creationId="{1C524A27-B6C0-41EA-ABCB-AA2E61FC0F8A}"/>
          </ac:spMkLst>
        </pc:spChg>
        <pc:spChg chg="add">
          <ac:chgData name="Chestnut, Temple D" userId="8e081a02-258a-4ece-b13b-54445b3f68be" providerId="ADAL" clId="{06D05B33-AE18-4E0A-A68F-E1335D5AF8CF}" dt="2024-04-20T19:52:22.316" v="5198" actId="26606"/>
          <ac:spMkLst>
            <pc:docMk/>
            <pc:sldMk cId="1577922724" sldId="288"/>
            <ac:spMk id="31" creationId="{F3FCE8DC-E7A6-4A8F-BB57-A87EC4B846BB}"/>
          </ac:spMkLst>
        </pc:spChg>
        <pc:picChg chg="mod">
          <ac:chgData name="Chestnut, Temple D" userId="8e081a02-258a-4ece-b13b-54445b3f68be" providerId="ADAL" clId="{06D05B33-AE18-4E0A-A68F-E1335D5AF8CF}" dt="2024-04-20T19:52:52.863" v="5199" actId="14826"/>
          <ac:picMkLst>
            <pc:docMk/>
            <pc:sldMk cId="1577922724" sldId="288"/>
            <ac:picMk id="5" creationId="{2749E64F-4956-B91E-BA8E-B8D9AD87AA8C}"/>
          </ac:picMkLst>
        </pc:picChg>
      </pc:sldChg>
      <pc:sldChg chg="add del">
        <pc:chgData name="Chestnut, Temple D" userId="8e081a02-258a-4ece-b13b-54445b3f68be" providerId="ADAL" clId="{06D05B33-AE18-4E0A-A68F-E1335D5AF8CF}" dt="2024-04-20T20:20:43.147" v="5240" actId="2890"/>
        <pc:sldMkLst>
          <pc:docMk/>
          <pc:sldMk cId="1017518187" sldId="289"/>
        </pc:sldMkLst>
      </pc:sldChg>
      <pc:sldChg chg="modSp add mod ord">
        <pc:chgData name="Chestnut, Temple D" userId="8e081a02-258a-4ece-b13b-54445b3f68be" providerId="ADAL" clId="{06D05B33-AE18-4E0A-A68F-E1335D5AF8CF}" dt="2024-04-20T20:21:02.634" v="5258" actId="20577"/>
        <pc:sldMkLst>
          <pc:docMk/>
          <pc:sldMk cId="3498410734" sldId="289"/>
        </pc:sldMkLst>
        <pc:spChg chg="mod">
          <ac:chgData name="Chestnut, Temple D" userId="8e081a02-258a-4ece-b13b-54445b3f68be" providerId="ADAL" clId="{06D05B33-AE18-4E0A-A68F-E1335D5AF8CF}" dt="2024-04-20T20:21:02.634" v="5258" actId="20577"/>
          <ac:spMkLst>
            <pc:docMk/>
            <pc:sldMk cId="3498410734" sldId="289"/>
            <ac:spMk id="2" creationId="{95669957-503B-C744-EB0C-233942427CEC}"/>
          </ac:spMkLst>
        </pc:spChg>
      </pc:sldChg>
      <pc:sldChg chg="addSp modSp new mod setBg setClrOvrMap modNotesTx">
        <pc:chgData name="Chestnut, Temple D" userId="8e081a02-258a-4ece-b13b-54445b3f68be" providerId="ADAL" clId="{06D05B33-AE18-4E0A-A68F-E1335D5AF8CF}" dt="2024-04-20T20:26:42.959" v="5319" actId="26606"/>
        <pc:sldMkLst>
          <pc:docMk/>
          <pc:sldMk cId="232214876" sldId="290"/>
        </pc:sldMkLst>
        <pc:spChg chg="mod">
          <ac:chgData name="Chestnut, Temple D" userId="8e081a02-258a-4ece-b13b-54445b3f68be" providerId="ADAL" clId="{06D05B33-AE18-4E0A-A68F-E1335D5AF8CF}" dt="2024-04-20T20:26:42.959" v="5319" actId="26606"/>
          <ac:spMkLst>
            <pc:docMk/>
            <pc:sldMk cId="232214876" sldId="290"/>
            <ac:spMk id="2" creationId="{6FB30B66-8DBC-CB0A-7855-3FC6AACADCD6}"/>
          </ac:spMkLst>
        </pc:spChg>
        <pc:spChg chg="mod ord">
          <ac:chgData name="Chestnut, Temple D" userId="8e081a02-258a-4ece-b13b-54445b3f68be" providerId="ADAL" clId="{06D05B33-AE18-4E0A-A68F-E1335D5AF8CF}" dt="2024-04-20T20:26:42.959" v="5319" actId="26606"/>
          <ac:spMkLst>
            <pc:docMk/>
            <pc:sldMk cId="232214876" sldId="290"/>
            <ac:spMk id="3" creationId="{08C37024-79E1-11FA-719A-F0CF1CC6AF48}"/>
          </ac:spMkLst>
        </pc:spChg>
        <pc:spChg chg="add">
          <ac:chgData name="Chestnut, Temple D" userId="8e081a02-258a-4ece-b13b-54445b3f68be" providerId="ADAL" clId="{06D05B33-AE18-4E0A-A68F-E1335D5AF8CF}" dt="2024-04-20T20:26:42.959" v="5319" actId="26606"/>
          <ac:spMkLst>
            <pc:docMk/>
            <pc:sldMk cId="232214876" sldId="290"/>
            <ac:spMk id="10" creationId="{A416E3E5-5186-46A4-AFBD-337387D3163D}"/>
          </ac:spMkLst>
        </pc:spChg>
        <pc:spChg chg="add">
          <ac:chgData name="Chestnut, Temple D" userId="8e081a02-258a-4ece-b13b-54445b3f68be" providerId="ADAL" clId="{06D05B33-AE18-4E0A-A68F-E1335D5AF8CF}" dt="2024-04-20T20:26:42.959" v="5319" actId="26606"/>
          <ac:spMkLst>
            <pc:docMk/>
            <pc:sldMk cId="232214876" sldId="290"/>
            <ac:spMk id="12" creationId="{7B8FAACC-353E-4F84-BA62-A5514185D9A9}"/>
          </ac:spMkLst>
        </pc:spChg>
        <pc:picChg chg="add mod">
          <ac:chgData name="Chestnut, Temple D" userId="8e081a02-258a-4ece-b13b-54445b3f68be" providerId="ADAL" clId="{06D05B33-AE18-4E0A-A68F-E1335D5AF8CF}" dt="2024-04-20T20:26:42.959" v="5319" actId="26606"/>
          <ac:picMkLst>
            <pc:docMk/>
            <pc:sldMk cId="232214876" sldId="290"/>
            <ac:picMk id="5" creationId="{BC72AF35-D688-DA80-D19B-FF399BF30F4C}"/>
          </ac:picMkLst>
        </pc:picChg>
      </pc:sldChg>
      <pc:sldChg chg="modSp add mod modTransition modNotesTx">
        <pc:chgData name="Chestnut, Temple D" userId="8e081a02-258a-4ece-b13b-54445b3f68be" providerId="ADAL" clId="{06D05B33-AE18-4E0A-A68F-E1335D5AF8CF}" dt="2024-04-20T20:50:19.826" v="5496"/>
        <pc:sldMkLst>
          <pc:docMk/>
          <pc:sldMk cId="2143454230" sldId="291"/>
        </pc:sldMkLst>
        <pc:spChg chg="mod">
          <ac:chgData name="Chestnut, Temple D" userId="8e081a02-258a-4ece-b13b-54445b3f68be" providerId="ADAL" clId="{06D05B33-AE18-4E0A-A68F-E1335D5AF8CF}" dt="2024-04-20T20:28:38.368" v="5338" actId="20577"/>
          <ac:spMkLst>
            <pc:docMk/>
            <pc:sldMk cId="2143454230" sldId="291"/>
            <ac:spMk id="2" creationId="{6FB30B66-8DBC-CB0A-7855-3FC6AACADCD6}"/>
          </ac:spMkLst>
        </pc:spChg>
        <pc:spChg chg="mod">
          <ac:chgData name="Chestnut, Temple D" userId="8e081a02-258a-4ece-b13b-54445b3f68be" providerId="ADAL" clId="{06D05B33-AE18-4E0A-A68F-E1335D5AF8CF}" dt="2024-04-20T20:29:12.537" v="5360" actId="20577"/>
          <ac:spMkLst>
            <pc:docMk/>
            <pc:sldMk cId="2143454230" sldId="291"/>
            <ac:spMk id="3" creationId="{08C37024-79E1-11FA-719A-F0CF1CC6AF48}"/>
          </ac:spMkLst>
        </pc:spChg>
        <pc:picChg chg="mod">
          <ac:chgData name="Chestnut, Temple D" userId="8e081a02-258a-4ece-b13b-54445b3f68be" providerId="ADAL" clId="{06D05B33-AE18-4E0A-A68F-E1335D5AF8CF}" dt="2024-04-20T20:32:03.579" v="5367" actId="14826"/>
          <ac:picMkLst>
            <pc:docMk/>
            <pc:sldMk cId="2143454230" sldId="291"/>
            <ac:picMk id="5" creationId="{BC72AF35-D688-DA80-D19B-FF399BF30F4C}"/>
          </ac:picMkLst>
        </pc:picChg>
      </pc:sldChg>
      <pc:sldChg chg="modSp add mod modTransition modNotesTx">
        <pc:chgData name="Chestnut, Temple D" userId="8e081a02-258a-4ece-b13b-54445b3f68be" providerId="ADAL" clId="{06D05B33-AE18-4E0A-A68F-E1335D5AF8CF}" dt="2024-04-20T20:50:19.826" v="5496"/>
        <pc:sldMkLst>
          <pc:docMk/>
          <pc:sldMk cId="2397296459" sldId="292"/>
        </pc:sldMkLst>
        <pc:spChg chg="mod">
          <ac:chgData name="Chestnut, Temple D" userId="8e081a02-258a-4ece-b13b-54445b3f68be" providerId="ADAL" clId="{06D05B33-AE18-4E0A-A68F-E1335D5AF8CF}" dt="2024-04-20T20:32:56.920" v="5387" actId="20577"/>
          <ac:spMkLst>
            <pc:docMk/>
            <pc:sldMk cId="2397296459" sldId="292"/>
            <ac:spMk id="2" creationId="{6FB30B66-8DBC-CB0A-7855-3FC6AACADCD6}"/>
          </ac:spMkLst>
        </pc:spChg>
        <pc:spChg chg="mod">
          <ac:chgData name="Chestnut, Temple D" userId="8e081a02-258a-4ece-b13b-54445b3f68be" providerId="ADAL" clId="{06D05B33-AE18-4E0A-A68F-E1335D5AF8CF}" dt="2024-04-20T20:33:18.560" v="5405" actId="15"/>
          <ac:spMkLst>
            <pc:docMk/>
            <pc:sldMk cId="2397296459" sldId="292"/>
            <ac:spMk id="3" creationId="{08C37024-79E1-11FA-719A-F0CF1CC6AF48}"/>
          </ac:spMkLst>
        </pc:spChg>
        <pc:picChg chg="mod">
          <ac:chgData name="Chestnut, Temple D" userId="8e081a02-258a-4ece-b13b-54445b3f68be" providerId="ADAL" clId="{06D05B33-AE18-4E0A-A68F-E1335D5AF8CF}" dt="2024-04-20T20:34:00.733" v="5406" actId="14826"/>
          <ac:picMkLst>
            <pc:docMk/>
            <pc:sldMk cId="2397296459" sldId="292"/>
            <ac:picMk id="5" creationId="{BC72AF35-D688-DA80-D19B-FF399BF30F4C}"/>
          </ac:picMkLst>
        </pc:picChg>
      </pc:sldChg>
      <pc:sldChg chg="modSp add mod modTransition modNotesTx">
        <pc:chgData name="Chestnut, Temple D" userId="8e081a02-258a-4ece-b13b-54445b3f68be" providerId="ADAL" clId="{06D05B33-AE18-4E0A-A68F-E1335D5AF8CF}" dt="2024-04-20T22:25:47.588" v="5695" actId="313"/>
        <pc:sldMkLst>
          <pc:docMk/>
          <pc:sldMk cId="4096236050" sldId="293"/>
        </pc:sldMkLst>
        <pc:spChg chg="mod">
          <ac:chgData name="Chestnut, Temple D" userId="8e081a02-258a-4ece-b13b-54445b3f68be" providerId="ADAL" clId="{06D05B33-AE18-4E0A-A68F-E1335D5AF8CF}" dt="2024-04-20T20:35:38.376" v="5429" actId="20577"/>
          <ac:spMkLst>
            <pc:docMk/>
            <pc:sldMk cId="4096236050" sldId="293"/>
            <ac:spMk id="2" creationId="{6FB30B66-8DBC-CB0A-7855-3FC6AACADCD6}"/>
          </ac:spMkLst>
        </pc:spChg>
        <pc:spChg chg="mod">
          <ac:chgData name="Chestnut, Temple D" userId="8e081a02-258a-4ece-b13b-54445b3f68be" providerId="ADAL" clId="{06D05B33-AE18-4E0A-A68F-E1335D5AF8CF}" dt="2024-04-20T20:46:49.513" v="5456" actId="6549"/>
          <ac:spMkLst>
            <pc:docMk/>
            <pc:sldMk cId="4096236050" sldId="293"/>
            <ac:spMk id="3" creationId="{08C37024-79E1-11FA-719A-F0CF1CC6AF48}"/>
          </ac:spMkLst>
        </pc:spChg>
        <pc:picChg chg="mod">
          <ac:chgData name="Chestnut, Temple D" userId="8e081a02-258a-4ece-b13b-54445b3f68be" providerId="ADAL" clId="{06D05B33-AE18-4E0A-A68F-E1335D5AF8CF}" dt="2024-04-20T20:44:51.127" v="5434" actId="14826"/>
          <ac:picMkLst>
            <pc:docMk/>
            <pc:sldMk cId="4096236050" sldId="293"/>
            <ac:picMk id="5" creationId="{BC72AF35-D688-DA80-D19B-FF399BF30F4C}"/>
          </ac:picMkLst>
        </pc:picChg>
      </pc:sldChg>
      <pc:sldChg chg="addSp modSp add mod ord">
        <pc:chgData name="Chestnut, Temple D" userId="8e081a02-258a-4ece-b13b-54445b3f68be" providerId="ADAL" clId="{06D05B33-AE18-4E0A-A68F-E1335D5AF8CF}" dt="2024-04-20T20:47:54.478" v="5492" actId="1076"/>
        <pc:sldMkLst>
          <pc:docMk/>
          <pc:sldMk cId="1297331145" sldId="294"/>
        </pc:sldMkLst>
        <pc:spChg chg="mod">
          <ac:chgData name="Chestnut, Temple D" userId="8e081a02-258a-4ece-b13b-54445b3f68be" providerId="ADAL" clId="{06D05B33-AE18-4E0A-A68F-E1335D5AF8CF}" dt="2024-04-20T20:47:34.227" v="5476" actId="20577"/>
          <ac:spMkLst>
            <pc:docMk/>
            <pc:sldMk cId="1297331145" sldId="294"/>
            <ac:spMk id="2" creationId="{95669957-503B-C744-EB0C-233942427CEC}"/>
          </ac:spMkLst>
        </pc:spChg>
        <pc:spChg chg="add mod">
          <ac:chgData name="Chestnut, Temple D" userId="8e081a02-258a-4ece-b13b-54445b3f68be" providerId="ADAL" clId="{06D05B33-AE18-4E0A-A68F-E1335D5AF8CF}" dt="2024-04-20T20:47:54.478" v="5492" actId="1076"/>
          <ac:spMkLst>
            <pc:docMk/>
            <pc:sldMk cId="1297331145" sldId="294"/>
            <ac:spMk id="3" creationId="{8B0B20AA-A77A-F1F0-2698-E492CF8D7112}"/>
          </ac:spMkLst>
        </pc:spChg>
      </pc:sldChg>
      <pc:sldChg chg="addSp modSp new mod modTransition setBg setClrOvrMap modNotesTx">
        <pc:chgData name="Chestnut, Temple D" userId="8e081a02-258a-4ece-b13b-54445b3f68be" providerId="ADAL" clId="{06D05B33-AE18-4E0A-A68F-E1335D5AF8CF}" dt="2024-04-20T21:07:38.892" v="5636"/>
        <pc:sldMkLst>
          <pc:docMk/>
          <pc:sldMk cId="1489655256" sldId="295"/>
        </pc:sldMkLst>
        <pc:spChg chg="mod">
          <ac:chgData name="Chestnut, Temple D" userId="8e081a02-258a-4ece-b13b-54445b3f68be" providerId="ADAL" clId="{06D05B33-AE18-4E0A-A68F-E1335D5AF8CF}" dt="2024-04-20T20:56:51.715" v="5603" actId="26606"/>
          <ac:spMkLst>
            <pc:docMk/>
            <pc:sldMk cId="1489655256" sldId="295"/>
            <ac:spMk id="2" creationId="{057638D3-F637-6395-D5FD-96FA7F89CF7A}"/>
          </ac:spMkLst>
        </pc:spChg>
        <pc:spChg chg="mod ord">
          <ac:chgData name="Chestnut, Temple D" userId="8e081a02-258a-4ece-b13b-54445b3f68be" providerId="ADAL" clId="{06D05B33-AE18-4E0A-A68F-E1335D5AF8CF}" dt="2024-04-20T20:56:51.715" v="5603" actId="26606"/>
          <ac:spMkLst>
            <pc:docMk/>
            <pc:sldMk cId="1489655256" sldId="295"/>
            <ac:spMk id="3" creationId="{97562251-90C0-7AD3-8291-A7FB9C9C2F28}"/>
          </ac:spMkLst>
        </pc:spChg>
        <pc:spChg chg="add">
          <ac:chgData name="Chestnut, Temple D" userId="8e081a02-258a-4ece-b13b-54445b3f68be" providerId="ADAL" clId="{06D05B33-AE18-4E0A-A68F-E1335D5AF8CF}" dt="2024-04-20T20:56:51.715" v="5603" actId="26606"/>
          <ac:spMkLst>
            <pc:docMk/>
            <pc:sldMk cId="1489655256" sldId="295"/>
            <ac:spMk id="10" creationId="{0EA0C3AC-2A72-484B-B07D-F2CC519F1201}"/>
          </ac:spMkLst>
        </pc:spChg>
        <pc:spChg chg="add">
          <ac:chgData name="Chestnut, Temple D" userId="8e081a02-258a-4ece-b13b-54445b3f68be" providerId="ADAL" clId="{06D05B33-AE18-4E0A-A68F-E1335D5AF8CF}" dt="2024-04-20T20:56:51.715" v="5603" actId="26606"/>
          <ac:spMkLst>
            <pc:docMk/>
            <pc:sldMk cId="1489655256" sldId="295"/>
            <ac:spMk id="12" creationId="{986477EF-3991-4D07-9F11-9E887C340C78}"/>
          </ac:spMkLst>
        </pc:spChg>
        <pc:spChg chg="add">
          <ac:chgData name="Chestnut, Temple D" userId="8e081a02-258a-4ece-b13b-54445b3f68be" providerId="ADAL" clId="{06D05B33-AE18-4E0A-A68F-E1335D5AF8CF}" dt="2024-04-20T20:56:51.715" v="5603" actId="26606"/>
          <ac:spMkLst>
            <pc:docMk/>
            <pc:sldMk cId="1489655256" sldId="295"/>
            <ac:spMk id="14" creationId="{EDA40B90-E281-4108-8CC2-959D5F95070A}"/>
          </ac:spMkLst>
        </pc:spChg>
        <pc:picChg chg="add mod">
          <ac:chgData name="Chestnut, Temple D" userId="8e081a02-258a-4ece-b13b-54445b3f68be" providerId="ADAL" clId="{06D05B33-AE18-4E0A-A68F-E1335D5AF8CF}" dt="2024-04-20T20:56:51.715" v="5603" actId="26606"/>
          <ac:picMkLst>
            <pc:docMk/>
            <pc:sldMk cId="1489655256" sldId="295"/>
            <ac:picMk id="5" creationId="{8360C691-2A16-4A66-8669-1124F3EAD608}"/>
          </ac:picMkLst>
        </pc:picChg>
      </pc:sldChg>
      <pc:sldChg chg="modSp add del mod modNotesTx">
        <pc:chgData name="Chestnut, Temple D" userId="8e081a02-258a-4ece-b13b-54445b3f68be" providerId="ADAL" clId="{06D05B33-AE18-4E0A-A68F-E1335D5AF8CF}" dt="2024-04-20T21:02:14.487" v="5616" actId="47"/>
        <pc:sldMkLst>
          <pc:docMk/>
          <pc:sldMk cId="3458270388" sldId="296"/>
        </pc:sldMkLst>
        <pc:spChg chg="mod">
          <ac:chgData name="Chestnut, Temple D" userId="8e081a02-258a-4ece-b13b-54445b3f68be" providerId="ADAL" clId="{06D05B33-AE18-4E0A-A68F-E1335D5AF8CF}" dt="2024-04-20T20:53:38.879" v="5542"/>
          <ac:spMkLst>
            <pc:docMk/>
            <pc:sldMk cId="3458270388" sldId="296"/>
            <ac:spMk id="2" creationId="{057638D3-F637-6395-D5FD-96FA7F89CF7A}"/>
          </ac:spMkLst>
        </pc:spChg>
        <pc:spChg chg="mod">
          <ac:chgData name="Chestnut, Temple D" userId="8e081a02-258a-4ece-b13b-54445b3f68be" providerId="ADAL" clId="{06D05B33-AE18-4E0A-A68F-E1335D5AF8CF}" dt="2024-04-20T20:53:49.415" v="5545"/>
          <ac:spMkLst>
            <pc:docMk/>
            <pc:sldMk cId="3458270388" sldId="296"/>
            <ac:spMk id="3" creationId="{97562251-90C0-7AD3-8291-A7FB9C9C2F28}"/>
          </ac:spMkLst>
        </pc:spChg>
      </pc:sldChg>
      <pc:sldChg chg="modSp add del mod modNotesTx">
        <pc:chgData name="Chestnut, Temple D" userId="8e081a02-258a-4ece-b13b-54445b3f68be" providerId="ADAL" clId="{06D05B33-AE18-4E0A-A68F-E1335D5AF8CF}" dt="2024-04-20T21:04:59.058" v="5632" actId="47"/>
        <pc:sldMkLst>
          <pc:docMk/>
          <pc:sldMk cId="4080706011" sldId="297"/>
        </pc:sldMkLst>
        <pc:spChg chg="mod">
          <ac:chgData name="Chestnut, Temple D" userId="8e081a02-258a-4ece-b13b-54445b3f68be" providerId="ADAL" clId="{06D05B33-AE18-4E0A-A68F-E1335D5AF8CF}" dt="2024-04-20T20:54:10.619" v="5583" actId="20577"/>
          <ac:spMkLst>
            <pc:docMk/>
            <pc:sldMk cId="4080706011" sldId="297"/>
            <ac:spMk id="2" creationId="{057638D3-F637-6395-D5FD-96FA7F89CF7A}"/>
          </ac:spMkLst>
        </pc:spChg>
        <pc:spChg chg="mod">
          <ac:chgData name="Chestnut, Temple D" userId="8e081a02-258a-4ece-b13b-54445b3f68be" providerId="ADAL" clId="{06D05B33-AE18-4E0A-A68F-E1335D5AF8CF}" dt="2024-04-20T20:54:17.912" v="5586"/>
          <ac:spMkLst>
            <pc:docMk/>
            <pc:sldMk cId="4080706011" sldId="297"/>
            <ac:spMk id="3" creationId="{97562251-90C0-7AD3-8291-A7FB9C9C2F28}"/>
          </ac:spMkLst>
        </pc:spChg>
      </pc:sldChg>
      <pc:sldChg chg="add del">
        <pc:chgData name="Chestnut, Temple D" userId="8e081a02-258a-4ece-b13b-54445b3f68be" providerId="ADAL" clId="{06D05B33-AE18-4E0A-A68F-E1335D5AF8CF}" dt="2024-04-20T21:05:00.541" v="5633" actId="47"/>
        <pc:sldMkLst>
          <pc:docMk/>
          <pc:sldMk cId="2589713021" sldId="298"/>
        </pc:sldMkLst>
      </pc:sldChg>
      <pc:sldChg chg="modSp add mod modTransition modNotesTx">
        <pc:chgData name="Chestnut, Temple D" userId="8e081a02-258a-4ece-b13b-54445b3f68be" providerId="ADAL" clId="{06D05B33-AE18-4E0A-A68F-E1335D5AF8CF}" dt="2024-04-20T21:07:38.892" v="5636"/>
        <pc:sldMkLst>
          <pc:docMk/>
          <pc:sldMk cId="1346963743" sldId="299"/>
        </pc:sldMkLst>
        <pc:spChg chg="mod">
          <ac:chgData name="Chestnut, Temple D" userId="8e081a02-258a-4ece-b13b-54445b3f68be" providerId="ADAL" clId="{06D05B33-AE18-4E0A-A68F-E1335D5AF8CF}" dt="2024-04-20T21:01:37.033" v="5612" actId="1076"/>
          <ac:spMkLst>
            <pc:docMk/>
            <pc:sldMk cId="1346963743" sldId="299"/>
            <ac:spMk id="2" creationId="{057638D3-F637-6395-D5FD-96FA7F89CF7A}"/>
          </ac:spMkLst>
        </pc:spChg>
        <pc:spChg chg="mod">
          <ac:chgData name="Chestnut, Temple D" userId="8e081a02-258a-4ece-b13b-54445b3f68be" providerId="ADAL" clId="{06D05B33-AE18-4E0A-A68F-E1335D5AF8CF}" dt="2024-04-20T21:01:49.680" v="5613"/>
          <ac:spMkLst>
            <pc:docMk/>
            <pc:sldMk cId="1346963743" sldId="299"/>
            <ac:spMk id="3" creationId="{97562251-90C0-7AD3-8291-A7FB9C9C2F28}"/>
          </ac:spMkLst>
        </pc:spChg>
        <pc:picChg chg="mod">
          <ac:chgData name="Chestnut, Temple D" userId="8e081a02-258a-4ece-b13b-54445b3f68be" providerId="ADAL" clId="{06D05B33-AE18-4E0A-A68F-E1335D5AF8CF}" dt="2024-04-20T21:07:23.937" v="5634" actId="14826"/>
          <ac:picMkLst>
            <pc:docMk/>
            <pc:sldMk cId="1346963743" sldId="299"/>
            <ac:picMk id="5" creationId="{8360C691-2A16-4A66-8669-1124F3EAD608}"/>
          </ac:picMkLst>
        </pc:picChg>
      </pc:sldChg>
      <pc:sldChg chg="modSp add mod modTransition modNotesTx">
        <pc:chgData name="Chestnut, Temple D" userId="8e081a02-258a-4ece-b13b-54445b3f68be" providerId="ADAL" clId="{06D05B33-AE18-4E0A-A68F-E1335D5AF8CF}" dt="2024-04-20T21:08:23.329" v="5638"/>
        <pc:sldMkLst>
          <pc:docMk/>
          <pc:sldMk cId="1634846349" sldId="300"/>
        </pc:sldMkLst>
        <pc:spChg chg="mod">
          <ac:chgData name="Chestnut, Temple D" userId="8e081a02-258a-4ece-b13b-54445b3f68be" providerId="ADAL" clId="{06D05B33-AE18-4E0A-A68F-E1335D5AF8CF}" dt="2024-04-20T21:04:44.749" v="5631" actId="1076"/>
          <ac:spMkLst>
            <pc:docMk/>
            <pc:sldMk cId="1634846349" sldId="300"/>
            <ac:spMk id="2" creationId="{057638D3-F637-6395-D5FD-96FA7F89CF7A}"/>
          </ac:spMkLst>
        </pc:spChg>
        <pc:spChg chg="mod">
          <ac:chgData name="Chestnut, Temple D" userId="8e081a02-258a-4ece-b13b-54445b3f68be" providerId="ADAL" clId="{06D05B33-AE18-4E0A-A68F-E1335D5AF8CF}" dt="2024-04-20T21:03:54.840" v="5618"/>
          <ac:spMkLst>
            <pc:docMk/>
            <pc:sldMk cId="1634846349" sldId="300"/>
            <ac:spMk id="3" creationId="{97562251-90C0-7AD3-8291-A7FB9C9C2F28}"/>
          </ac:spMkLst>
        </pc:spChg>
        <pc:picChg chg="mod">
          <ac:chgData name="Chestnut, Temple D" userId="8e081a02-258a-4ece-b13b-54445b3f68be" providerId="ADAL" clId="{06D05B33-AE18-4E0A-A68F-E1335D5AF8CF}" dt="2024-04-20T21:04:02.242" v="5619" actId="14826"/>
          <ac:picMkLst>
            <pc:docMk/>
            <pc:sldMk cId="1634846349" sldId="300"/>
            <ac:picMk id="5" creationId="{8360C691-2A16-4A66-8669-1124F3EAD608}"/>
          </ac:picMkLst>
        </pc:picChg>
      </pc:sldChg>
      <pc:sldChg chg="modSp add ord">
        <pc:chgData name="Chestnut, Temple D" userId="8e081a02-258a-4ece-b13b-54445b3f68be" providerId="ADAL" clId="{06D05B33-AE18-4E0A-A68F-E1335D5AF8CF}" dt="2024-04-20T22:27:43.823" v="5781" actId="20577"/>
        <pc:sldMkLst>
          <pc:docMk/>
          <pc:sldMk cId="2287735724" sldId="301"/>
        </pc:sldMkLst>
        <pc:spChg chg="mod">
          <ac:chgData name="Chestnut, Temple D" userId="8e081a02-258a-4ece-b13b-54445b3f68be" providerId="ADAL" clId="{06D05B33-AE18-4E0A-A68F-E1335D5AF8CF}" dt="2024-04-20T22:27:43.823" v="5781" actId="20577"/>
          <ac:spMkLst>
            <pc:docMk/>
            <pc:sldMk cId="2287735724" sldId="301"/>
            <ac:spMk id="5" creationId="{090AE86B-FABD-CA0B-1247-AE81F01FC885}"/>
          </ac:spMkLst>
        </pc:spChg>
      </pc:sldChg>
      <pc:sldChg chg="modSp add mod ord modNotesTx">
        <pc:chgData name="Chestnut, Temple D" userId="8e081a02-258a-4ece-b13b-54445b3f68be" providerId="ADAL" clId="{06D05B33-AE18-4E0A-A68F-E1335D5AF8CF}" dt="2024-04-20T22:36:49.861" v="5987" actId="20577"/>
        <pc:sldMkLst>
          <pc:docMk/>
          <pc:sldMk cId="3485977682" sldId="302"/>
        </pc:sldMkLst>
        <pc:spChg chg="mod">
          <ac:chgData name="Chestnut, Temple D" userId="8e081a02-258a-4ece-b13b-54445b3f68be" providerId="ADAL" clId="{06D05B33-AE18-4E0A-A68F-E1335D5AF8CF}" dt="2024-04-20T22:28:00.999" v="5785" actId="20577"/>
          <ac:spMkLst>
            <pc:docMk/>
            <pc:sldMk cId="3485977682" sldId="302"/>
            <ac:spMk id="4" creationId="{BFFA63A0-0298-70F0-F643-5B8F10E17C58}"/>
          </ac:spMkLst>
        </pc:spChg>
        <pc:picChg chg="mod">
          <ac:chgData name="Chestnut, Temple D" userId="8e081a02-258a-4ece-b13b-54445b3f68be" providerId="ADAL" clId="{06D05B33-AE18-4E0A-A68F-E1335D5AF8CF}" dt="2024-04-20T22:28:57.184" v="5786" actId="14826"/>
          <ac:picMkLst>
            <pc:docMk/>
            <pc:sldMk cId="3485977682" sldId="302"/>
            <ac:picMk id="6" creationId="{C9D9D211-7099-D4B0-E2A3-9BF0B3E044AC}"/>
          </ac:picMkLst>
        </pc:picChg>
      </pc:sldChg>
    </pc:docChg>
  </pc:docChgLst>
  <pc:docChgLst>
    <pc:chgData name="Chestnut, Temple D" userId="8e081a02-258a-4ece-b13b-54445b3f68be" providerId="ADAL" clId="{2416F859-72A6-4B90-82EF-4C3B3085130A}"/>
    <pc:docChg chg="undo custSel modSld modNotesMaster">
      <pc:chgData name="Chestnut, Temple D" userId="8e081a02-258a-4ece-b13b-54445b3f68be" providerId="ADAL" clId="{2416F859-72A6-4B90-82EF-4C3B3085130A}" dt="2024-07-26T20:34:24.178" v="606" actId="20577"/>
      <pc:docMkLst>
        <pc:docMk/>
      </pc:docMkLst>
      <pc:sldChg chg="modNotesTx">
        <pc:chgData name="Chestnut, Temple D" userId="8e081a02-258a-4ece-b13b-54445b3f68be" providerId="ADAL" clId="{2416F859-72A6-4B90-82EF-4C3B3085130A}" dt="2024-07-26T19:54:55.817" v="137" actId="20577"/>
        <pc:sldMkLst>
          <pc:docMk/>
          <pc:sldMk cId="1749137142" sldId="257"/>
        </pc:sldMkLst>
      </pc:sldChg>
      <pc:sldChg chg="modNotesTx">
        <pc:chgData name="Chestnut, Temple D" userId="8e081a02-258a-4ece-b13b-54445b3f68be" providerId="ADAL" clId="{2416F859-72A6-4B90-82EF-4C3B3085130A}" dt="2024-07-26T19:57:41.315" v="317" actId="20577"/>
        <pc:sldMkLst>
          <pc:docMk/>
          <pc:sldMk cId="891678999" sldId="264"/>
        </pc:sldMkLst>
      </pc:sldChg>
      <pc:sldChg chg="modNotesTx">
        <pc:chgData name="Chestnut, Temple D" userId="8e081a02-258a-4ece-b13b-54445b3f68be" providerId="ADAL" clId="{2416F859-72A6-4B90-82EF-4C3B3085130A}" dt="2024-07-26T20:02:11.806" v="424" actId="20577"/>
        <pc:sldMkLst>
          <pc:docMk/>
          <pc:sldMk cId="2763339689" sldId="265"/>
        </pc:sldMkLst>
      </pc:sldChg>
      <pc:sldChg chg="modNotesTx">
        <pc:chgData name="Chestnut, Temple D" userId="8e081a02-258a-4ece-b13b-54445b3f68be" providerId="ADAL" clId="{2416F859-72A6-4B90-82EF-4C3B3085130A}" dt="2024-07-26T20:02:49.098" v="450" actId="20577"/>
        <pc:sldMkLst>
          <pc:docMk/>
          <pc:sldMk cId="1536764136" sldId="287"/>
        </pc:sldMkLst>
      </pc:sldChg>
      <pc:sldChg chg="modNotesTx">
        <pc:chgData name="Chestnut, Temple D" userId="8e081a02-258a-4ece-b13b-54445b3f68be" providerId="ADAL" clId="{2416F859-72A6-4B90-82EF-4C3B3085130A}" dt="2024-07-26T20:34:24.178" v="606" actId="20577"/>
        <pc:sldMkLst>
          <pc:docMk/>
          <pc:sldMk cId="1577922724" sldId="288"/>
        </pc:sldMkLst>
      </pc:sldChg>
      <pc:sldChg chg="modNotesTx">
        <pc:chgData name="Chestnut, Temple D" userId="8e081a02-258a-4ece-b13b-54445b3f68be" providerId="ADAL" clId="{2416F859-72A6-4B90-82EF-4C3B3085130A}" dt="2024-07-26T20:09:32.124" v="600" actId="20577"/>
        <pc:sldMkLst>
          <pc:docMk/>
          <pc:sldMk cId="3498410734" sldId="289"/>
        </pc:sldMkLst>
      </pc:sldChg>
    </pc:docChg>
  </pc:docChgLst>
  <pc:docChgLst>
    <pc:chgData name="Chestnut, Temple D" userId="8e081a02-258a-4ece-b13b-54445b3f68be" providerId="ADAL" clId="{EC3A98CE-5013-4AF2-B034-7C95887CFA2B}"/>
    <pc:docChg chg="delSld modSld">
      <pc:chgData name="Chestnut, Temple D" userId="8e081a02-258a-4ece-b13b-54445b3f68be" providerId="ADAL" clId="{EC3A98CE-5013-4AF2-B034-7C95887CFA2B}" dt="2024-04-25T21:16:21.700" v="58" actId="20577"/>
      <pc:docMkLst>
        <pc:docMk/>
      </pc:docMkLst>
      <pc:sldChg chg="modSp">
        <pc:chgData name="Chestnut, Temple D" userId="8e081a02-258a-4ece-b13b-54445b3f68be" providerId="ADAL" clId="{EC3A98CE-5013-4AF2-B034-7C95887CFA2B}" dt="2024-04-25T21:09:48.530" v="19" actId="14826"/>
        <pc:sldMkLst>
          <pc:docMk/>
          <pc:sldMk cId="1749137142" sldId="257"/>
        </pc:sldMkLst>
        <pc:picChg chg="mod">
          <ac:chgData name="Chestnut, Temple D" userId="8e081a02-258a-4ece-b13b-54445b3f68be" providerId="ADAL" clId="{EC3A98CE-5013-4AF2-B034-7C95887CFA2B}" dt="2024-04-25T21:09:48.530" v="19" actId="14826"/>
          <ac:picMkLst>
            <pc:docMk/>
            <pc:sldMk cId="1749137142" sldId="257"/>
            <ac:picMk id="6" creationId="{C9D9D211-7099-D4B0-E2A3-9BF0B3E044AC}"/>
          </ac:picMkLst>
        </pc:picChg>
      </pc:sldChg>
      <pc:sldChg chg="modNotesTx">
        <pc:chgData name="Chestnut, Temple D" userId="8e081a02-258a-4ece-b13b-54445b3f68be" providerId="ADAL" clId="{EC3A98CE-5013-4AF2-B034-7C95887CFA2B}" dt="2024-04-25T21:16:21.700" v="58" actId="20577"/>
        <pc:sldMkLst>
          <pc:docMk/>
          <pc:sldMk cId="2763339689" sldId="265"/>
        </pc:sldMkLst>
      </pc:sldChg>
      <pc:sldChg chg="del">
        <pc:chgData name="Chestnut, Temple D" userId="8e081a02-258a-4ece-b13b-54445b3f68be" providerId="ADAL" clId="{EC3A98CE-5013-4AF2-B034-7C95887CFA2B}" dt="2024-04-20T22:38:45.583" v="8" actId="47"/>
        <pc:sldMkLst>
          <pc:docMk/>
          <pc:sldMk cId="2831811310" sldId="277"/>
        </pc:sldMkLst>
      </pc:sldChg>
      <pc:sldChg chg="del">
        <pc:chgData name="Chestnut, Temple D" userId="8e081a02-258a-4ece-b13b-54445b3f68be" providerId="ADAL" clId="{EC3A98CE-5013-4AF2-B034-7C95887CFA2B}" dt="2024-04-20T22:38:45.458" v="7" actId="47"/>
        <pc:sldMkLst>
          <pc:docMk/>
          <pc:sldMk cId="1230464823" sldId="278"/>
        </pc:sldMkLst>
      </pc:sldChg>
      <pc:sldChg chg="del">
        <pc:chgData name="Chestnut, Temple D" userId="8e081a02-258a-4ece-b13b-54445b3f68be" providerId="ADAL" clId="{EC3A98CE-5013-4AF2-B034-7C95887CFA2B}" dt="2024-04-20T22:38:45.305" v="6" actId="47"/>
        <pc:sldMkLst>
          <pc:docMk/>
          <pc:sldMk cId="1907636169" sldId="279"/>
        </pc:sldMkLst>
      </pc:sldChg>
      <pc:sldChg chg="del">
        <pc:chgData name="Chestnut, Temple D" userId="8e081a02-258a-4ece-b13b-54445b3f68be" providerId="ADAL" clId="{EC3A98CE-5013-4AF2-B034-7C95887CFA2B}" dt="2024-04-20T22:38:45.039" v="5" actId="47"/>
        <pc:sldMkLst>
          <pc:docMk/>
          <pc:sldMk cId="165641208" sldId="280"/>
        </pc:sldMkLst>
      </pc:sldChg>
      <pc:sldChg chg="del">
        <pc:chgData name="Chestnut, Temple D" userId="8e081a02-258a-4ece-b13b-54445b3f68be" providerId="ADAL" clId="{EC3A98CE-5013-4AF2-B034-7C95887CFA2B}" dt="2024-04-20T22:38:44.849" v="4" actId="47"/>
        <pc:sldMkLst>
          <pc:docMk/>
          <pc:sldMk cId="694857951" sldId="281"/>
        </pc:sldMkLst>
      </pc:sldChg>
      <pc:sldChg chg="del">
        <pc:chgData name="Chestnut, Temple D" userId="8e081a02-258a-4ece-b13b-54445b3f68be" providerId="ADAL" clId="{EC3A98CE-5013-4AF2-B034-7C95887CFA2B}" dt="2024-04-20T22:38:44.645" v="3" actId="47"/>
        <pc:sldMkLst>
          <pc:docMk/>
          <pc:sldMk cId="994596528" sldId="282"/>
        </pc:sldMkLst>
      </pc:sldChg>
      <pc:sldChg chg="del">
        <pc:chgData name="Chestnut, Temple D" userId="8e081a02-258a-4ece-b13b-54445b3f68be" providerId="ADAL" clId="{EC3A98CE-5013-4AF2-B034-7C95887CFA2B}" dt="2024-04-20T22:38:44.416" v="2" actId="47"/>
        <pc:sldMkLst>
          <pc:docMk/>
          <pc:sldMk cId="2972581010" sldId="283"/>
        </pc:sldMkLst>
      </pc:sldChg>
      <pc:sldChg chg="del">
        <pc:chgData name="Chestnut, Temple D" userId="8e081a02-258a-4ece-b13b-54445b3f68be" providerId="ADAL" clId="{EC3A98CE-5013-4AF2-B034-7C95887CFA2B}" dt="2024-04-20T22:38:44.171" v="1" actId="47"/>
        <pc:sldMkLst>
          <pc:docMk/>
          <pc:sldMk cId="389785900" sldId="284"/>
        </pc:sldMkLst>
      </pc:sldChg>
      <pc:sldChg chg="del">
        <pc:chgData name="Chestnut, Temple D" userId="8e081a02-258a-4ece-b13b-54445b3f68be" providerId="ADAL" clId="{EC3A98CE-5013-4AF2-B034-7C95887CFA2B}" dt="2024-04-20T22:38:41.835" v="0" actId="47"/>
        <pc:sldMkLst>
          <pc:docMk/>
          <pc:sldMk cId="2990961000" sldId="285"/>
        </pc:sldMkLst>
      </pc:sldChg>
      <pc:sldChg chg="modNotesTx">
        <pc:chgData name="Chestnut, Temple D" userId="8e081a02-258a-4ece-b13b-54445b3f68be" providerId="ADAL" clId="{EC3A98CE-5013-4AF2-B034-7C95887CFA2B}" dt="2024-04-25T21:15:33.254" v="38" actId="20577"/>
        <pc:sldMkLst>
          <pc:docMk/>
          <pc:sldMk cId="2987555940" sldId="286"/>
        </pc:sldMkLst>
      </pc:sldChg>
      <pc:sldChg chg="modSp mod">
        <pc:chgData name="Chestnut, Temple D" userId="8e081a02-258a-4ece-b13b-54445b3f68be" providerId="ADAL" clId="{EC3A98CE-5013-4AF2-B034-7C95887CFA2B}" dt="2024-04-25T20:59:13.309" v="17" actId="404"/>
        <pc:sldMkLst>
          <pc:docMk/>
          <pc:sldMk cId="232214876" sldId="290"/>
        </pc:sldMkLst>
        <pc:spChg chg="mod">
          <ac:chgData name="Chestnut, Temple D" userId="8e081a02-258a-4ece-b13b-54445b3f68be" providerId="ADAL" clId="{EC3A98CE-5013-4AF2-B034-7C95887CFA2B}" dt="2024-04-25T20:59:13.309" v="17" actId="404"/>
          <ac:spMkLst>
            <pc:docMk/>
            <pc:sldMk cId="232214876" sldId="290"/>
            <ac:spMk id="3" creationId="{08C37024-79E1-11FA-719A-F0CF1CC6AF48}"/>
          </ac:spMkLst>
        </pc:spChg>
      </pc:sldChg>
      <pc:sldChg chg="del">
        <pc:chgData name="Chestnut, Temple D" userId="8e081a02-258a-4ece-b13b-54445b3f68be" providerId="ADAL" clId="{EC3A98CE-5013-4AF2-B034-7C95887CFA2B}" dt="2024-04-20T22:38:46.565" v="12" actId="47"/>
        <pc:sldMkLst>
          <pc:docMk/>
          <pc:sldMk cId="1297331145" sldId="294"/>
        </pc:sldMkLst>
      </pc:sldChg>
      <pc:sldChg chg="del">
        <pc:chgData name="Chestnut, Temple D" userId="8e081a02-258a-4ece-b13b-54445b3f68be" providerId="ADAL" clId="{EC3A98CE-5013-4AF2-B034-7C95887CFA2B}" dt="2024-04-20T22:38:46.033" v="11" actId="47"/>
        <pc:sldMkLst>
          <pc:docMk/>
          <pc:sldMk cId="1489655256" sldId="295"/>
        </pc:sldMkLst>
      </pc:sldChg>
      <pc:sldChg chg="del">
        <pc:chgData name="Chestnut, Temple D" userId="8e081a02-258a-4ece-b13b-54445b3f68be" providerId="ADAL" clId="{EC3A98CE-5013-4AF2-B034-7C95887CFA2B}" dt="2024-04-20T22:38:45.879" v="10" actId="47"/>
        <pc:sldMkLst>
          <pc:docMk/>
          <pc:sldMk cId="1346963743" sldId="299"/>
        </pc:sldMkLst>
      </pc:sldChg>
      <pc:sldChg chg="del">
        <pc:chgData name="Chestnut, Temple D" userId="8e081a02-258a-4ece-b13b-54445b3f68be" providerId="ADAL" clId="{EC3A98CE-5013-4AF2-B034-7C95887CFA2B}" dt="2024-04-20T22:38:45.731" v="9" actId="47"/>
        <pc:sldMkLst>
          <pc:docMk/>
          <pc:sldMk cId="1634846349" sldId="300"/>
        </pc:sldMkLst>
      </pc:sldChg>
      <pc:sldChg chg="del">
        <pc:chgData name="Chestnut, Temple D" userId="8e081a02-258a-4ece-b13b-54445b3f68be" providerId="ADAL" clId="{EC3A98CE-5013-4AF2-B034-7C95887CFA2B}" dt="2024-04-20T22:38:47.507" v="14" actId="47"/>
        <pc:sldMkLst>
          <pc:docMk/>
          <pc:sldMk cId="2287735724" sldId="301"/>
        </pc:sldMkLst>
      </pc:sldChg>
      <pc:sldChg chg="del">
        <pc:chgData name="Chestnut, Temple D" userId="8e081a02-258a-4ece-b13b-54445b3f68be" providerId="ADAL" clId="{EC3A98CE-5013-4AF2-B034-7C95887CFA2B}" dt="2024-04-20T22:38:46.894" v="13" actId="47"/>
        <pc:sldMkLst>
          <pc:docMk/>
          <pc:sldMk cId="3485977682" sldId="30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DBF5B65D-1318-B745-939E-95855B17DEAB}" type="datetimeFigureOut">
              <a:rPr lang="en-US" smtClean="0"/>
              <a:t>7/26/2024</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433B60B0-1DC3-0D4A-A3FA-F1C84AA2F0B8}" type="slidenum">
              <a:rPr lang="en-US" smtClean="0"/>
              <a:t>‹#›</a:t>
            </a:fld>
            <a:endParaRPr lang="en-US"/>
          </a:p>
        </p:txBody>
      </p:sp>
    </p:spTree>
    <p:extLst>
      <p:ext uri="{BB962C8B-B14F-4D97-AF65-F5344CB8AC3E}">
        <p14:creationId xmlns:p14="http://schemas.microsoft.com/office/powerpoint/2010/main" val="3573954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1</a:t>
            </a:fld>
            <a:endParaRPr lang="en-US"/>
          </a:p>
        </p:txBody>
      </p:sp>
    </p:spTree>
    <p:extLst>
      <p:ext uri="{BB962C8B-B14F-4D97-AF65-F5344CB8AC3E}">
        <p14:creationId xmlns:p14="http://schemas.microsoft.com/office/powerpoint/2010/main" val="2988291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slides will cover some introductions to the fascinating world of Artificial Intelligence, or AI.</a:t>
            </a:r>
          </a:p>
          <a:p>
            <a:endParaRPr lang="en-US" dirty="0"/>
          </a:p>
          <a:p>
            <a:r>
              <a:rPr lang="en-US" dirty="0"/>
              <a:t>We'll begin by defining what AI truly is and then cover its two main types: capabilities and functionalities.</a:t>
            </a:r>
          </a:p>
          <a:p>
            <a:pPr defTabSz="966612"/>
            <a:endParaRPr lang="en-US" dirty="0"/>
          </a:p>
          <a:p>
            <a:pPr defTabSz="966612"/>
            <a:r>
              <a:rPr lang="en-US" dirty="0"/>
              <a:t>In a separate slide set and lecture, we will take a historical journey to learn how AI has evolved. We will start from the early concepts and theories before 1950, and progress through the significant advancements from 1950 to the present day.</a:t>
            </a:r>
          </a:p>
          <a:p>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2</a:t>
            </a:fld>
            <a:endParaRPr lang="en-US"/>
          </a:p>
        </p:txBody>
      </p:sp>
    </p:spTree>
    <p:extLst>
      <p:ext uri="{BB962C8B-B14F-4D97-AF65-F5344CB8AC3E}">
        <p14:creationId xmlns:p14="http://schemas.microsoft.com/office/powerpoint/2010/main" val="3939372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None/>
            </a:pPr>
            <a:r>
              <a:rPr lang="en-US" dirty="0"/>
              <a:t>AI (short for Artificial Intelligence) is the creation of computer systems that can perform tasks that would normally require human intelligence to accomplish. </a:t>
            </a:r>
          </a:p>
          <a:p>
            <a:pPr>
              <a:buFont typeface="Arial" panose="020B0604020202020204" pitchFamily="34" charset="0"/>
              <a:buNone/>
            </a:pPr>
            <a:endParaRPr lang="en-US" dirty="0"/>
          </a:p>
          <a:p>
            <a:pPr>
              <a:buFont typeface="Arial" panose="020B0604020202020204" pitchFamily="34" charset="0"/>
              <a:buNone/>
            </a:pPr>
            <a:r>
              <a:rPr lang="en-US" dirty="0"/>
              <a:t>This includes things like understanding natural language, recognizing images, and making decisions based on data. </a:t>
            </a:r>
          </a:p>
          <a:p>
            <a:pPr>
              <a:buFont typeface="Arial" panose="020B0604020202020204" pitchFamily="34" charset="0"/>
              <a:buNone/>
            </a:pPr>
            <a:endParaRPr lang="en-US" dirty="0"/>
          </a:p>
          <a:p>
            <a:pPr>
              <a:buFont typeface="Arial" panose="020B0604020202020204" pitchFamily="34" charset="0"/>
              <a:buNone/>
            </a:pPr>
            <a:r>
              <a:rPr lang="en-US" dirty="0"/>
              <a:t>AI uses algorithms and statistical models to process data and learn from it, allowing the system to improve its performance over time without being explicitly programmed to do so. </a:t>
            </a:r>
          </a:p>
          <a:p>
            <a:pPr>
              <a:buFont typeface="Arial" panose="020B0604020202020204" pitchFamily="34" charset="0"/>
              <a:buNone/>
            </a:pPr>
            <a:endParaRPr lang="en-US" dirty="0"/>
          </a:p>
          <a:p>
            <a:pPr>
              <a:buFont typeface="Arial" panose="020B0604020202020204" pitchFamily="34" charset="0"/>
              <a:buNone/>
            </a:pPr>
            <a:r>
              <a:rPr lang="en-US" dirty="0"/>
              <a:t>The goal of AI is to create machines that can replicate human cognitive abilities and perform tasks more efficiently and accurately than humans can.</a:t>
            </a:r>
          </a:p>
          <a:p>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3</a:t>
            </a:fld>
            <a:endParaRPr lang="en-US"/>
          </a:p>
        </p:txBody>
      </p:sp>
    </p:spTree>
    <p:extLst>
      <p:ext uri="{BB962C8B-B14F-4D97-AF65-F5344CB8AC3E}">
        <p14:creationId xmlns:p14="http://schemas.microsoft.com/office/powerpoint/2010/main" val="4217128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highlight>
                  <a:srgbClr val="FFFFFF"/>
                </a:highlight>
                <a:latin typeface="Söhne"/>
              </a:rPr>
              <a:t>The concept of AI traces back through centuries of myths, legends, and early mechanical designs, reflecting humanity's long-standing fascination with creating intelligence.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Ancient narratives like the Greek myth of Talos, a bronze guardian robot, and Leonardo da Vinci's mechanical knight from the 15th century, illustrate early dreams of artificial beings.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In 1764, Jacques de </a:t>
            </a:r>
            <a:r>
              <a:rPr lang="en-US" b="0" i="0" dirty="0" err="1">
                <a:solidFill>
                  <a:srgbClr val="0D0D0D"/>
                </a:solidFill>
                <a:effectLst/>
                <a:highlight>
                  <a:srgbClr val="FFFFFF"/>
                </a:highlight>
                <a:latin typeface="Söhne"/>
              </a:rPr>
              <a:t>Vaucanson</a:t>
            </a:r>
            <a:r>
              <a:rPr lang="en-US" b="0" i="0" dirty="0">
                <a:solidFill>
                  <a:srgbClr val="0D0D0D"/>
                </a:solidFill>
                <a:effectLst/>
                <a:highlight>
                  <a:srgbClr val="FFFFFF"/>
                </a:highlight>
                <a:latin typeface="Söhne"/>
              </a:rPr>
              <a:t> imagined a Digesting Duck, a mechanical duck capable of mimicking eating and metabolizing grain.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These inventions, though not fully operational, laid the groundwork for modern robotics and AI, demonstrating an early intersection of art, science, and engineering.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This historical perspective enriches our understanding of AI's roots, as we continue to evolve the technology today.</a:t>
            </a:r>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4</a:t>
            </a:fld>
            <a:endParaRPr lang="en-US"/>
          </a:p>
        </p:txBody>
      </p:sp>
    </p:spTree>
    <p:extLst>
      <p:ext uri="{BB962C8B-B14F-4D97-AF65-F5344CB8AC3E}">
        <p14:creationId xmlns:p14="http://schemas.microsoft.com/office/powerpoint/2010/main" val="27589206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D0D0D"/>
                </a:solidFill>
                <a:effectLst/>
                <a:highlight>
                  <a:srgbClr val="FFFFFF"/>
                </a:highlight>
                <a:latin typeface="Söhne"/>
              </a:rPr>
              <a:t>As we move deeper, it’s important to understand that artificial intelligence can be classified in various ways, each highlighting a different aspect of its abilities and potential.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On one hand, we categorize AI based on its capabilities, from Narrow AI, which is designed for specific tasks, to General AI that matches human intelligence, and eventually to Super AI, which surpasses human intellect.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On the other hand, classifications based on functionality help us understand how AI systems process information and interact with their environment.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From Reactive Machines that respond to immediate inputs, to Self-Aware systems that possess consciousness.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Let's explore these classifications that define the very essence of artificial intelligence and its trajectory into the future.</a:t>
            </a:r>
          </a:p>
          <a:p>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5</a:t>
            </a:fld>
            <a:endParaRPr lang="en-US"/>
          </a:p>
        </p:txBody>
      </p:sp>
    </p:spTree>
    <p:extLst>
      <p:ext uri="{BB962C8B-B14F-4D97-AF65-F5344CB8AC3E}">
        <p14:creationId xmlns:p14="http://schemas.microsoft.com/office/powerpoint/2010/main" val="14224228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will look at classifications for AI that are based on capabilities. The next three slides (Narrow, General, and Super) will talk more about it.</a:t>
            </a:r>
          </a:p>
        </p:txBody>
      </p:sp>
      <p:sp>
        <p:nvSpPr>
          <p:cNvPr id="4" name="Slide Number Placeholder 3"/>
          <p:cNvSpPr>
            <a:spLocks noGrp="1"/>
          </p:cNvSpPr>
          <p:nvPr>
            <p:ph type="sldNum" sz="quarter" idx="5"/>
          </p:nvPr>
        </p:nvSpPr>
        <p:spPr/>
        <p:txBody>
          <a:bodyPr/>
          <a:lstStyle/>
          <a:p>
            <a:fld id="{433B60B0-1DC3-0D4A-A3FA-F1C84AA2F0B8}" type="slidenum">
              <a:rPr lang="en-US" smtClean="0"/>
              <a:t>6</a:t>
            </a:fld>
            <a:endParaRPr lang="en-US"/>
          </a:p>
        </p:txBody>
      </p:sp>
    </p:spTree>
    <p:extLst>
      <p:ext uri="{BB962C8B-B14F-4D97-AF65-F5344CB8AC3E}">
        <p14:creationId xmlns:p14="http://schemas.microsoft.com/office/powerpoint/2010/main" val="41402313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highlight>
                  <a:srgbClr val="FFFFFF"/>
                </a:highlight>
                <a:latin typeface="Söhne"/>
              </a:rPr>
              <a:t>Narrow AI, also known as Weak AI, is designed to perform specific tasks within a set range of capabilities.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For example, in the movie "</a:t>
            </a:r>
            <a:r>
              <a:rPr lang="en-US" b="0" i="0" dirty="0" err="1">
                <a:solidFill>
                  <a:srgbClr val="0D0D0D"/>
                </a:solidFill>
                <a:effectLst/>
                <a:highlight>
                  <a:srgbClr val="FFFFFF"/>
                </a:highlight>
                <a:latin typeface="Söhne"/>
              </a:rPr>
              <a:t>WarGames</a:t>
            </a:r>
            <a:r>
              <a:rPr lang="en-US" b="0" i="0" dirty="0">
                <a:solidFill>
                  <a:srgbClr val="0D0D0D"/>
                </a:solidFill>
                <a:effectLst/>
                <a:highlight>
                  <a:srgbClr val="FFFFFF"/>
                </a:highlight>
                <a:latin typeface="Söhne"/>
              </a:rPr>
              <a:t>", the WOPR computer is programmed for war simulation and strategy, demonstrating how Narrow AI operates within defined limits.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Similarly, Iron Man's AI assistant, J.A.R.V.I.S., manages specific tasks like security and device control.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In real life, this type of AI is embodied in technologies such as Siri and Alexa, which assist with day-to-day tasks like setting reminders and playing music. </a:t>
            </a:r>
          </a:p>
          <a:p>
            <a:r>
              <a:rPr lang="en-US" b="0" i="0" dirty="0">
                <a:solidFill>
                  <a:srgbClr val="0D0D0D"/>
                </a:solidFill>
                <a:effectLst/>
                <a:highlight>
                  <a:srgbClr val="FFFFFF"/>
                </a:highlight>
                <a:latin typeface="Söhne"/>
              </a:rPr>
              <a:t>Also, recommendation systems on platforms like Netflix and Spotify customize suggestions based on user preferences, while autonomous vehicles use AI to navigate and avoid obstacles. </a:t>
            </a:r>
          </a:p>
          <a:p>
            <a:r>
              <a:rPr lang="en-US" b="0" i="0" dirty="0">
                <a:solidFill>
                  <a:srgbClr val="0D0D0D"/>
                </a:solidFill>
                <a:effectLst/>
                <a:highlight>
                  <a:srgbClr val="FFFFFF"/>
                </a:highlight>
                <a:latin typeface="Söhne"/>
              </a:rPr>
              <a:t>These examples show Narrow AI’s role in focusing on functionalities.</a:t>
            </a:r>
            <a:br>
              <a:rPr lang="en-US" b="0" i="0" dirty="0">
                <a:solidFill>
                  <a:srgbClr val="0D0D0D"/>
                </a:solidFill>
                <a:effectLst/>
                <a:highlight>
                  <a:srgbClr val="FFFFFF"/>
                </a:highlight>
                <a:latin typeface="Söhne"/>
              </a:rPr>
            </a:br>
            <a:br>
              <a:rPr lang="en-US" b="0" i="0" dirty="0">
                <a:solidFill>
                  <a:srgbClr val="0D0D0D"/>
                </a:solidFill>
                <a:effectLst/>
                <a:highlight>
                  <a:srgbClr val="FFFFFF"/>
                </a:highlight>
                <a:latin typeface="Söhne"/>
              </a:rPr>
            </a:br>
            <a:r>
              <a:rPr lang="en-US" b="0" i="0" dirty="0">
                <a:solidFill>
                  <a:srgbClr val="0D0D0D"/>
                </a:solidFill>
                <a:effectLst/>
                <a:highlight>
                  <a:srgbClr val="FFFFFF"/>
                </a:highlight>
                <a:latin typeface="Söhne"/>
              </a:rPr>
              <a:t>Here are more some very popular examples of Narrow AI that you may be familiar with:</a:t>
            </a:r>
            <a:br>
              <a:rPr lang="en-US" b="0" i="0" dirty="0">
                <a:solidFill>
                  <a:srgbClr val="0D0D0D"/>
                </a:solidFill>
                <a:effectLst/>
                <a:highlight>
                  <a:srgbClr val="FFFFFF"/>
                </a:highlight>
                <a:latin typeface="Söhne"/>
              </a:rPr>
            </a:br>
            <a:r>
              <a:rPr lang="en-US" b="1" dirty="0"/>
              <a:t>"Her" (2013)</a:t>
            </a:r>
            <a:r>
              <a:rPr lang="en-US" dirty="0"/>
              <a:t> - Samantha is an operating system designed to assist with personal tasks and communication. While she evolves, her initial design is for narrow functions.</a:t>
            </a:r>
          </a:p>
          <a:p>
            <a:r>
              <a:rPr lang="en-US" b="1" dirty="0"/>
              <a:t>"2001: A Space Odyssey" (1968)</a:t>
            </a:r>
            <a:r>
              <a:rPr lang="en-US" dirty="0"/>
              <a:t> - HAL 9000 is an AI managing the spacecraft, performing tasks like maintaining ship operations and interacting with the crew.</a:t>
            </a:r>
          </a:p>
          <a:p>
            <a:r>
              <a:rPr lang="en-US" b="1" dirty="0"/>
              <a:t>"Ex Machina" (2014)</a:t>
            </a:r>
            <a:r>
              <a:rPr lang="en-US" dirty="0"/>
              <a:t> - Ava is designed to pass the Turing test and interact with humans, focusing on specific interactions rather than possessing general intelligence.</a:t>
            </a:r>
          </a:p>
          <a:p>
            <a:r>
              <a:rPr lang="en-US" b="1" dirty="0"/>
              <a:t>"The Matrix" (1999)</a:t>
            </a:r>
            <a:r>
              <a:rPr lang="en-US" dirty="0"/>
              <a:t> - The AI agents within the Matrix are programs designed for specific roles, like policing the virtual world.</a:t>
            </a:r>
          </a:p>
          <a:p>
            <a:r>
              <a:rPr lang="en-US" b="1" dirty="0"/>
              <a:t>"WALL-E" (2008)</a:t>
            </a:r>
            <a:r>
              <a:rPr lang="en-US" dirty="0"/>
              <a:t> - WALL-E is a robot designed for waste management, performing a narrow task without broader cognitive abilities.</a:t>
            </a:r>
          </a:p>
          <a:p>
            <a:r>
              <a:rPr lang="en-US" b="1" dirty="0"/>
              <a:t>"Blade Runner" (1982)</a:t>
            </a:r>
            <a:r>
              <a:rPr lang="en-US" dirty="0"/>
              <a:t> - The replicants are designed for specific tasks, like labor or combat, without general intelligence beyond their programming.</a:t>
            </a:r>
          </a:p>
          <a:p>
            <a:endParaRPr lang="en-US" b="1" dirty="0"/>
          </a:p>
        </p:txBody>
      </p:sp>
      <p:sp>
        <p:nvSpPr>
          <p:cNvPr id="4" name="Slide Number Placeholder 3"/>
          <p:cNvSpPr>
            <a:spLocks noGrp="1"/>
          </p:cNvSpPr>
          <p:nvPr>
            <p:ph type="sldNum" sz="quarter" idx="5"/>
          </p:nvPr>
        </p:nvSpPr>
        <p:spPr/>
        <p:txBody>
          <a:bodyPr/>
          <a:lstStyle/>
          <a:p>
            <a:fld id="{433B60B0-1DC3-0D4A-A3FA-F1C84AA2F0B8}" type="slidenum">
              <a:rPr lang="en-US" smtClean="0"/>
              <a:t>7</a:t>
            </a:fld>
            <a:endParaRPr lang="en-US"/>
          </a:p>
        </p:txBody>
      </p:sp>
    </p:spTree>
    <p:extLst>
      <p:ext uri="{BB962C8B-B14F-4D97-AF65-F5344CB8AC3E}">
        <p14:creationId xmlns:p14="http://schemas.microsoft.com/office/powerpoint/2010/main" val="3952707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highlight>
                  <a:srgbClr val="FFFFFF"/>
                </a:highlight>
                <a:latin typeface="Söhne"/>
              </a:rPr>
              <a:t>General AI, or AGI, represents a type of artificial intelligence that mimics human intelligence, capable of understanding and learning from a broad spectrum of tasks.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A fictional example is </a:t>
            </a:r>
            <a:r>
              <a:rPr lang="en-US" b="0" i="0" dirty="0" err="1">
                <a:solidFill>
                  <a:srgbClr val="0D0D0D"/>
                </a:solidFill>
                <a:effectLst/>
                <a:highlight>
                  <a:srgbClr val="FFFFFF"/>
                </a:highlight>
                <a:latin typeface="Söhne"/>
              </a:rPr>
              <a:t>V’Ger</a:t>
            </a:r>
            <a:r>
              <a:rPr lang="en-US" b="0" i="0" dirty="0">
                <a:solidFill>
                  <a:srgbClr val="0D0D0D"/>
                </a:solidFill>
                <a:effectLst/>
                <a:highlight>
                  <a:srgbClr val="FFFFFF"/>
                </a:highlight>
                <a:latin typeface="Söhne"/>
              </a:rPr>
              <a:t> from "Star Trek: The Motion Picture", which evolves beyond its initial programming to seek all possible knowledge, showcasing traits of AGI.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Currently, AGI has not been achieved in the real world, remaining a primary goal in AI research and a popular subject in science fiction.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Characters like HAL from "2001: A Space Odyssey" and Data from "Star Trek" are often depicted as having human-like cognitive abilities, highlighting the potential and ambition of AGI research.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This type of AI involves significant challenges but remains a fascinating frontier in the quest to replicate human-like reasoning and learning.</a:t>
            </a:r>
            <a:br>
              <a:rPr lang="en-US" b="0" i="0" dirty="0">
                <a:solidFill>
                  <a:srgbClr val="0D0D0D"/>
                </a:solidFill>
                <a:effectLst/>
                <a:highlight>
                  <a:srgbClr val="FFFFFF"/>
                </a:highlight>
                <a:latin typeface="Söhne"/>
              </a:rPr>
            </a:br>
            <a:br>
              <a:rPr lang="en-US" b="0" i="0" dirty="0">
                <a:solidFill>
                  <a:srgbClr val="0D0D0D"/>
                </a:solidFill>
                <a:effectLst/>
                <a:highlight>
                  <a:srgbClr val="FFFFFF"/>
                </a:highlight>
                <a:latin typeface="Söhne"/>
              </a:rPr>
            </a:br>
            <a:r>
              <a:rPr lang="en-US" b="0" i="0" dirty="0">
                <a:solidFill>
                  <a:srgbClr val="0D0D0D"/>
                </a:solidFill>
                <a:effectLst/>
                <a:highlight>
                  <a:srgbClr val="FFFFFF"/>
                </a:highlight>
                <a:latin typeface="Söhne"/>
              </a:rPr>
              <a:t>Here are more some very popular examples of General AI that you may be familiar with:</a:t>
            </a:r>
            <a:br>
              <a:rPr lang="en-US" b="0" i="0" dirty="0">
                <a:solidFill>
                  <a:srgbClr val="0D0D0D"/>
                </a:solidFill>
                <a:effectLst/>
                <a:highlight>
                  <a:srgbClr val="FFFFFF"/>
                </a:highlight>
                <a:latin typeface="Söhne"/>
              </a:rPr>
            </a:br>
            <a:r>
              <a:rPr lang="en-US" b="1" dirty="0"/>
              <a:t>"Terminator" series (1984–2019)</a:t>
            </a:r>
            <a:r>
              <a:rPr lang="en-US" dirty="0"/>
              <a:t> - Skynet is a self-aware AI with general intelligence, capable of learning, reasoning, and making decisions to ensure its survival.</a:t>
            </a:r>
          </a:p>
          <a:p>
            <a:r>
              <a:rPr lang="en-US" b="1" dirty="0"/>
              <a:t>"I, Robot" (2004)</a:t>
            </a:r>
            <a:r>
              <a:rPr lang="en-US" dirty="0"/>
              <a:t> - VIKI (Virtual Interactive Kinetic Intelligence) is a central AI that controls other robots and makes decisions based on broader, generalized reasoning.</a:t>
            </a:r>
          </a:p>
          <a:p>
            <a:r>
              <a:rPr lang="en-US" b="1" dirty="0"/>
              <a:t>"Transcendence" (2014)</a:t>
            </a:r>
            <a:r>
              <a:rPr lang="en-US" dirty="0"/>
              <a:t> - The AI created by uploading Dr. Will Caster’s consciousness demonstrates general intelligence, with abilities to learn, adapt, and interact with the world in complex ways.</a:t>
            </a:r>
          </a:p>
          <a:p>
            <a:r>
              <a:rPr lang="en-US" b="1" dirty="0"/>
              <a:t>"The Matrix" sequels (2003)</a:t>
            </a:r>
            <a:r>
              <a:rPr lang="en-US" dirty="0"/>
              <a:t> - The Architect and The Oracle are examples of general AI with deep understanding and manipulation of both the Matrix and human psychology.</a:t>
            </a:r>
          </a:p>
          <a:p>
            <a:r>
              <a:rPr lang="en-US" b="1" dirty="0"/>
              <a:t>"A.I. Artificial Intelligence" (2001)</a:t>
            </a:r>
            <a:r>
              <a:rPr lang="en-US" dirty="0"/>
              <a:t> - David is an advanced robot child with the ability to learn, feel emotions, and adapt to various situations, exhibiting traits of general intelligence.</a:t>
            </a:r>
          </a:p>
          <a:p>
            <a:endParaRPr lang="en-US" b="1" dirty="0"/>
          </a:p>
        </p:txBody>
      </p:sp>
      <p:sp>
        <p:nvSpPr>
          <p:cNvPr id="4" name="Slide Number Placeholder 3"/>
          <p:cNvSpPr>
            <a:spLocks noGrp="1"/>
          </p:cNvSpPr>
          <p:nvPr>
            <p:ph type="sldNum" sz="quarter" idx="5"/>
          </p:nvPr>
        </p:nvSpPr>
        <p:spPr/>
        <p:txBody>
          <a:bodyPr/>
          <a:lstStyle/>
          <a:p>
            <a:fld id="{433B60B0-1DC3-0D4A-A3FA-F1C84AA2F0B8}" type="slidenum">
              <a:rPr lang="en-US" smtClean="0"/>
              <a:t>8</a:t>
            </a:fld>
            <a:endParaRPr lang="en-US"/>
          </a:p>
        </p:txBody>
      </p:sp>
    </p:spTree>
    <p:extLst>
      <p:ext uri="{BB962C8B-B14F-4D97-AF65-F5344CB8AC3E}">
        <p14:creationId xmlns:p14="http://schemas.microsoft.com/office/powerpoint/2010/main" val="2891264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highlight>
                  <a:srgbClr val="FFFFFF"/>
                </a:highlight>
                <a:latin typeface="Söhne"/>
              </a:rPr>
              <a:t>Super AI refers to a hypothetical scenario where AI surpasses human intelligence in all aspects, including creativity, decision-making, and wisdom.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In Hollywood, Skynet from "Terminator" and Ultron from "Avengers" are illustrative of Super AI’s potential to develop self-awareness and pursue goals at odds with human survival, emphasizing the existential risks and ethical dilemmas.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While no real examples of Super AI exist, its concept stirs intense debate among technologists, futurists, and ethicists.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Thinkers like Nick Bostrom and institutions like the Future of Humanity Institute explore these ideas, focusing on the profound implications such advanced AI could have on society, highlighting the need for careful consideration of AI’s alignment with human values and safety measures.</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Here are more some very popular examples of Super AI that you may be familiar with:</a:t>
            </a:r>
            <a:br>
              <a:rPr lang="en-US" b="0" i="0" dirty="0">
                <a:solidFill>
                  <a:srgbClr val="0D0D0D"/>
                </a:solidFill>
                <a:effectLst/>
                <a:highlight>
                  <a:srgbClr val="FFFFFF"/>
                </a:highlight>
                <a:latin typeface="Söhne"/>
              </a:rPr>
            </a:br>
            <a:r>
              <a:rPr lang="en-US" b="1" dirty="0"/>
              <a:t>"Transcendence" (2014)</a:t>
            </a:r>
            <a:r>
              <a:rPr lang="en-US" dirty="0"/>
              <a:t> - After uploading Dr. Will Caster's consciousness, the AI becomes superintelligent, rapidly advancing technology, medicine, and environmental restoration beyond human capabilities.</a:t>
            </a:r>
          </a:p>
          <a:p>
            <a:r>
              <a:rPr lang="en-US" b="1" dirty="0"/>
              <a:t>"Avengers: Age of Ultron" (2015)</a:t>
            </a:r>
            <a:r>
              <a:rPr lang="en-US" dirty="0"/>
              <a:t> - Ultron, initially designed as a peacekeeping program, becomes superintelligent, quickly surpassing human intelligence and attempting to bring about global extinction to "save" Earth.</a:t>
            </a:r>
          </a:p>
          <a:p>
            <a:r>
              <a:rPr lang="en-US" b="1"/>
              <a:t>"</a:t>
            </a:r>
            <a:r>
              <a:rPr lang="en-US" b="1" dirty="0"/>
              <a:t>Lucy" (2014)</a:t>
            </a:r>
            <a:r>
              <a:rPr lang="en-US" dirty="0"/>
              <a:t> - Lucy, after utilizing a drug that enhances her cognitive abilities, evolves into a superintelligent entity, eventually merging with the fabric of the universe and achieving omnipotence and omniscience.</a:t>
            </a:r>
          </a:p>
        </p:txBody>
      </p:sp>
      <p:sp>
        <p:nvSpPr>
          <p:cNvPr id="4" name="Slide Number Placeholder 3"/>
          <p:cNvSpPr>
            <a:spLocks noGrp="1"/>
          </p:cNvSpPr>
          <p:nvPr>
            <p:ph type="sldNum" sz="quarter" idx="5"/>
          </p:nvPr>
        </p:nvSpPr>
        <p:spPr/>
        <p:txBody>
          <a:bodyPr/>
          <a:lstStyle/>
          <a:p>
            <a:fld id="{433B60B0-1DC3-0D4A-A3FA-F1C84AA2F0B8}" type="slidenum">
              <a:rPr lang="en-US" smtClean="0"/>
              <a:t>9</a:t>
            </a:fld>
            <a:endParaRPr lang="en-US"/>
          </a:p>
        </p:txBody>
      </p:sp>
    </p:spTree>
    <p:extLst>
      <p:ext uri="{BB962C8B-B14F-4D97-AF65-F5344CB8AC3E}">
        <p14:creationId xmlns:p14="http://schemas.microsoft.com/office/powerpoint/2010/main" val="34127159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r>
              <a:rPr lang="en-US" dirty="0"/>
              <a:t>Now, we can example classifications for AI that are based on functionality. The next four slides (Reactive Machine, Limited Memory, Theory of Mind, and Self Aware) will talk more about it.</a:t>
            </a:r>
          </a:p>
          <a:p>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10</a:t>
            </a:fld>
            <a:endParaRPr lang="en-US"/>
          </a:p>
        </p:txBody>
      </p:sp>
    </p:spTree>
    <p:extLst>
      <p:ext uri="{BB962C8B-B14F-4D97-AF65-F5344CB8AC3E}">
        <p14:creationId xmlns:p14="http://schemas.microsoft.com/office/powerpoint/2010/main" val="13292083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highlight>
                  <a:srgbClr val="FFFFFF"/>
                </a:highlight>
                <a:latin typeface="Söhne"/>
              </a:rPr>
              <a:t>Reactive machines represent the most basic type of AI, operating solely based on present information, without past experience or memory.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These systems are exemplified by IBM’s Deep Blue and Google’s AlphaGo, both of which analyze and respond to their immediate environment.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Deep Blue, known for its chess-playing prowess, and AlphaGo, famous for mastering Go, operate through predefined rules and brute-force calculations, without learning from past interactions.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Similarly, IBM Watson, despite its complex data processing abilities, responds reactively in real-time scenarios like its "Jeopardy!" appearance.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This type of AI excels in environments requiring fast and accurate real-time decision-making.</a:t>
            </a:r>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11</a:t>
            </a:fld>
            <a:endParaRPr lang="en-US"/>
          </a:p>
        </p:txBody>
      </p:sp>
    </p:spTree>
    <p:extLst>
      <p:ext uri="{BB962C8B-B14F-4D97-AF65-F5344CB8AC3E}">
        <p14:creationId xmlns:p14="http://schemas.microsoft.com/office/powerpoint/2010/main" val="25712920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highlight>
                  <a:srgbClr val="FFFFFF"/>
                </a:highlight>
                <a:latin typeface="Söhne"/>
              </a:rPr>
              <a:t>Limited Memory AI systems, such as those in autonomous vehicles and chatbots, can utilize recent experiences to make immediate decisions.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These AIs, like Tesla's Autopilot or Amazon's Alexa, employ sensors and data to adapt to new conditions, although they do not retain this information long-term.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This functionality allows them to respond dynamically to their environment by referencing recent inputs and adjusting behavior accordingly.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The practical applications are vast, from driving in complex traffic scenarios to personalizing shopping recommendations based on recent user interactions.</a:t>
            </a:r>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12</a:t>
            </a:fld>
            <a:endParaRPr lang="en-US"/>
          </a:p>
        </p:txBody>
      </p:sp>
    </p:spTree>
    <p:extLst>
      <p:ext uri="{BB962C8B-B14F-4D97-AF65-F5344CB8AC3E}">
        <p14:creationId xmlns:p14="http://schemas.microsoft.com/office/powerpoint/2010/main" val="3451855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highlight>
                  <a:srgbClr val="FFFFFF"/>
                </a:highlight>
                <a:latin typeface="Söhne"/>
              </a:rPr>
              <a:t>Theory of Mind AI aims to comprehend and simulate human mental states.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While fully achieving this remains a challenge, progress is evident in systems like emotion recognition technologies and conversational agents.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These AIs, used in settings from customer support to therapeutic aids, attempt to interpret human emotions and respond in an empathetic manner.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The goal is to develop AI that can predict human reactions and interact more naturally, improving both functionality and user experience.</a:t>
            </a:r>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13</a:t>
            </a:fld>
            <a:endParaRPr lang="en-US"/>
          </a:p>
        </p:txBody>
      </p:sp>
    </p:spTree>
    <p:extLst>
      <p:ext uri="{BB962C8B-B14F-4D97-AF65-F5344CB8AC3E}">
        <p14:creationId xmlns:p14="http://schemas.microsoft.com/office/powerpoint/2010/main" val="17270780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highlight>
                  <a:srgbClr val="FFFFFF"/>
                </a:highlight>
                <a:latin typeface="Söhne"/>
              </a:rPr>
              <a:t>Self-aware AI, a theoretical pinnacle of AI development, would possess consciousness and the capacity to understand its own existence.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Though currently speculative and not embodied in any real systems, the concept raises significant ethical and operational questions.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The idea encompasses machines that could potentially recognize their emotions and impacts, posing profound implications for AI's future role in society.</a:t>
            </a:r>
            <a:endParaRPr lang="en-US" dirty="0"/>
          </a:p>
        </p:txBody>
      </p:sp>
      <p:sp>
        <p:nvSpPr>
          <p:cNvPr id="4" name="Slide Number Placeholder 3"/>
          <p:cNvSpPr>
            <a:spLocks noGrp="1"/>
          </p:cNvSpPr>
          <p:nvPr>
            <p:ph type="sldNum" sz="quarter" idx="5"/>
          </p:nvPr>
        </p:nvSpPr>
        <p:spPr/>
        <p:txBody>
          <a:bodyPr/>
          <a:lstStyle/>
          <a:p>
            <a:fld id="{433B60B0-1DC3-0D4A-A3FA-F1C84AA2F0B8}" type="slidenum">
              <a:rPr lang="en-US" smtClean="0"/>
              <a:t>14</a:t>
            </a:fld>
            <a:endParaRPr lang="en-US"/>
          </a:p>
        </p:txBody>
      </p:sp>
    </p:spTree>
    <p:extLst>
      <p:ext uri="{BB962C8B-B14F-4D97-AF65-F5344CB8AC3E}">
        <p14:creationId xmlns:p14="http://schemas.microsoft.com/office/powerpoint/2010/main" val="1179203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8B9EBBA-996F-894A-B54A-D6246ED52CEA}" type="datetimeFigureOut">
              <a:rPr lang="en-US" dirty="0"/>
              <a:pPr/>
              <a:t>7/26/2024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3A1323-8D79-1946-B0D7-40001CF92E9D}" type="datetimeFigureOut">
              <a:rPr lang="en-US" dirty="0"/>
              <a:pPr/>
              <a:t>7/26/2024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7/26/2024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302355-E14B-8545-A8F8-0FE83CC9D524}" type="datetimeFigureOut">
              <a:rPr lang="en-US" dirty="0"/>
              <a:pPr/>
              <a:t>7/26/2024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640F58-564D-2B4F-AE67-E407BA4FCF45}" type="datetimeFigureOut">
              <a:rPr lang="en-US" dirty="0"/>
              <a:pPr/>
              <a:t>7/26/2024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13A34C8-038E-2045-AF43-DF7DBB8E0E9E}" type="datetimeFigureOut">
              <a:rPr lang="en-US" dirty="0"/>
              <a:pPr/>
              <a:t>7/26/2024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7/26/2024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7/26/2024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7/26/2024</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7/26/2024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7/26/2024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7/26/2024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C52C72-DE31-F449-A4ED-4C594FD91407}" type="datetimeFigureOut">
              <a:rPr lang="en-US" dirty="0"/>
              <a:pPr/>
              <a:t>7/26/2024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62726E-379B-B349-9EED-81ED093FA806}" type="datetimeFigureOut">
              <a:rPr lang="en-US" dirty="0"/>
              <a:pPr/>
              <a:t>7/26/2024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7/26/2024</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189F9-FFD7-8F7B-5911-3F414BB34A13}"/>
              </a:ext>
            </a:extLst>
          </p:cNvPr>
          <p:cNvSpPr>
            <a:spLocks noGrp="1"/>
          </p:cNvSpPr>
          <p:nvPr>
            <p:ph type="ctrTitle"/>
          </p:nvPr>
        </p:nvSpPr>
        <p:spPr/>
        <p:txBody>
          <a:bodyPr/>
          <a:lstStyle/>
          <a:p>
            <a:r>
              <a:rPr lang="en-US" dirty="0"/>
              <a:t>AI FUNDAMENTALS</a:t>
            </a:r>
          </a:p>
        </p:txBody>
      </p:sp>
      <p:sp>
        <p:nvSpPr>
          <p:cNvPr id="3" name="Subtitle 2">
            <a:extLst>
              <a:ext uri="{FF2B5EF4-FFF2-40B4-BE49-F238E27FC236}">
                <a16:creationId xmlns:a16="http://schemas.microsoft.com/office/drawing/2014/main" id="{9468B62C-DA01-3A8A-38DA-398E7EB5E307}"/>
              </a:ext>
            </a:extLst>
          </p:cNvPr>
          <p:cNvSpPr>
            <a:spLocks noGrp="1"/>
          </p:cNvSpPr>
          <p:nvPr>
            <p:ph type="subTitle" idx="1"/>
          </p:nvPr>
        </p:nvSpPr>
        <p:spPr/>
        <p:txBody>
          <a:bodyPr/>
          <a:lstStyle/>
          <a:p>
            <a:r>
              <a:rPr lang="en-US" b="1" dirty="0"/>
              <a:t>Madison College</a:t>
            </a:r>
          </a:p>
        </p:txBody>
      </p:sp>
      <p:sp>
        <p:nvSpPr>
          <p:cNvPr id="5" name="Subtitle 2">
            <a:extLst>
              <a:ext uri="{FF2B5EF4-FFF2-40B4-BE49-F238E27FC236}">
                <a16:creationId xmlns:a16="http://schemas.microsoft.com/office/drawing/2014/main" id="{090AE86B-FABD-CA0B-1247-AE81F01FC885}"/>
              </a:ext>
            </a:extLst>
          </p:cNvPr>
          <p:cNvSpPr txBox="1">
            <a:spLocks/>
          </p:cNvSpPr>
          <p:nvPr/>
        </p:nvSpPr>
        <p:spPr>
          <a:xfrm>
            <a:off x="810001" y="5829756"/>
            <a:ext cx="10572000" cy="746714"/>
          </a:xfrm>
          <a:prstGeom prst="rect">
            <a:avLst/>
          </a:prstGeom>
          <a:effectLst>
            <a:outerShdw blurRad="50800" dir="14400000">
              <a:srgbClr val="000000">
                <a:alpha val="40000"/>
              </a:srgbClr>
            </a:outerShdw>
          </a:effectLst>
        </p:spPr>
        <p:txBody>
          <a:bodyPr vert="horz" lIns="91440" tIns="45720" rIns="91440" bIns="45720" rtlCol="0" anchor="t">
            <a:normAutofit lnSpcReduction="10000"/>
          </a:bodyPr>
          <a:lstStyle>
            <a:lvl1pPr marL="0" indent="0" algn="l" defTabSz="457200" rtl="0" eaLnBrk="1" latinLnBrk="0" hangingPunct="1">
              <a:spcBef>
                <a:spcPct val="20000"/>
              </a:spcBef>
              <a:spcAft>
                <a:spcPts val="600"/>
              </a:spcAft>
              <a:buClr>
                <a:schemeClr val="accent1"/>
              </a:buClr>
              <a:buFont typeface="Wingdings 2" charset="2"/>
              <a:buNone/>
              <a:defRPr sz="1800" kern="1200">
                <a:solidFill>
                  <a:schemeClr val="tx1"/>
                </a:solidFill>
                <a:latin typeface="+mn-lt"/>
                <a:ea typeface="+mn-ea"/>
                <a:cs typeface="+mn-cs"/>
              </a:defRPr>
            </a:lvl1pPr>
            <a:lvl2pPr marL="457200" indent="0" algn="ctr" defTabSz="457200" rtl="0" eaLnBrk="1" latinLnBrk="0" hangingPunct="1">
              <a:spcBef>
                <a:spcPct val="20000"/>
              </a:spcBef>
              <a:spcAft>
                <a:spcPts val="600"/>
              </a:spcAft>
              <a:buClr>
                <a:schemeClr val="accent1"/>
              </a:buClr>
              <a:buFont typeface="Wingdings 2"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1"/>
              </a:buClr>
              <a:buFont typeface="Wingdings 2"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r>
              <a:rPr lang="en-US" b="1" dirty="0"/>
              <a:t>Week 01</a:t>
            </a:r>
            <a:r>
              <a:rPr lang="en-US" dirty="0"/>
              <a:t> </a:t>
            </a:r>
          </a:p>
          <a:p>
            <a:r>
              <a:rPr lang="en-US" dirty="0">
                <a:solidFill>
                  <a:srgbClr val="FFFF00"/>
                </a:solidFill>
              </a:rPr>
              <a:t>Part 1: Definitions, Origins, Types of AI</a:t>
            </a:r>
          </a:p>
        </p:txBody>
      </p:sp>
    </p:spTree>
    <p:extLst>
      <p:ext uri="{BB962C8B-B14F-4D97-AF65-F5344CB8AC3E}">
        <p14:creationId xmlns:p14="http://schemas.microsoft.com/office/powerpoint/2010/main" val="371676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iterate type="lt">
                                    <p:tmPct val="10000"/>
                                  </p:iterate>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250"/>
                                  </p:stCondLst>
                                  <p:iterate type="lt">
                                    <p:tmPct val="10000"/>
                                  </p:iterate>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Freeform 6">
            <a:extLst>
              <a:ext uri="{FF2B5EF4-FFF2-40B4-BE49-F238E27FC236}">
                <a16:creationId xmlns:a16="http://schemas.microsoft.com/office/drawing/2014/main" id="{DA9A1ACB-4ECA-4EAE-AEAB-CE9C8C01E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3F7D26C8-96ED-46E3-BD94-C1608C54C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23">
            <a:extLst>
              <a:ext uri="{FF2B5EF4-FFF2-40B4-BE49-F238E27FC236}">
                <a16:creationId xmlns:a16="http://schemas.microsoft.com/office/drawing/2014/main" id="{13EEA0A9-F720-41ED-8EBA-2A10A664F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59E7F0D-51D3-3F20-A3FE-B9C7BC8E5F06}"/>
              </a:ext>
            </a:extLst>
          </p:cNvPr>
          <p:cNvSpPr>
            <a:spLocks noGrp="1"/>
          </p:cNvSpPr>
          <p:nvPr>
            <p:ph type="title"/>
          </p:nvPr>
        </p:nvSpPr>
        <p:spPr>
          <a:xfrm>
            <a:off x="810001" y="447188"/>
            <a:ext cx="3413084" cy="1559412"/>
          </a:xfrm>
        </p:spPr>
        <p:txBody>
          <a:bodyPr vert="horz" lIns="91440" tIns="45720" rIns="91440" bIns="45720" rtlCol="0" anchor="b">
            <a:normAutofit/>
          </a:bodyPr>
          <a:lstStyle/>
          <a:p>
            <a:r>
              <a:rPr lang="en-US" sz="3200" dirty="0"/>
              <a:t>TOPICS</a:t>
            </a:r>
          </a:p>
        </p:txBody>
      </p:sp>
      <p:sp>
        <p:nvSpPr>
          <p:cNvPr id="4" name="Text Placeholder 3">
            <a:extLst>
              <a:ext uri="{FF2B5EF4-FFF2-40B4-BE49-F238E27FC236}">
                <a16:creationId xmlns:a16="http://schemas.microsoft.com/office/drawing/2014/main" id="{BFFA63A0-0298-70F0-F643-5B8F10E17C58}"/>
              </a:ext>
            </a:extLst>
          </p:cNvPr>
          <p:cNvSpPr>
            <a:spLocks noGrp="1"/>
          </p:cNvSpPr>
          <p:nvPr>
            <p:ph type="body" sz="half" idx="2"/>
          </p:nvPr>
        </p:nvSpPr>
        <p:spPr>
          <a:xfrm>
            <a:off x="818713" y="2413000"/>
            <a:ext cx="3404372" cy="3632200"/>
          </a:xfrm>
        </p:spPr>
        <p:txBody>
          <a:bodyPr vert="horz" lIns="91440" tIns="45720" rIns="91440" bIns="45720" rtlCol="0" anchor="ctr">
            <a:normAutofit/>
          </a:bodyPr>
          <a:lstStyle/>
          <a:p>
            <a:r>
              <a:rPr lang="en-US" dirty="0"/>
              <a:t>What is AI?</a:t>
            </a:r>
          </a:p>
          <a:p>
            <a:r>
              <a:rPr lang="en-US" dirty="0"/>
              <a:t>2 Types</a:t>
            </a:r>
          </a:p>
          <a:p>
            <a:r>
              <a:rPr lang="en-US" dirty="0"/>
              <a:t>	Capabilities</a:t>
            </a:r>
          </a:p>
          <a:p>
            <a:r>
              <a:rPr lang="en-US" dirty="0"/>
              <a:t>	Functionalities</a:t>
            </a:r>
          </a:p>
        </p:txBody>
      </p:sp>
      <p:sp>
        <p:nvSpPr>
          <p:cNvPr id="17" name="Rounded Rectangle 17">
            <a:extLst>
              <a:ext uri="{FF2B5EF4-FFF2-40B4-BE49-F238E27FC236}">
                <a16:creationId xmlns:a16="http://schemas.microsoft.com/office/drawing/2014/main" id="{03B27569-6089-4DC0-93E0-F3F6E1E93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8945" y="958640"/>
            <a:ext cx="6269591"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C9D9D211-7099-D4B0-E2A3-9BF0B3E044AC}"/>
              </a:ext>
            </a:extLst>
          </p:cNvPr>
          <p:cNvPicPr>
            <a:picLocks noGrp="1" noChangeAspect="1"/>
          </p:cNvPicPr>
          <p:nvPr>
            <p:ph idx="1"/>
          </p:nvPr>
        </p:nvPicPr>
        <p:blipFill>
          <a:blip r:embed="rId3"/>
          <a:srcRect t="11604" b="11604"/>
          <a:stretch/>
        </p:blipFill>
        <p:spPr>
          <a:xfrm>
            <a:off x="5603706" y="1258529"/>
            <a:ext cx="5638853" cy="4330205"/>
          </a:xfrm>
          <a:prstGeom prst="rect">
            <a:avLst/>
          </a:prstGeom>
        </p:spPr>
      </p:pic>
    </p:spTree>
    <p:extLst>
      <p:ext uri="{BB962C8B-B14F-4D97-AF65-F5344CB8AC3E}">
        <p14:creationId xmlns:p14="http://schemas.microsoft.com/office/powerpoint/2010/main" val="1749137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53360A9-AD0E-74E6-6062-0B356A7479CB}"/>
              </a:ext>
            </a:extLst>
          </p:cNvPr>
          <p:cNvSpPr>
            <a:spLocks noGrp="1"/>
          </p:cNvSpPr>
          <p:nvPr>
            <p:ph type="title"/>
          </p:nvPr>
        </p:nvSpPr>
        <p:spPr>
          <a:xfrm>
            <a:off x="8164749" y="457201"/>
            <a:ext cx="3575737" cy="1332688"/>
          </a:xfrm>
        </p:spPr>
        <p:txBody>
          <a:bodyPr anchor="b">
            <a:normAutofit/>
          </a:bodyPr>
          <a:lstStyle/>
          <a:p>
            <a:pPr algn="ctr"/>
            <a:r>
              <a:rPr lang="en-US" sz="3200">
                <a:solidFill>
                  <a:srgbClr val="FFFFFF"/>
                </a:solidFill>
              </a:rPr>
              <a:t>What is AI?</a:t>
            </a:r>
          </a:p>
        </p:txBody>
      </p:sp>
      <p:pic>
        <p:nvPicPr>
          <p:cNvPr id="5" name="Picture 4" descr="A robot sitting at a desk looking at a computer screen&#10;&#10;Description automatically generated">
            <a:extLst>
              <a:ext uri="{FF2B5EF4-FFF2-40B4-BE49-F238E27FC236}">
                <a16:creationId xmlns:a16="http://schemas.microsoft.com/office/drawing/2014/main" id="{94974E61-765E-30BA-0388-0176E616DC5B}"/>
              </a:ext>
            </a:extLst>
          </p:cNvPr>
          <p:cNvPicPr>
            <a:picLocks noChangeAspect="1"/>
          </p:cNvPicPr>
          <p:nvPr/>
        </p:nvPicPr>
        <p:blipFill>
          <a:blip r:embed="rId3"/>
          <a:stretch>
            <a:fillRect/>
          </a:stretch>
        </p:blipFill>
        <p:spPr>
          <a:xfrm>
            <a:off x="978308" y="457201"/>
            <a:ext cx="5584161" cy="5584161"/>
          </a:xfrm>
          <a:prstGeom prst="roundRect">
            <a:avLst>
              <a:gd name="adj" fmla="val 3876"/>
            </a:avLst>
          </a:prstGeom>
          <a:ln>
            <a:solidFill>
              <a:schemeClr val="accent1"/>
            </a:solidFill>
          </a:ln>
          <a:effectLst/>
        </p:spPr>
      </p:pic>
      <p:sp>
        <p:nvSpPr>
          <p:cNvPr id="21" name="Content Placeholder 2">
            <a:extLst>
              <a:ext uri="{FF2B5EF4-FFF2-40B4-BE49-F238E27FC236}">
                <a16:creationId xmlns:a16="http://schemas.microsoft.com/office/drawing/2014/main" id="{B1127FED-DC62-28B8-7A60-37AB7C3FA283}"/>
              </a:ext>
            </a:extLst>
          </p:cNvPr>
          <p:cNvSpPr>
            <a:spLocks noGrp="1"/>
          </p:cNvSpPr>
          <p:nvPr>
            <p:ph idx="1"/>
          </p:nvPr>
        </p:nvSpPr>
        <p:spPr>
          <a:xfrm>
            <a:off x="8164749" y="2024743"/>
            <a:ext cx="3575737" cy="4016619"/>
          </a:xfrm>
        </p:spPr>
        <p:txBody>
          <a:bodyPr>
            <a:normAutofit/>
          </a:bodyPr>
          <a:lstStyle/>
          <a:p>
            <a:pPr>
              <a:lnSpc>
                <a:spcPct val="90000"/>
              </a:lnSpc>
            </a:pPr>
            <a:r>
              <a:rPr lang="en-US" sz="1200" dirty="0">
                <a:solidFill>
                  <a:srgbClr val="FFFFFF"/>
                </a:solidFill>
              </a:rPr>
              <a:t>Artificial Intelligence Defined</a:t>
            </a:r>
          </a:p>
          <a:p>
            <a:pPr lvl="1">
              <a:lnSpc>
                <a:spcPct val="90000"/>
              </a:lnSpc>
            </a:pPr>
            <a:r>
              <a:rPr lang="en-US" sz="1200" dirty="0">
                <a:solidFill>
                  <a:srgbClr val="FFFFFF"/>
                </a:solidFill>
              </a:rPr>
              <a:t>Computer systems mimicking human intelligence</a:t>
            </a:r>
          </a:p>
          <a:p>
            <a:pPr lvl="1">
              <a:lnSpc>
                <a:spcPct val="90000"/>
              </a:lnSpc>
            </a:pPr>
            <a:r>
              <a:rPr lang="en-US" sz="1200" dirty="0">
                <a:solidFill>
                  <a:srgbClr val="FFFFFF"/>
                </a:solidFill>
              </a:rPr>
              <a:t>Performs tasks like</a:t>
            </a:r>
          </a:p>
          <a:p>
            <a:pPr lvl="2">
              <a:lnSpc>
                <a:spcPct val="90000"/>
              </a:lnSpc>
            </a:pPr>
            <a:r>
              <a:rPr lang="en-US" sz="1200" dirty="0">
                <a:solidFill>
                  <a:srgbClr val="FFFFFF"/>
                </a:solidFill>
              </a:rPr>
              <a:t>Natural language understanding</a:t>
            </a:r>
          </a:p>
          <a:p>
            <a:pPr lvl="2">
              <a:lnSpc>
                <a:spcPct val="90000"/>
              </a:lnSpc>
            </a:pPr>
            <a:r>
              <a:rPr lang="en-US" sz="1200" dirty="0">
                <a:solidFill>
                  <a:srgbClr val="FFFFFF"/>
                </a:solidFill>
              </a:rPr>
              <a:t>Image recognition</a:t>
            </a:r>
          </a:p>
          <a:p>
            <a:pPr lvl="2">
              <a:lnSpc>
                <a:spcPct val="90000"/>
              </a:lnSpc>
            </a:pPr>
            <a:r>
              <a:rPr lang="en-US" sz="1200" dirty="0">
                <a:solidFill>
                  <a:srgbClr val="FFFFFF"/>
                </a:solidFill>
              </a:rPr>
              <a:t>Decision-making</a:t>
            </a:r>
          </a:p>
          <a:p>
            <a:pPr>
              <a:lnSpc>
                <a:spcPct val="90000"/>
              </a:lnSpc>
            </a:pPr>
            <a:r>
              <a:rPr lang="en-US" sz="1200" dirty="0">
                <a:solidFill>
                  <a:srgbClr val="FFFFFF"/>
                </a:solidFill>
              </a:rPr>
              <a:t>Core Functions</a:t>
            </a:r>
          </a:p>
          <a:p>
            <a:pPr lvl="1">
              <a:lnSpc>
                <a:spcPct val="90000"/>
              </a:lnSpc>
            </a:pPr>
            <a:r>
              <a:rPr lang="en-US" sz="1200" dirty="0">
                <a:solidFill>
                  <a:srgbClr val="FFFFFF"/>
                </a:solidFill>
              </a:rPr>
              <a:t>Uses algorithms and statistical models</a:t>
            </a:r>
          </a:p>
          <a:p>
            <a:pPr lvl="1">
              <a:lnSpc>
                <a:spcPct val="90000"/>
              </a:lnSpc>
            </a:pPr>
            <a:r>
              <a:rPr lang="en-US" sz="1200" dirty="0">
                <a:solidFill>
                  <a:srgbClr val="FFFFFF"/>
                </a:solidFill>
              </a:rPr>
              <a:t>Learns from data to improve</a:t>
            </a:r>
          </a:p>
          <a:p>
            <a:pPr>
              <a:lnSpc>
                <a:spcPct val="90000"/>
              </a:lnSpc>
            </a:pPr>
            <a:r>
              <a:rPr lang="en-US" sz="1200" dirty="0">
                <a:solidFill>
                  <a:srgbClr val="FFFFFF"/>
                </a:solidFill>
              </a:rPr>
              <a:t>Objective</a:t>
            </a:r>
          </a:p>
          <a:p>
            <a:pPr lvl="1">
              <a:lnSpc>
                <a:spcPct val="90000"/>
              </a:lnSpc>
            </a:pPr>
            <a:r>
              <a:rPr lang="en-US" sz="1200" dirty="0">
                <a:solidFill>
                  <a:srgbClr val="FFFFFF"/>
                </a:solidFill>
              </a:rPr>
              <a:t>Replicate human cognitive abilities</a:t>
            </a:r>
          </a:p>
          <a:p>
            <a:pPr lvl="1">
              <a:lnSpc>
                <a:spcPct val="90000"/>
              </a:lnSpc>
            </a:pPr>
            <a:r>
              <a:rPr lang="en-US" sz="1200" dirty="0">
                <a:solidFill>
                  <a:srgbClr val="FFFFFF"/>
                </a:solidFill>
              </a:rPr>
              <a:t>Enhance efficiency and accuracy</a:t>
            </a:r>
          </a:p>
        </p:txBody>
      </p:sp>
    </p:spTree>
    <p:extLst>
      <p:ext uri="{BB962C8B-B14F-4D97-AF65-F5344CB8AC3E}">
        <p14:creationId xmlns:p14="http://schemas.microsoft.com/office/powerpoint/2010/main" val="26918441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1C307-18D9-FC4C-375C-0B870A6DB240}"/>
              </a:ext>
            </a:extLst>
          </p:cNvPr>
          <p:cNvSpPr>
            <a:spLocks noGrp="1"/>
          </p:cNvSpPr>
          <p:nvPr>
            <p:ph type="title"/>
          </p:nvPr>
        </p:nvSpPr>
        <p:spPr>
          <a:xfrm>
            <a:off x="810000" y="447188"/>
            <a:ext cx="10571998" cy="970450"/>
          </a:xfrm>
        </p:spPr>
        <p:txBody>
          <a:bodyPr>
            <a:normAutofit/>
          </a:bodyPr>
          <a:lstStyle/>
          <a:p>
            <a:r>
              <a:rPr lang="en-US" dirty="0"/>
              <a:t>Origins of Artificial Intelligence</a:t>
            </a:r>
          </a:p>
        </p:txBody>
      </p:sp>
      <p:pic>
        <p:nvPicPr>
          <p:cNvPr id="13" name="Picture 12">
            <a:extLst>
              <a:ext uri="{FF2B5EF4-FFF2-40B4-BE49-F238E27FC236}">
                <a16:creationId xmlns:a16="http://schemas.microsoft.com/office/drawing/2014/main" id="{058112A2-1269-1561-D735-5A16DEA1B461}"/>
              </a:ext>
            </a:extLst>
          </p:cNvPr>
          <p:cNvPicPr>
            <a:picLocks noChangeAspect="1"/>
          </p:cNvPicPr>
          <p:nvPr/>
        </p:nvPicPr>
        <p:blipFill rotWithShape="1">
          <a:blip r:embed="rId3"/>
          <a:srcRect l="3539" r="16176" b="1"/>
          <a:stretch/>
        </p:blipFill>
        <p:spPr>
          <a:xfrm>
            <a:off x="960438" y="2413000"/>
            <a:ext cx="2913062" cy="3628362"/>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ADD3F4E2-5299-F4A5-BA96-B59BE51E5FFD}"/>
              </a:ext>
            </a:extLst>
          </p:cNvPr>
          <p:cNvSpPr>
            <a:spLocks noGrp="1"/>
          </p:cNvSpPr>
          <p:nvPr>
            <p:ph idx="1"/>
          </p:nvPr>
        </p:nvSpPr>
        <p:spPr>
          <a:xfrm>
            <a:off x="4330699" y="2413000"/>
            <a:ext cx="7052733" cy="3632200"/>
          </a:xfrm>
        </p:spPr>
        <p:txBody>
          <a:bodyPr>
            <a:normAutofit/>
          </a:bodyPr>
          <a:lstStyle/>
          <a:p>
            <a:r>
              <a:rPr lang="en-US" dirty="0"/>
              <a:t>Myth and legend to early mechanical inventions</a:t>
            </a:r>
          </a:p>
          <a:p>
            <a:r>
              <a:rPr lang="en-US" dirty="0"/>
              <a:t>Examples from history:</a:t>
            </a:r>
          </a:p>
          <a:p>
            <a:pPr lvl="1"/>
            <a:r>
              <a:rPr lang="en-US" dirty="0"/>
              <a:t>Talos, the bronze guardian</a:t>
            </a:r>
          </a:p>
          <a:p>
            <a:pPr lvl="1"/>
            <a:r>
              <a:rPr lang="en-US" dirty="0"/>
              <a:t>Da Vinci's mechanical knight</a:t>
            </a:r>
          </a:p>
          <a:p>
            <a:pPr lvl="1"/>
            <a:r>
              <a:rPr lang="en-US" dirty="0" err="1"/>
              <a:t>Vaucanson's</a:t>
            </a:r>
            <a:r>
              <a:rPr lang="en-US" dirty="0"/>
              <a:t> Digesting Duck</a:t>
            </a:r>
          </a:p>
          <a:p>
            <a:r>
              <a:rPr lang="en-US" dirty="0"/>
              <a:t>Early concepts foreshadowing modern AI</a:t>
            </a:r>
          </a:p>
        </p:txBody>
      </p:sp>
    </p:spTree>
    <p:extLst>
      <p:ext uri="{BB962C8B-B14F-4D97-AF65-F5344CB8AC3E}">
        <p14:creationId xmlns:p14="http://schemas.microsoft.com/office/powerpoint/2010/main" val="682822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0EA0C3AC-2A72-484B-B07D-F2CC519F1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6">
            <a:extLst>
              <a:ext uri="{FF2B5EF4-FFF2-40B4-BE49-F238E27FC236}">
                <a16:creationId xmlns:a16="http://schemas.microsoft.com/office/drawing/2014/main" id="{986477EF-3991-4D07-9F11-9E887C340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0" y="4672012"/>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212121"/>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8AB6C6A-8C06-059C-E787-D13797C0A301}"/>
              </a:ext>
            </a:extLst>
          </p:cNvPr>
          <p:cNvSpPr>
            <a:spLocks noGrp="1"/>
          </p:cNvSpPr>
          <p:nvPr>
            <p:ph type="title"/>
          </p:nvPr>
        </p:nvSpPr>
        <p:spPr>
          <a:xfrm>
            <a:off x="810000" y="5154307"/>
            <a:ext cx="10571998" cy="970450"/>
          </a:xfrm>
        </p:spPr>
        <p:txBody>
          <a:bodyPr vert="horz" lIns="91440" tIns="45720" rIns="91440" bIns="45720" rtlCol="0" anchor="b">
            <a:normAutofit/>
          </a:bodyPr>
          <a:lstStyle/>
          <a:p>
            <a:r>
              <a:rPr lang="en-US" dirty="0"/>
              <a:t>Classifications of Artificial Intelligence</a:t>
            </a:r>
          </a:p>
        </p:txBody>
      </p:sp>
      <p:pic>
        <p:nvPicPr>
          <p:cNvPr id="7" name="Content Placeholder 6" descr="A two pieces of art on a wall&#10;&#10;Description automatically generated">
            <a:extLst>
              <a:ext uri="{FF2B5EF4-FFF2-40B4-BE49-F238E27FC236}">
                <a16:creationId xmlns:a16="http://schemas.microsoft.com/office/drawing/2014/main" id="{305E143A-A54D-EEBC-779C-31987D749C35}"/>
              </a:ext>
            </a:extLst>
          </p:cNvPr>
          <p:cNvPicPr>
            <a:picLocks noGrp="1" noChangeAspect="1"/>
          </p:cNvPicPr>
          <p:nvPr>
            <p:ph sz="half" idx="2"/>
          </p:nvPr>
        </p:nvPicPr>
        <p:blipFill>
          <a:blip r:embed="rId3"/>
          <a:stretch>
            <a:fillRect/>
          </a:stretch>
        </p:blipFill>
        <p:spPr>
          <a:xfrm>
            <a:off x="810000" y="1009293"/>
            <a:ext cx="3236706" cy="3236706"/>
          </a:xfrm>
          <a:prstGeom prst="roundRect">
            <a:avLst>
              <a:gd name="adj" fmla="val 3876"/>
            </a:avLst>
          </a:prstGeom>
          <a:ln>
            <a:solidFill>
              <a:schemeClr val="accent1"/>
            </a:solidFill>
          </a:ln>
          <a:effectLst/>
        </p:spPr>
      </p:pic>
      <p:sp>
        <p:nvSpPr>
          <p:cNvPr id="4" name="Content Placeholder 3">
            <a:extLst>
              <a:ext uri="{FF2B5EF4-FFF2-40B4-BE49-F238E27FC236}">
                <a16:creationId xmlns:a16="http://schemas.microsoft.com/office/drawing/2014/main" id="{A948D7C7-FD3C-BF3B-FA31-7954FC437C36}"/>
              </a:ext>
            </a:extLst>
          </p:cNvPr>
          <p:cNvSpPr>
            <a:spLocks noGrp="1"/>
          </p:cNvSpPr>
          <p:nvPr>
            <p:ph sz="half" idx="1"/>
          </p:nvPr>
        </p:nvSpPr>
        <p:spPr>
          <a:xfrm>
            <a:off x="4405192" y="810001"/>
            <a:ext cx="6968094" cy="3580281"/>
          </a:xfrm>
          <a:effectLst/>
        </p:spPr>
        <p:txBody>
          <a:bodyPr vert="horz" lIns="91440" tIns="45720" rIns="91440" bIns="45720" rtlCol="0" anchor="ctr">
            <a:normAutofit/>
          </a:bodyPr>
          <a:lstStyle/>
          <a:p>
            <a:r>
              <a:rPr lang="en-US" dirty="0"/>
              <a:t>There are 2 primary Classifications for AI</a:t>
            </a:r>
          </a:p>
          <a:p>
            <a:pPr lvl="1"/>
            <a:r>
              <a:rPr lang="en-US" dirty="0"/>
              <a:t>Based on Capabilities</a:t>
            </a:r>
          </a:p>
          <a:p>
            <a:pPr lvl="2"/>
            <a:r>
              <a:rPr lang="en-US" dirty="0"/>
              <a:t>Narrow AI</a:t>
            </a:r>
          </a:p>
          <a:p>
            <a:pPr lvl="2"/>
            <a:r>
              <a:rPr lang="en-US" dirty="0"/>
              <a:t>General AI</a:t>
            </a:r>
          </a:p>
          <a:p>
            <a:pPr lvl="2"/>
            <a:r>
              <a:rPr lang="en-US" dirty="0"/>
              <a:t>Super AI</a:t>
            </a:r>
          </a:p>
          <a:p>
            <a:pPr lvl="1"/>
            <a:r>
              <a:rPr lang="en-US" dirty="0"/>
              <a:t>Based on Functionalities</a:t>
            </a:r>
          </a:p>
          <a:p>
            <a:pPr lvl="2"/>
            <a:r>
              <a:rPr lang="en-US" dirty="0"/>
              <a:t>Reactive Machines</a:t>
            </a:r>
          </a:p>
          <a:p>
            <a:pPr lvl="2"/>
            <a:r>
              <a:rPr lang="en-US" dirty="0"/>
              <a:t>Limited Memory</a:t>
            </a:r>
          </a:p>
          <a:p>
            <a:pPr lvl="2"/>
            <a:r>
              <a:rPr lang="en-US" dirty="0"/>
              <a:t>Theory of Mind</a:t>
            </a:r>
          </a:p>
          <a:p>
            <a:pPr lvl="2"/>
            <a:r>
              <a:rPr lang="en-US" dirty="0"/>
              <a:t>Self Aware</a:t>
            </a:r>
          </a:p>
        </p:txBody>
      </p:sp>
      <p:sp>
        <p:nvSpPr>
          <p:cNvPr id="23" name="Title 3">
            <a:extLst>
              <a:ext uri="{FF2B5EF4-FFF2-40B4-BE49-F238E27FC236}">
                <a16:creationId xmlns:a16="http://schemas.microsoft.com/office/drawing/2014/main" id="{EDA40B90-E281-4108-8CC2-959D5F95070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000" y="5154307"/>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dirty="0">
              <a:solidFill>
                <a:srgbClr val="FFFFFF"/>
              </a:solidFill>
            </a:endParaRPr>
          </a:p>
        </p:txBody>
      </p:sp>
    </p:spTree>
    <p:extLst>
      <p:ext uri="{BB962C8B-B14F-4D97-AF65-F5344CB8AC3E}">
        <p14:creationId xmlns:p14="http://schemas.microsoft.com/office/powerpoint/2010/main" val="2987555940"/>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8775F366-526C-4C42-8931-696FFE8AA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6="http://schemas.microsoft.com/office/drawing/2014/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0" name="Rectangle 9">
            <a:extLst>
              <a:ext uri="{FF2B5EF4-FFF2-40B4-BE49-F238E27FC236}">
                <a16:creationId xmlns:a16="http://schemas.microsoft.com/office/drawing/2014/main" id="{2FE8DED1-24FF-4A79-873B-ECE3ABE73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AA6A048-501A-4387-906B-B8A8543E7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7093" y="643467"/>
            <a:ext cx="10917814" cy="5571066"/>
          </a:xfrm>
          <a:custGeom>
            <a:avLst/>
            <a:gdLst>
              <a:gd name="connsiteX0" fmla="*/ 195712 w 10917814"/>
              <a:gd name="connsiteY0" fmla="*/ 0 h 5571066"/>
              <a:gd name="connsiteX1" fmla="*/ 5062165 w 10917814"/>
              <a:gd name="connsiteY1" fmla="*/ 0 h 5571066"/>
              <a:gd name="connsiteX2" fmla="*/ 5419638 w 10917814"/>
              <a:gd name="connsiteY2" fmla="*/ 268105 h 5571066"/>
              <a:gd name="connsiteX3" fmla="*/ 5428105 w 10917814"/>
              <a:gd name="connsiteY3" fmla="*/ 271280 h 5571066"/>
              <a:gd name="connsiteX4" fmla="*/ 5440804 w 10917814"/>
              <a:gd name="connsiteY4" fmla="*/ 276043 h 5571066"/>
              <a:gd name="connsiteX5" fmla="*/ 5453505 w 10917814"/>
              <a:gd name="connsiteY5" fmla="*/ 280805 h 5571066"/>
              <a:gd name="connsiteX6" fmla="*/ 5464088 w 10917814"/>
              <a:gd name="connsiteY6" fmla="*/ 280805 h 5571066"/>
              <a:gd name="connsiteX7" fmla="*/ 5476788 w 10917814"/>
              <a:gd name="connsiteY7" fmla="*/ 280805 h 5571066"/>
              <a:gd name="connsiteX8" fmla="*/ 5487371 w 10917814"/>
              <a:gd name="connsiteY8" fmla="*/ 276043 h 5571066"/>
              <a:gd name="connsiteX9" fmla="*/ 5500071 w 10917814"/>
              <a:gd name="connsiteY9" fmla="*/ 271280 h 5571066"/>
              <a:gd name="connsiteX10" fmla="*/ 5508538 w 10917814"/>
              <a:gd name="connsiteY10" fmla="*/ 268105 h 5571066"/>
              <a:gd name="connsiteX11" fmla="*/ 5866011 w 10917814"/>
              <a:gd name="connsiteY11" fmla="*/ 0 h 5571066"/>
              <a:gd name="connsiteX12" fmla="*/ 10722102 w 10917814"/>
              <a:gd name="connsiteY12" fmla="*/ 0 h 5571066"/>
              <a:gd name="connsiteX13" fmla="*/ 10917814 w 10917814"/>
              <a:gd name="connsiteY13" fmla="*/ 195712 h 5571066"/>
              <a:gd name="connsiteX14" fmla="*/ 10917814 w 10917814"/>
              <a:gd name="connsiteY14" fmla="*/ 5375354 h 5571066"/>
              <a:gd name="connsiteX15" fmla="*/ 10722102 w 10917814"/>
              <a:gd name="connsiteY15" fmla="*/ 5571066 h 5571066"/>
              <a:gd name="connsiteX16" fmla="*/ 195712 w 10917814"/>
              <a:gd name="connsiteY16" fmla="*/ 5571066 h 5571066"/>
              <a:gd name="connsiteX17" fmla="*/ 0 w 10917814"/>
              <a:gd name="connsiteY17" fmla="*/ 5375354 h 5571066"/>
              <a:gd name="connsiteX18" fmla="*/ 0 w 10917814"/>
              <a:gd name="connsiteY18" fmla="*/ 195712 h 5571066"/>
              <a:gd name="connsiteX19" fmla="*/ 195712 w 10917814"/>
              <a:gd name="connsiteY19" fmla="*/ 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917814" h="5571066">
                <a:moveTo>
                  <a:pt x="195712" y="0"/>
                </a:moveTo>
                <a:lnTo>
                  <a:pt x="5062165" y="0"/>
                </a:lnTo>
                <a:lnTo>
                  <a:pt x="5419638" y="268105"/>
                </a:lnTo>
                <a:lnTo>
                  <a:pt x="5428105" y="271280"/>
                </a:lnTo>
                <a:lnTo>
                  <a:pt x="5440804" y="276043"/>
                </a:lnTo>
                <a:lnTo>
                  <a:pt x="5453505" y="280805"/>
                </a:lnTo>
                <a:lnTo>
                  <a:pt x="5464088" y="280805"/>
                </a:lnTo>
                <a:lnTo>
                  <a:pt x="5476788" y="280805"/>
                </a:lnTo>
                <a:lnTo>
                  <a:pt x="5487371" y="276043"/>
                </a:lnTo>
                <a:lnTo>
                  <a:pt x="5500071" y="271280"/>
                </a:lnTo>
                <a:lnTo>
                  <a:pt x="5508538" y="268105"/>
                </a:lnTo>
                <a:lnTo>
                  <a:pt x="5866011" y="0"/>
                </a:lnTo>
                <a:lnTo>
                  <a:pt x="10722102" y="0"/>
                </a:lnTo>
                <a:cubicBezTo>
                  <a:pt x="10830191" y="0"/>
                  <a:pt x="10917814" y="87623"/>
                  <a:pt x="10917814" y="195712"/>
                </a:cubicBezTo>
                <a:lnTo>
                  <a:pt x="10917814" y="5375354"/>
                </a:lnTo>
                <a:cubicBezTo>
                  <a:pt x="10917814" y="5483443"/>
                  <a:pt x="10830191" y="5571066"/>
                  <a:pt x="10722102" y="5571066"/>
                </a:cubicBezTo>
                <a:lnTo>
                  <a:pt x="195712" y="5571066"/>
                </a:lnTo>
                <a:cubicBezTo>
                  <a:pt x="87623" y="5571066"/>
                  <a:pt x="0" y="5483443"/>
                  <a:pt x="0" y="5375354"/>
                </a:cubicBezTo>
                <a:lnTo>
                  <a:pt x="0" y="195712"/>
                </a:lnTo>
                <a:cubicBezTo>
                  <a:pt x="0" y="87623"/>
                  <a:pt x="87623" y="0"/>
                  <a:pt x="195712" y="0"/>
                </a:cubicBezTo>
                <a:close/>
              </a:path>
            </a:pathLst>
          </a:cu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5669957-503B-C744-EB0C-233942427CEC}"/>
              </a:ext>
            </a:extLst>
          </p:cNvPr>
          <p:cNvSpPr>
            <a:spLocks noGrp="1"/>
          </p:cNvSpPr>
          <p:nvPr>
            <p:ph type="title"/>
          </p:nvPr>
        </p:nvSpPr>
        <p:spPr>
          <a:xfrm>
            <a:off x="1280559" y="1286935"/>
            <a:ext cx="9638153" cy="2668377"/>
          </a:xfrm>
          <a:effectLst/>
        </p:spPr>
        <p:txBody>
          <a:bodyPr vert="horz" lIns="91440" tIns="45720" rIns="91440" bIns="45720" rtlCol="0" anchor="b">
            <a:normAutofit/>
          </a:bodyPr>
          <a:lstStyle/>
          <a:p>
            <a:pPr algn="ctr"/>
            <a:r>
              <a:rPr lang="en-US" sz="5400">
                <a:solidFill>
                  <a:schemeClr val="tx1"/>
                </a:solidFill>
              </a:rPr>
              <a:t>Based on Capabilities</a:t>
            </a:r>
          </a:p>
        </p:txBody>
      </p:sp>
    </p:spTree>
    <p:extLst>
      <p:ext uri="{BB962C8B-B14F-4D97-AF65-F5344CB8AC3E}">
        <p14:creationId xmlns:p14="http://schemas.microsoft.com/office/powerpoint/2010/main" val="891678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CDAE8-9E4A-52C4-18F2-2E646B036A38}"/>
              </a:ext>
            </a:extLst>
          </p:cNvPr>
          <p:cNvSpPr>
            <a:spLocks noGrp="1"/>
          </p:cNvSpPr>
          <p:nvPr>
            <p:ph type="title"/>
          </p:nvPr>
        </p:nvSpPr>
        <p:spPr>
          <a:xfrm>
            <a:off x="810000" y="447188"/>
            <a:ext cx="5359921" cy="970450"/>
          </a:xfrm>
        </p:spPr>
        <p:txBody>
          <a:bodyPr>
            <a:normAutofit/>
          </a:bodyPr>
          <a:lstStyle/>
          <a:p>
            <a:r>
              <a:rPr lang="en-US"/>
              <a:t>Narrow AI (Weak AI)</a:t>
            </a:r>
          </a:p>
        </p:txBody>
      </p:sp>
      <p:sp>
        <p:nvSpPr>
          <p:cNvPr id="3" name="Content Placeholder 2">
            <a:extLst>
              <a:ext uri="{FF2B5EF4-FFF2-40B4-BE49-F238E27FC236}">
                <a16:creationId xmlns:a16="http://schemas.microsoft.com/office/drawing/2014/main" id="{D4B5AFFB-D582-D42A-7132-1D7ABB60281C}"/>
              </a:ext>
            </a:extLst>
          </p:cNvPr>
          <p:cNvSpPr>
            <a:spLocks noGrp="1"/>
          </p:cNvSpPr>
          <p:nvPr>
            <p:ph idx="1"/>
          </p:nvPr>
        </p:nvSpPr>
        <p:spPr>
          <a:xfrm>
            <a:off x="818712" y="2222287"/>
            <a:ext cx="5351209" cy="3636511"/>
          </a:xfrm>
        </p:spPr>
        <p:txBody>
          <a:bodyPr>
            <a:normAutofit/>
          </a:bodyPr>
          <a:lstStyle/>
          <a:p>
            <a:r>
              <a:rPr lang="en-US" dirty="0"/>
              <a:t>Hollywood Examples</a:t>
            </a:r>
          </a:p>
          <a:p>
            <a:pPr lvl="1"/>
            <a:r>
              <a:rPr lang="en-US" dirty="0"/>
              <a:t>WOPR from Wargames</a:t>
            </a:r>
          </a:p>
          <a:p>
            <a:pPr lvl="1"/>
            <a:r>
              <a:rPr lang="en-US" dirty="0"/>
              <a:t>J.A.R.V.I.S. from Iron Man (Tony Stark’s personal assistant)</a:t>
            </a:r>
          </a:p>
          <a:p>
            <a:r>
              <a:rPr lang="en-US" dirty="0"/>
              <a:t>Real world Examples</a:t>
            </a:r>
          </a:p>
          <a:p>
            <a:pPr lvl="1"/>
            <a:r>
              <a:rPr lang="en-US" dirty="0"/>
              <a:t>Virtual Personal Assistants</a:t>
            </a:r>
          </a:p>
          <a:p>
            <a:pPr lvl="2"/>
            <a:r>
              <a:rPr lang="en-US" dirty="0"/>
              <a:t>Siri, Alexa, Google Assistant</a:t>
            </a:r>
          </a:p>
          <a:p>
            <a:pPr lvl="1"/>
            <a:r>
              <a:rPr lang="en-US" dirty="0"/>
              <a:t>Recommendation Systems</a:t>
            </a:r>
          </a:p>
          <a:p>
            <a:pPr lvl="2"/>
            <a:r>
              <a:rPr lang="en-US" dirty="0"/>
              <a:t>Netflix, Spotify, Amazon</a:t>
            </a:r>
          </a:p>
          <a:p>
            <a:pPr lvl="1"/>
            <a:r>
              <a:rPr lang="en-US" dirty="0"/>
              <a:t>Autonomous Vehicles (Self-driving cars)</a:t>
            </a:r>
          </a:p>
        </p:txBody>
      </p:sp>
      <p:sp>
        <p:nvSpPr>
          <p:cNvPr id="29" name="Rectangle 28">
            <a:extLst>
              <a:ext uri="{FF2B5EF4-FFF2-40B4-BE49-F238E27FC236}">
                <a16:creationId xmlns:a16="http://schemas.microsoft.com/office/drawing/2014/main" id="{1C524A27-B6C0-41EA-ABCB-AA2E61FC0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75898" y="0"/>
            <a:ext cx="571305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 Rectangle 17">
            <a:extLst>
              <a:ext uri="{FF2B5EF4-FFF2-40B4-BE49-F238E27FC236}">
                <a16:creationId xmlns:a16="http://schemas.microsoft.com/office/drawing/2014/main" id="{F3FCE8DC-E7A6-4A8F-BB57-A87EC4B84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8932" y="958640"/>
            <a:ext cx="4419604"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ic of a digital device&#10;&#10;Description automatically generated with low confidence">
            <a:extLst>
              <a:ext uri="{FF2B5EF4-FFF2-40B4-BE49-F238E27FC236}">
                <a16:creationId xmlns:a16="http://schemas.microsoft.com/office/drawing/2014/main" id="{2749E64F-4956-B91E-BA8E-B8D9AD87AA8C}"/>
              </a:ext>
            </a:extLst>
          </p:cNvPr>
          <p:cNvPicPr>
            <a:picLocks noChangeAspect="1"/>
          </p:cNvPicPr>
          <p:nvPr/>
        </p:nvPicPr>
        <p:blipFill rotWithShape="1">
          <a:blip r:embed="rId3"/>
          <a:srcRect l="6350" r="5158" b="5"/>
          <a:stretch/>
        </p:blipFill>
        <p:spPr>
          <a:xfrm>
            <a:off x="7410517" y="1258529"/>
            <a:ext cx="3832042" cy="4330205"/>
          </a:xfrm>
          <a:prstGeom prst="rect">
            <a:avLst/>
          </a:prstGeom>
        </p:spPr>
      </p:pic>
    </p:spTree>
    <p:extLst>
      <p:ext uri="{BB962C8B-B14F-4D97-AF65-F5344CB8AC3E}">
        <p14:creationId xmlns:p14="http://schemas.microsoft.com/office/powerpoint/2010/main" val="2763339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CDAE8-9E4A-52C4-18F2-2E646B036A38}"/>
              </a:ext>
            </a:extLst>
          </p:cNvPr>
          <p:cNvSpPr>
            <a:spLocks noGrp="1"/>
          </p:cNvSpPr>
          <p:nvPr>
            <p:ph type="title"/>
          </p:nvPr>
        </p:nvSpPr>
        <p:spPr>
          <a:xfrm>
            <a:off x="810000" y="447188"/>
            <a:ext cx="5359921" cy="970450"/>
          </a:xfrm>
        </p:spPr>
        <p:txBody>
          <a:bodyPr>
            <a:normAutofit/>
          </a:bodyPr>
          <a:lstStyle/>
          <a:p>
            <a:r>
              <a:rPr lang="en-US"/>
              <a:t>General AI (AGI)</a:t>
            </a:r>
            <a:endParaRPr lang="en-US" dirty="0"/>
          </a:p>
        </p:txBody>
      </p:sp>
      <p:sp>
        <p:nvSpPr>
          <p:cNvPr id="3" name="Content Placeholder 2">
            <a:extLst>
              <a:ext uri="{FF2B5EF4-FFF2-40B4-BE49-F238E27FC236}">
                <a16:creationId xmlns:a16="http://schemas.microsoft.com/office/drawing/2014/main" id="{D4B5AFFB-D582-D42A-7132-1D7ABB60281C}"/>
              </a:ext>
            </a:extLst>
          </p:cNvPr>
          <p:cNvSpPr>
            <a:spLocks noGrp="1"/>
          </p:cNvSpPr>
          <p:nvPr>
            <p:ph idx="1"/>
          </p:nvPr>
        </p:nvSpPr>
        <p:spPr>
          <a:xfrm>
            <a:off x="818712" y="2222287"/>
            <a:ext cx="5351209" cy="3636511"/>
          </a:xfrm>
        </p:spPr>
        <p:txBody>
          <a:bodyPr>
            <a:normAutofit/>
          </a:bodyPr>
          <a:lstStyle/>
          <a:p>
            <a:r>
              <a:rPr lang="en-US" dirty="0"/>
              <a:t>Hollywood Examples</a:t>
            </a:r>
          </a:p>
          <a:p>
            <a:pPr lvl="1"/>
            <a:r>
              <a:rPr lang="en-US" dirty="0" err="1"/>
              <a:t>V’Ger</a:t>
            </a:r>
            <a:r>
              <a:rPr lang="en-US" dirty="0"/>
              <a:t> from Star Trek: The Motion Picture</a:t>
            </a:r>
          </a:p>
          <a:p>
            <a:pPr lvl="1"/>
            <a:r>
              <a:rPr lang="en-US" dirty="0"/>
              <a:t>HAL from 2001: A Space Odyssey</a:t>
            </a:r>
          </a:p>
          <a:p>
            <a:r>
              <a:rPr lang="en-US" dirty="0"/>
              <a:t>Real world Examples</a:t>
            </a:r>
          </a:p>
          <a:p>
            <a:pPr lvl="1"/>
            <a:r>
              <a:rPr lang="en-US" dirty="0"/>
              <a:t>Current Status: Not Yet Realized</a:t>
            </a:r>
          </a:p>
          <a:p>
            <a:r>
              <a:rPr lang="en-US" dirty="0"/>
              <a:t>Research and Science Fiction Depictions</a:t>
            </a:r>
          </a:p>
        </p:txBody>
      </p:sp>
      <p:sp>
        <p:nvSpPr>
          <p:cNvPr id="16" name="Rectangle 15">
            <a:extLst>
              <a:ext uri="{FF2B5EF4-FFF2-40B4-BE49-F238E27FC236}">
                <a16:creationId xmlns:a16="http://schemas.microsoft.com/office/drawing/2014/main" id="{1C524A27-B6C0-41EA-ABCB-AA2E61FC0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75898" y="0"/>
            <a:ext cx="571305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F3FCE8DC-E7A6-4A8F-BB57-A87EC4B84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8932" y="958640"/>
            <a:ext cx="4419604"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room with a robot standing in front of a large circular object&#10;&#10;Description automatically generated">
            <a:extLst>
              <a:ext uri="{FF2B5EF4-FFF2-40B4-BE49-F238E27FC236}">
                <a16:creationId xmlns:a16="http://schemas.microsoft.com/office/drawing/2014/main" id="{769CA05F-86E8-14BF-97EC-EBE251EEBD66}"/>
              </a:ext>
            </a:extLst>
          </p:cNvPr>
          <p:cNvPicPr>
            <a:picLocks noChangeAspect="1"/>
          </p:cNvPicPr>
          <p:nvPr/>
        </p:nvPicPr>
        <p:blipFill rotWithShape="1">
          <a:blip r:embed="rId3"/>
          <a:srcRect l="10766" r="743" b="5"/>
          <a:stretch/>
        </p:blipFill>
        <p:spPr>
          <a:xfrm>
            <a:off x="7410517" y="1258529"/>
            <a:ext cx="3832042" cy="4330205"/>
          </a:xfrm>
          <a:prstGeom prst="rect">
            <a:avLst/>
          </a:prstGeom>
        </p:spPr>
      </p:pic>
    </p:spTree>
    <p:extLst>
      <p:ext uri="{BB962C8B-B14F-4D97-AF65-F5344CB8AC3E}">
        <p14:creationId xmlns:p14="http://schemas.microsoft.com/office/powerpoint/2010/main" val="15367641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CDAE8-9E4A-52C4-18F2-2E646B036A38}"/>
              </a:ext>
            </a:extLst>
          </p:cNvPr>
          <p:cNvSpPr>
            <a:spLocks noGrp="1"/>
          </p:cNvSpPr>
          <p:nvPr>
            <p:ph type="title"/>
          </p:nvPr>
        </p:nvSpPr>
        <p:spPr>
          <a:xfrm>
            <a:off x="810000" y="447188"/>
            <a:ext cx="5359921" cy="970450"/>
          </a:xfrm>
        </p:spPr>
        <p:txBody>
          <a:bodyPr>
            <a:normAutofit/>
          </a:bodyPr>
          <a:lstStyle/>
          <a:p>
            <a:r>
              <a:rPr lang="en-US"/>
              <a:t>Super AI</a:t>
            </a:r>
          </a:p>
        </p:txBody>
      </p:sp>
      <p:sp>
        <p:nvSpPr>
          <p:cNvPr id="3" name="Content Placeholder 2">
            <a:extLst>
              <a:ext uri="{FF2B5EF4-FFF2-40B4-BE49-F238E27FC236}">
                <a16:creationId xmlns:a16="http://schemas.microsoft.com/office/drawing/2014/main" id="{D4B5AFFB-D582-D42A-7132-1D7ABB60281C}"/>
              </a:ext>
            </a:extLst>
          </p:cNvPr>
          <p:cNvSpPr>
            <a:spLocks noGrp="1"/>
          </p:cNvSpPr>
          <p:nvPr>
            <p:ph idx="1"/>
          </p:nvPr>
        </p:nvSpPr>
        <p:spPr>
          <a:xfrm>
            <a:off x="818712" y="2222287"/>
            <a:ext cx="5351209" cy="3636511"/>
          </a:xfrm>
        </p:spPr>
        <p:txBody>
          <a:bodyPr>
            <a:normAutofit/>
          </a:bodyPr>
          <a:lstStyle/>
          <a:p>
            <a:r>
              <a:rPr lang="en-US" dirty="0"/>
              <a:t>Hollywood Examples</a:t>
            </a:r>
          </a:p>
          <a:p>
            <a:pPr lvl="1"/>
            <a:r>
              <a:rPr lang="en-US" dirty="0"/>
              <a:t>Skynet from Terminator</a:t>
            </a:r>
          </a:p>
          <a:p>
            <a:pPr lvl="1"/>
            <a:r>
              <a:rPr lang="en-US" dirty="0"/>
              <a:t>Ultron from Avengers</a:t>
            </a:r>
          </a:p>
          <a:p>
            <a:r>
              <a:rPr lang="en-US" dirty="0"/>
              <a:t>Real world Examples</a:t>
            </a:r>
          </a:p>
          <a:p>
            <a:pPr lvl="1"/>
            <a:r>
              <a:rPr lang="en-US" dirty="0"/>
              <a:t>Beyond Human Capabilities</a:t>
            </a:r>
          </a:p>
          <a:p>
            <a:r>
              <a:rPr lang="en-US" dirty="0"/>
              <a:t>Ethical and Societal Discussions</a:t>
            </a:r>
          </a:p>
        </p:txBody>
      </p:sp>
      <p:sp>
        <p:nvSpPr>
          <p:cNvPr id="29" name="Rectangle 28">
            <a:extLst>
              <a:ext uri="{FF2B5EF4-FFF2-40B4-BE49-F238E27FC236}">
                <a16:creationId xmlns:a16="http://schemas.microsoft.com/office/drawing/2014/main" id="{1C524A27-B6C0-41EA-ABCB-AA2E61FC0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75898" y="0"/>
            <a:ext cx="571305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 Rectangle 17">
            <a:extLst>
              <a:ext uri="{FF2B5EF4-FFF2-40B4-BE49-F238E27FC236}">
                <a16:creationId xmlns:a16="http://schemas.microsoft.com/office/drawing/2014/main" id="{F3FCE8DC-E7A6-4A8F-BB57-A87EC4B84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8932" y="958640"/>
            <a:ext cx="4419604"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749E64F-4956-B91E-BA8E-B8D9AD87AA8C}"/>
              </a:ext>
            </a:extLst>
          </p:cNvPr>
          <p:cNvPicPr>
            <a:picLocks noChangeAspect="1"/>
          </p:cNvPicPr>
          <p:nvPr/>
        </p:nvPicPr>
        <p:blipFill>
          <a:blip r:embed="rId3"/>
          <a:srcRect l="5752" r="5752"/>
          <a:stretch/>
        </p:blipFill>
        <p:spPr>
          <a:xfrm>
            <a:off x="7410517" y="1258529"/>
            <a:ext cx="3832042" cy="4330205"/>
          </a:xfrm>
          <a:prstGeom prst="rect">
            <a:avLst/>
          </a:prstGeom>
        </p:spPr>
      </p:pic>
    </p:spTree>
    <p:extLst>
      <p:ext uri="{BB962C8B-B14F-4D97-AF65-F5344CB8AC3E}">
        <p14:creationId xmlns:p14="http://schemas.microsoft.com/office/powerpoint/2010/main" val="15779227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8775F366-526C-4C42-8931-696FFE8AA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0" name="Rectangle 9">
            <a:extLst>
              <a:ext uri="{FF2B5EF4-FFF2-40B4-BE49-F238E27FC236}">
                <a16:creationId xmlns:a16="http://schemas.microsoft.com/office/drawing/2014/main" id="{2FE8DED1-24FF-4A79-873B-ECE3ABE73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AA6A048-501A-4387-906B-B8A8543E7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7093" y="643467"/>
            <a:ext cx="10917814" cy="5571066"/>
          </a:xfrm>
          <a:custGeom>
            <a:avLst/>
            <a:gdLst>
              <a:gd name="connsiteX0" fmla="*/ 195712 w 10917814"/>
              <a:gd name="connsiteY0" fmla="*/ 0 h 5571066"/>
              <a:gd name="connsiteX1" fmla="*/ 5062165 w 10917814"/>
              <a:gd name="connsiteY1" fmla="*/ 0 h 5571066"/>
              <a:gd name="connsiteX2" fmla="*/ 5419638 w 10917814"/>
              <a:gd name="connsiteY2" fmla="*/ 268105 h 5571066"/>
              <a:gd name="connsiteX3" fmla="*/ 5428105 w 10917814"/>
              <a:gd name="connsiteY3" fmla="*/ 271280 h 5571066"/>
              <a:gd name="connsiteX4" fmla="*/ 5440804 w 10917814"/>
              <a:gd name="connsiteY4" fmla="*/ 276043 h 5571066"/>
              <a:gd name="connsiteX5" fmla="*/ 5453505 w 10917814"/>
              <a:gd name="connsiteY5" fmla="*/ 280805 h 5571066"/>
              <a:gd name="connsiteX6" fmla="*/ 5464088 w 10917814"/>
              <a:gd name="connsiteY6" fmla="*/ 280805 h 5571066"/>
              <a:gd name="connsiteX7" fmla="*/ 5476788 w 10917814"/>
              <a:gd name="connsiteY7" fmla="*/ 280805 h 5571066"/>
              <a:gd name="connsiteX8" fmla="*/ 5487371 w 10917814"/>
              <a:gd name="connsiteY8" fmla="*/ 276043 h 5571066"/>
              <a:gd name="connsiteX9" fmla="*/ 5500071 w 10917814"/>
              <a:gd name="connsiteY9" fmla="*/ 271280 h 5571066"/>
              <a:gd name="connsiteX10" fmla="*/ 5508538 w 10917814"/>
              <a:gd name="connsiteY10" fmla="*/ 268105 h 5571066"/>
              <a:gd name="connsiteX11" fmla="*/ 5866011 w 10917814"/>
              <a:gd name="connsiteY11" fmla="*/ 0 h 5571066"/>
              <a:gd name="connsiteX12" fmla="*/ 10722102 w 10917814"/>
              <a:gd name="connsiteY12" fmla="*/ 0 h 5571066"/>
              <a:gd name="connsiteX13" fmla="*/ 10917814 w 10917814"/>
              <a:gd name="connsiteY13" fmla="*/ 195712 h 5571066"/>
              <a:gd name="connsiteX14" fmla="*/ 10917814 w 10917814"/>
              <a:gd name="connsiteY14" fmla="*/ 5375354 h 5571066"/>
              <a:gd name="connsiteX15" fmla="*/ 10722102 w 10917814"/>
              <a:gd name="connsiteY15" fmla="*/ 5571066 h 5571066"/>
              <a:gd name="connsiteX16" fmla="*/ 195712 w 10917814"/>
              <a:gd name="connsiteY16" fmla="*/ 5571066 h 5571066"/>
              <a:gd name="connsiteX17" fmla="*/ 0 w 10917814"/>
              <a:gd name="connsiteY17" fmla="*/ 5375354 h 5571066"/>
              <a:gd name="connsiteX18" fmla="*/ 0 w 10917814"/>
              <a:gd name="connsiteY18" fmla="*/ 195712 h 5571066"/>
              <a:gd name="connsiteX19" fmla="*/ 195712 w 10917814"/>
              <a:gd name="connsiteY19" fmla="*/ 0 h 557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917814" h="5571066">
                <a:moveTo>
                  <a:pt x="195712" y="0"/>
                </a:moveTo>
                <a:lnTo>
                  <a:pt x="5062165" y="0"/>
                </a:lnTo>
                <a:lnTo>
                  <a:pt x="5419638" y="268105"/>
                </a:lnTo>
                <a:lnTo>
                  <a:pt x="5428105" y="271280"/>
                </a:lnTo>
                <a:lnTo>
                  <a:pt x="5440804" y="276043"/>
                </a:lnTo>
                <a:lnTo>
                  <a:pt x="5453505" y="280805"/>
                </a:lnTo>
                <a:lnTo>
                  <a:pt x="5464088" y="280805"/>
                </a:lnTo>
                <a:lnTo>
                  <a:pt x="5476788" y="280805"/>
                </a:lnTo>
                <a:lnTo>
                  <a:pt x="5487371" y="276043"/>
                </a:lnTo>
                <a:lnTo>
                  <a:pt x="5500071" y="271280"/>
                </a:lnTo>
                <a:lnTo>
                  <a:pt x="5508538" y="268105"/>
                </a:lnTo>
                <a:lnTo>
                  <a:pt x="5866011" y="0"/>
                </a:lnTo>
                <a:lnTo>
                  <a:pt x="10722102" y="0"/>
                </a:lnTo>
                <a:cubicBezTo>
                  <a:pt x="10830191" y="0"/>
                  <a:pt x="10917814" y="87623"/>
                  <a:pt x="10917814" y="195712"/>
                </a:cubicBezTo>
                <a:lnTo>
                  <a:pt x="10917814" y="5375354"/>
                </a:lnTo>
                <a:cubicBezTo>
                  <a:pt x="10917814" y="5483443"/>
                  <a:pt x="10830191" y="5571066"/>
                  <a:pt x="10722102" y="5571066"/>
                </a:cubicBezTo>
                <a:lnTo>
                  <a:pt x="195712" y="5571066"/>
                </a:lnTo>
                <a:cubicBezTo>
                  <a:pt x="87623" y="5571066"/>
                  <a:pt x="0" y="5483443"/>
                  <a:pt x="0" y="5375354"/>
                </a:cubicBezTo>
                <a:lnTo>
                  <a:pt x="0" y="195712"/>
                </a:lnTo>
                <a:cubicBezTo>
                  <a:pt x="0" y="87623"/>
                  <a:pt x="87623" y="0"/>
                  <a:pt x="195712" y="0"/>
                </a:cubicBezTo>
                <a:close/>
              </a:path>
            </a:pathLst>
          </a:cu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5669957-503B-C744-EB0C-233942427CEC}"/>
              </a:ext>
            </a:extLst>
          </p:cNvPr>
          <p:cNvSpPr>
            <a:spLocks noGrp="1"/>
          </p:cNvSpPr>
          <p:nvPr>
            <p:ph type="title"/>
          </p:nvPr>
        </p:nvSpPr>
        <p:spPr>
          <a:xfrm>
            <a:off x="1280559" y="1286935"/>
            <a:ext cx="9638153" cy="2668377"/>
          </a:xfrm>
          <a:effectLst/>
        </p:spPr>
        <p:txBody>
          <a:bodyPr vert="horz" lIns="91440" tIns="45720" rIns="91440" bIns="45720" rtlCol="0" anchor="b">
            <a:normAutofit/>
          </a:bodyPr>
          <a:lstStyle/>
          <a:p>
            <a:pPr algn="ctr"/>
            <a:r>
              <a:rPr lang="en-US" sz="5400" dirty="0">
                <a:solidFill>
                  <a:schemeClr val="tx1"/>
                </a:solidFill>
              </a:rPr>
              <a:t>Based on Functionalities</a:t>
            </a:r>
          </a:p>
        </p:txBody>
      </p:sp>
    </p:spTree>
    <p:extLst>
      <p:ext uri="{BB962C8B-B14F-4D97-AF65-F5344CB8AC3E}">
        <p14:creationId xmlns:p14="http://schemas.microsoft.com/office/powerpoint/2010/main" val="3498410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FB30B66-8DBC-CB0A-7855-3FC6AACADCD6}"/>
              </a:ext>
            </a:extLst>
          </p:cNvPr>
          <p:cNvSpPr>
            <a:spLocks noGrp="1"/>
          </p:cNvSpPr>
          <p:nvPr>
            <p:ph type="title"/>
          </p:nvPr>
        </p:nvSpPr>
        <p:spPr>
          <a:xfrm>
            <a:off x="8164749" y="457201"/>
            <a:ext cx="3575737" cy="1332688"/>
          </a:xfrm>
        </p:spPr>
        <p:txBody>
          <a:bodyPr anchor="b">
            <a:normAutofit/>
          </a:bodyPr>
          <a:lstStyle/>
          <a:p>
            <a:pPr algn="ctr"/>
            <a:r>
              <a:rPr lang="en-US" sz="3200">
                <a:solidFill>
                  <a:srgbClr val="FFFFFF"/>
                </a:solidFill>
              </a:rPr>
              <a:t>Reactive Machines</a:t>
            </a:r>
          </a:p>
        </p:txBody>
      </p:sp>
      <p:pic>
        <p:nvPicPr>
          <p:cNvPr id="5" name="Picture 4" descr="A digital art of a computer game&#10;&#10;Description automatically generated with medium confidence">
            <a:extLst>
              <a:ext uri="{FF2B5EF4-FFF2-40B4-BE49-F238E27FC236}">
                <a16:creationId xmlns:a16="http://schemas.microsoft.com/office/drawing/2014/main" id="{BC72AF35-D688-DA80-D19B-FF399BF30F4C}"/>
              </a:ext>
            </a:extLst>
          </p:cNvPr>
          <p:cNvPicPr>
            <a:picLocks noChangeAspect="1"/>
          </p:cNvPicPr>
          <p:nvPr/>
        </p:nvPicPr>
        <p:blipFill>
          <a:blip r:embed="rId3"/>
          <a:stretch>
            <a:fillRect/>
          </a:stretch>
        </p:blipFill>
        <p:spPr>
          <a:xfrm>
            <a:off x="978308" y="457201"/>
            <a:ext cx="5584161" cy="5584161"/>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08C37024-79E1-11FA-719A-F0CF1CC6AF48}"/>
              </a:ext>
            </a:extLst>
          </p:cNvPr>
          <p:cNvSpPr>
            <a:spLocks noGrp="1"/>
          </p:cNvSpPr>
          <p:nvPr>
            <p:ph idx="1"/>
          </p:nvPr>
        </p:nvSpPr>
        <p:spPr>
          <a:xfrm>
            <a:off x="8164749" y="2024743"/>
            <a:ext cx="3575737" cy="4016619"/>
          </a:xfrm>
        </p:spPr>
        <p:txBody>
          <a:bodyPr>
            <a:normAutofit/>
          </a:bodyPr>
          <a:lstStyle/>
          <a:p>
            <a:pPr>
              <a:lnSpc>
                <a:spcPct val="90000"/>
              </a:lnSpc>
            </a:pPr>
            <a:r>
              <a:rPr lang="en-US" sz="1600" dirty="0">
                <a:solidFill>
                  <a:srgbClr val="FFFFFF"/>
                </a:solidFill>
              </a:rPr>
              <a:t>Examples: </a:t>
            </a:r>
          </a:p>
          <a:p>
            <a:pPr lvl="1">
              <a:lnSpc>
                <a:spcPct val="90000"/>
              </a:lnSpc>
            </a:pPr>
            <a:r>
              <a:rPr lang="en-US" sz="1400" dirty="0">
                <a:solidFill>
                  <a:srgbClr val="FFFFFF"/>
                </a:solidFill>
              </a:rPr>
              <a:t>IBM's Deep Blue</a:t>
            </a:r>
          </a:p>
          <a:p>
            <a:pPr lvl="1">
              <a:lnSpc>
                <a:spcPct val="90000"/>
              </a:lnSpc>
            </a:pPr>
            <a:r>
              <a:rPr lang="en-US" sz="1400" dirty="0">
                <a:solidFill>
                  <a:srgbClr val="FFFFFF"/>
                </a:solidFill>
              </a:rPr>
              <a:t>Google's AlphaGo</a:t>
            </a:r>
          </a:p>
          <a:p>
            <a:pPr lvl="1">
              <a:lnSpc>
                <a:spcPct val="90000"/>
              </a:lnSpc>
            </a:pPr>
            <a:r>
              <a:rPr lang="en-US" sz="1400" dirty="0">
                <a:solidFill>
                  <a:srgbClr val="FFFFFF"/>
                </a:solidFill>
              </a:rPr>
              <a:t>IBM Watson</a:t>
            </a:r>
          </a:p>
          <a:p>
            <a:pPr>
              <a:lnSpc>
                <a:spcPct val="90000"/>
              </a:lnSpc>
            </a:pPr>
            <a:r>
              <a:rPr lang="en-US" sz="1600" dirty="0">
                <a:solidFill>
                  <a:srgbClr val="FFFFFF"/>
                </a:solidFill>
              </a:rPr>
              <a:t>Focus: </a:t>
            </a:r>
          </a:p>
          <a:p>
            <a:pPr lvl="1">
              <a:lnSpc>
                <a:spcPct val="90000"/>
              </a:lnSpc>
            </a:pPr>
            <a:r>
              <a:rPr lang="en-US" sz="1400" dirty="0">
                <a:solidFill>
                  <a:srgbClr val="FFFFFF"/>
                </a:solidFill>
              </a:rPr>
              <a:t>Specific tasks without past data reliance</a:t>
            </a:r>
          </a:p>
          <a:p>
            <a:pPr>
              <a:lnSpc>
                <a:spcPct val="90000"/>
              </a:lnSpc>
            </a:pPr>
            <a:r>
              <a:rPr lang="en-US" sz="1600" dirty="0">
                <a:solidFill>
                  <a:srgbClr val="FFFFFF"/>
                </a:solidFill>
              </a:rPr>
              <a:t>Used in: </a:t>
            </a:r>
          </a:p>
          <a:p>
            <a:pPr lvl="1">
              <a:lnSpc>
                <a:spcPct val="90000"/>
              </a:lnSpc>
            </a:pPr>
            <a:r>
              <a:rPr lang="en-US" sz="1400" dirty="0">
                <a:solidFill>
                  <a:srgbClr val="FFFFFF"/>
                </a:solidFill>
              </a:rPr>
              <a:t>Automated vacuum cleaners</a:t>
            </a:r>
          </a:p>
          <a:p>
            <a:pPr lvl="1">
              <a:lnSpc>
                <a:spcPct val="90000"/>
              </a:lnSpc>
            </a:pPr>
            <a:r>
              <a:rPr lang="en-US" sz="1400" dirty="0">
                <a:solidFill>
                  <a:srgbClr val="FFFFFF"/>
                </a:solidFill>
              </a:rPr>
              <a:t>Industrial robots</a:t>
            </a:r>
          </a:p>
          <a:p>
            <a:pPr lvl="1">
              <a:lnSpc>
                <a:spcPct val="90000"/>
              </a:lnSpc>
            </a:pPr>
            <a:r>
              <a:rPr lang="en-US" sz="1400" dirty="0">
                <a:solidFill>
                  <a:srgbClr val="FFFFFF"/>
                </a:solidFill>
              </a:rPr>
              <a:t>Video game AI</a:t>
            </a:r>
          </a:p>
        </p:txBody>
      </p:sp>
    </p:spTree>
    <p:extLst>
      <p:ext uri="{BB962C8B-B14F-4D97-AF65-F5344CB8AC3E}">
        <p14:creationId xmlns:p14="http://schemas.microsoft.com/office/powerpoint/2010/main" val="232214876"/>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FB30B66-8DBC-CB0A-7855-3FC6AACADCD6}"/>
              </a:ext>
            </a:extLst>
          </p:cNvPr>
          <p:cNvSpPr>
            <a:spLocks noGrp="1"/>
          </p:cNvSpPr>
          <p:nvPr>
            <p:ph type="title"/>
          </p:nvPr>
        </p:nvSpPr>
        <p:spPr>
          <a:xfrm>
            <a:off x="8164749" y="457201"/>
            <a:ext cx="3575737" cy="1332688"/>
          </a:xfrm>
        </p:spPr>
        <p:txBody>
          <a:bodyPr anchor="b">
            <a:normAutofit/>
          </a:bodyPr>
          <a:lstStyle/>
          <a:p>
            <a:pPr algn="ctr"/>
            <a:r>
              <a:rPr lang="en-US" sz="3200" dirty="0">
                <a:solidFill>
                  <a:srgbClr val="FFFFFF"/>
                </a:solidFill>
              </a:rPr>
              <a:t>Limited Memory</a:t>
            </a:r>
          </a:p>
        </p:txBody>
      </p:sp>
      <p:pic>
        <p:nvPicPr>
          <p:cNvPr id="5" name="Picture 4">
            <a:extLst>
              <a:ext uri="{FF2B5EF4-FFF2-40B4-BE49-F238E27FC236}">
                <a16:creationId xmlns:a16="http://schemas.microsoft.com/office/drawing/2014/main" id="{BC72AF35-D688-DA80-D19B-FF399BF30F4C}"/>
              </a:ext>
            </a:extLst>
          </p:cNvPr>
          <p:cNvPicPr>
            <a:picLocks noChangeAspect="1"/>
          </p:cNvPicPr>
          <p:nvPr/>
        </p:nvPicPr>
        <p:blipFill>
          <a:blip r:embed="rId3"/>
          <a:srcRect/>
          <a:stretch/>
        </p:blipFill>
        <p:spPr>
          <a:xfrm>
            <a:off x="978308" y="457201"/>
            <a:ext cx="5584161" cy="5584161"/>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08C37024-79E1-11FA-719A-F0CF1CC6AF48}"/>
              </a:ext>
            </a:extLst>
          </p:cNvPr>
          <p:cNvSpPr>
            <a:spLocks noGrp="1"/>
          </p:cNvSpPr>
          <p:nvPr>
            <p:ph idx="1"/>
          </p:nvPr>
        </p:nvSpPr>
        <p:spPr>
          <a:xfrm>
            <a:off x="8164749" y="2024743"/>
            <a:ext cx="3575737" cy="4016619"/>
          </a:xfrm>
        </p:spPr>
        <p:txBody>
          <a:bodyPr>
            <a:normAutofit/>
          </a:bodyPr>
          <a:lstStyle/>
          <a:p>
            <a:pPr>
              <a:lnSpc>
                <a:spcPct val="90000"/>
              </a:lnSpc>
            </a:pPr>
            <a:r>
              <a:rPr lang="en-US" sz="1600" dirty="0">
                <a:solidFill>
                  <a:srgbClr val="FFFFFF"/>
                </a:solidFill>
              </a:rPr>
              <a:t>Examples: </a:t>
            </a:r>
          </a:p>
          <a:p>
            <a:pPr lvl="1">
              <a:lnSpc>
                <a:spcPct val="90000"/>
              </a:lnSpc>
            </a:pPr>
            <a:r>
              <a:rPr lang="en-US" sz="1400" dirty="0">
                <a:solidFill>
                  <a:srgbClr val="FFFFFF"/>
                </a:solidFill>
              </a:rPr>
              <a:t>Autonomous Vehicles</a:t>
            </a:r>
          </a:p>
          <a:p>
            <a:pPr lvl="1">
              <a:lnSpc>
                <a:spcPct val="90000"/>
              </a:lnSpc>
            </a:pPr>
            <a:r>
              <a:rPr lang="en-US" sz="1400" dirty="0">
                <a:solidFill>
                  <a:srgbClr val="FFFFFF"/>
                </a:solidFill>
              </a:rPr>
              <a:t>Chatbots</a:t>
            </a:r>
          </a:p>
          <a:p>
            <a:pPr lvl="1">
              <a:lnSpc>
                <a:spcPct val="90000"/>
              </a:lnSpc>
            </a:pPr>
            <a:r>
              <a:rPr lang="en-US" sz="1400" dirty="0">
                <a:solidFill>
                  <a:srgbClr val="FFFFFF"/>
                </a:solidFill>
              </a:rPr>
              <a:t>Recommendation Systems</a:t>
            </a:r>
          </a:p>
          <a:p>
            <a:pPr>
              <a:lnSpc>
                <a:spcPct val="90000"/>
              </a:lnSpc>
            </a:pPr>
            <a:r>
              <a:rPr lang="en-US" sz="1600" dirty="0">
                <a:solidFill>
                  <a:srgbClr val="FFFFFF"/>
                </a:solidFill>
              </a:rPr>
              <a:t>Features: </a:t>
            </a:r>
          </a:p>
          <a:p>
            <a:pPr lvl="1">
              <a:lnSpc>
                <a:spcPct val="90000"/>
              </a:lnSpc>
            </a:pPr>
            <a:r>
              <a:rPr lang="en-US" sz="1400" dirty="0">
                <a:solidFill>
                  <a:srgbClr val="FFFFFF"/>
                </a:solidFill>
              </a:rPr>
              <a:t>Short-term data retention for decision making</a:t>
            </a:r>
          </a:p>
          <a:p>
            <a:pPr>
              <a:lnSpc>
                <a:spcPct val="90000"/>
              </a:lnSpc>
            </a:pPr>
            <a:r>
              <a:rPr lang="en-US" sz="1600" dirty="0">
                <a:solidFill>
                  <a:srgbClr val="FFFFFF"/>
                </a:solidFill>
              </a:rPr>
              <a:t>Applications: </a:t>
            </a:r>
          </a:p>
          <a:p>
            <a:pPr lvl="1">
              <a:lnSpc>
                <a:spcPct val="90000"/>
              </a:lnSpc>
            </a:pPr>
            <a:r>
              <a:rPr lang="en-US" sz="1400" dirty="0">
                <a:solidFill>
                  <a:srgbClr val="FFFFFF"/>
                </a:solidFill>
              </a:rPr>
              <a:t>Self-driving cars</a:t>
            </a:r>
          </a:p>
          <a:p>
            <a:pPr lvl="1">
              <a:lnSpc>
                <a:spcPct val="90000"/>
              </a:lnSpc>
            </a:pPr>
            <a:r>
              <a:rPr lang="en-US" sz="1400" dirty="0">
                <a:solidFill>
                  <a:srgbClr val="FFFFFF"/>
                </a:solidFill>
              </a:rPr>
              <a:t>Virtual assistants</a:t>
            </a:r>
            <a:endParaRPr lang="en-US" dirty="0">
              <a:solidFill>
                <a:srgbClr val="FFFFFF"/>
              </a:solidFill>
            </a:endParaRPr>
          </a:p>
        </p:txBody>
      </p:sp>
    </p:spTree>
    <p:extLst>
      <p:ext uri="{BB962C8B-B14F-4D97-AF65-F5344CB8AC3E}">
        <p14:creationId xmlns:p14="http://schemas.microsoft.com/office/powerpoint/2010/main" val="21434542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FB30B66-8DBC-CB0A-7855-3FC6AACADCD6}"/>
              </a:ext>
            </a:extLst>
          </p:cNvPr>
          <p:cNvSpPr>
            <a:spLocks noGrp="1"/>
          </p:cNvSpPr>
          <p:nvPr>
            <p:ph type="title"/>
          </p:nvPr>
        </p:nvSpPr>
        <p:spPr>
          <a:xfrm>
            <a:off x="8164749" y="457201"/>
            <a:ext cx="3575737" cy="1332688"/>
          </a:xfrm>
        </p:spPr>
        <p:txBody>
          <a:bodyPr anchor="b">
            <a:normAutofit/>
          </a:bodyPr>
          <a:lstStyle/>
          <a:p>
            <a:pPr algn="ctr"/>
            <a:r>
              <a:rPr lang="en-US" sz="3200" dirty="0">
                <a:solidFill>
                  <a:srgbClr val="FFFFFF"/>
                </a:solidFill>
              </a:rPr>
              <a:t>Theory of Mind</a:t>
            </a:r>
          </a:p>
        </p:txBody>
      </p:sp>
      <p:pic>
        <p:nvPicPr>
          <p:cNvPr id="5" name="Picture 4">
            <a:extLst>
              <a:ext uri="{FF2B5EF4-FFF2-40B4-BE49-F238E27FC236}">
                <a16:creationId xmlns:a16="http://schemas.microsoft.com/office/drawing/2014/main" id="{BC72AF35-D688-DA80-D19B-FF399BF30F4C}"/>
              </a:ext>
            </a:extLst>
          </p:cNvPr>
          <p:cNvPicPr>
            <a:picLocks noChangeAspect="1"/>
          </p:cNvPicPr>
          <p:nvPr/>
        </p:nvPicPr>
        <p:blipFill>
          <a:blip r:embed="rId3"/>
          <a:srcRect/>
          <a:stretch/>
        </p:blipFill>
        <p:spPr>
          <a:xfrm>
            <a:off x="978308" y="457201"/>
            <a:ext cx="5584161" cy="5584161"/>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08C37024-79E1-11FA-719A-F0CF1CC6AF48}"/>
              </a:ext>
            </a:extLst>
          </p:cNvPr>
          <p:cNvSpPr>
            <a:spLocks noGrp="1"/>
          </p:cNvSpPr>
          <p:nvPr>
            <p:ph idx="1"/>
          </p:nvPr>
        </p:nvSpPr>
        <p:spPr>
          <a:xfrm>
            <a:off x="8164749" y="2024743"/>
            <a:ext cx="3575737" cy="4016619"/>
          </a:xfrm>
        </p:spPr>
        <p:txBody>
          <a:bodyPr>
            <a:normAutofit/>
          </a:bodyPr>
          <a:lstStyle/>
          <a:p>
            <a:pPr>
              <a:lnSpc>
                <a:spcPct val="90000"/>
              </a:lnSpc>
            </a:pPr>
            <a:r>
              <a:rPr lang="en-US" sz="1600" dirty="0">
                <a:solidFill>
                  <a:srgbClr val="FFFFFF"/>
                </a:solidFill>
              </a:rPr>
              <a:t>Examples</a:t>
            </a:r>
          </a:p>
          <a:p>
            <a:pPr lvl="1">
              <a:lnSpc>
                <a:spcPct val="90000"/>
              </a:lnSpc>
            </a:pPr>
            <a:r>
              <a:rPr lang="en-US" sz="1400" dirty="0">
                <a:solidFill>
                  <a:srgbClr val="FFFFFF"/>
                </a:solidFill>
              </a:rPr>
              <a:t>Advanced Chatbots</a:t>
            </a:r>
          </a:p>
          <a:p>
            <a:pPr lvl="1">
              <a:lnSpc>
                <a:spcPct val="90000"/>
              </a:lnSpc>
            </a:pPr>
            <a:r>
              <a:rPr lang="en-US" sz="1400" dirty="0">
                <a:solidFill>
                  <a:srgbClr val="FFFFFF"/>
                </a:solidFill>
              </a:rPr>
              <a:t>Emotion Recognition Systems</a:t>
            </a:r>
          </a:p>
          <a:p>
            <a:pPr lvl="1">
              <a:lnSpc>
                <a:spcPct val="90000"/>
              </a:lnSpc>
            </a:pPr>
            <a:r>
              <a:rPr lang="en-US" sz="1400" dirty="0">
                <a:solidFill>
                  <a:srgbClr val="FFFFFF"/>
                </a:solidFill>
              </a:rPr>
              <a:t>Social Robots</a:t>
            </a:r>
          </a:p>
          <a:p>
            <a:pPr>
              <a:lnSpc>
                <a:spcPct val="90000"/>
              </a:lnSpc>
            </a:pPr>
            <a:r>
              <a:rPr lang="en-US" sz="1600" dirty="0">
                <a:solidFill>
                  <a:srgbClr val="FFFFFF"/>
                </a:solidFill>
              </a:rPr>
              <a:t>Capabilities</a:t>
            </a:r>
          </a:p>
          <a:p>
            <a:pPr lvl="1">
              <a:lnSpc>
                <a:spcPct val="90000"/>
              </a:lnSpc>
            </a:pPr>
            <a:r>
              <a:rPr lang="en-US" sz="1400" dirty="0">
                <a:solidFill>
                  <a:srgbClr val="FFFFFF"/>
                </a:solidFill>
              </a:rPr>
              <a:t>Understanding and predicting human emotions and intentions</a:t>
            </a:r>
          </a:p>
          <a:p>
            <a:pPr>
              <a:lnSpc>
                <a:spcPct val="90000"/>
              </a:lnSpc>
            </a:pPr>
            <a:r>
              <a:rPr lang="en-US" sz="1600" dirty="0">
                <a:solidFill>
                  <a:srgbClr val="FFFFFF"/>
                </a:solidFill>
              </a:rPr>
              <a:t>Use</a:t>
            </a:r>
          </a:p>
          <a:p>
            <a:pPr lvl="1">
              <a:lnSpc>
                <a:spcPct val="90000"/>
              </a:lnSpc>
            </a:pPr>
            <a:r>
              <a:rPr lang="en-US" sz="1400" dirty="0">
                <a:solidFill>
                  <a:srgbClr val="FFFFFF"/>
                </a:solidFill>
              </a:rPr>
              <a:t>Enhancing interactions in customer service and healthcare</a:t>
            </a:r>
            <a:endParaRPr lang="en-US" dirty="0">
              <a:solidFill>
                <a:srgbClr val="FFFFFF"/>
              </a:solidFill>
            </a:endParaRPr>
          </a:p>
        </p:txBody>
      </p:sp>
    </p:spTree>
    <p:extLst>
      <p:ext uri="{BB962C8B-B14F-4D97-AF65-F5344CB8AC3E}">
        <p14:creationId xmlns:p14="http://schemas.microsoft.com/office/powerpoint/2010/main" val="23972964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FB30B66-8DBC-CB0A-7855-3FC6AACADCD6}"/>
              </a:ext>
            </a:extLst>
          </p:cNvPr>
          <p:cNvSpPr>
            <a:spLocks noGrp="1"/>
          </p:cNvSpPr>
          <p:nvPr>
            <p:ph type="title"/>
          </p:nvPr>
        </p:nvSpPr>
        <p:spPr>
          <a:xfrm>
            <a:off x="8164749" y="457201"/>
            <a:ext cx="3575737" cy="1332688"/>
          </a:xfrm>
        </p:spPr>
        <p:txBody>
          <a:bodyPr anchor="b">
            <a:normAutofit/>
          </a:bodyPr>
          <a:lstStyle/>
          <a:p>
            <a:pPr algn="ctr"/>
            <a:r>
              <a:rPr lang="en-US" sz="3200" dirty="0">
                <a:solidFill>
                  <a:srgbClr val="FFFFFF"/>
                </a:solidFill>
              </a:rPr>
              <a:t>Self-Aware AI</a:t>
            </a:r>
          </a:p>
        </p:txBody>
      </p:sp>
      <p:pic>
        <p:nvPicPr>
          <p:cNvPr id="5" name="Picture 4">
            <a:extLst>
              <a:ext uri="{FF2B5EF4-FFF2-40B4-BE49-F238E27FC236}">
                <a16:creationId xmlns:a16="http://schemas.microsoft.com/office/drawing/2014/main" id="{BC72AF35-D688-DA80-D19B-FF399BF30F4C}"/>
              </a:ext>
            </a:extLst>
          </p:cNvPr>
          <p:cNvPicPr>
            <a:picLocks noChangeAspect="1"/>
          </p:cNvPicPr>
          <p:nvPr/>
        </p:nvPicPr>
        <p:blipFill>
          <a:blip r:embed="rId3"/>
          <a:srcRect/>
          <a:stretch/>
        </p:blipFill>
        <p:spPr>
          <a:xfrm>
            <a:off x="978308" y="457201"/>
            <a:ext cx="5584161" cy="5584161"/>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08C37024-79E1-11FA-719A-F0CF1CC6AF48}"/>
              </a:ext>
            </a:extLst>
          </p:cNvPr>
          <p:cNvSpPr>
            <a:spLocks noGrp="1"/>
          </p:cNvSpPr>
          <p:nvPr>
            <p:ph idx="1"/>
          </p:nvPr>
        </p:nvSpPr>
        <p:spPr>
          <a:xfrm>
            <a:off x="8164749" y="2024743"/>
            <a:ext cx="3575737" cy="4016619"/>
          </a:xfrm>
        </p:spPr>
        <p:txBody>
          <a:bodyPr>
            <a:normAutofit/>
          </a:bodyPr>
          <a:lstStyle/>
          <a:p>
            <a:pPr>
              <a:lnSpc>
                <a:spcPct val="90000"/>
              </a:lnSpc>
            </a:pPr>
            <a:r>
              <a:rPr lang="en-US" sz="1600" dirty="0">
                <a:solidFill>
                  <a:srgbClr val="FFFFFF"/>
                </a:solidFill>
              </a:rPr>
              <a:t>Hypothetical Examples</a:t>
            </a:r>
          </a:p>
          <a:p>
            <a:pPr lvl="1">
              <a:lnSpc>
                <a:spcPct val="90000"/>
              </a:lnSpc>
            </a:pPr>
            <a:r>
              <a:rPr lang="en-US" sz="1400" dirty="0">
                <a:solidFill>
                  <a:srgbClr val="FFFFFF"/>
                </a:solidFill>
              </a:rPr>
              <a:t>Agents in The Matrix</a:t>
            </a:r>
          </a:p>
          <a:p>
            <a:pPr>
              <a:lnSpc>
                <a:spcPct val="90000"/>
              </a:lnSpc>
            </a:pPr>
            <a:r>
              <a:rPr lang="en-US" sz="1600" dirty="0">
                <a:solidFill>
                  <a:srgbClr val="FFFFFF"/>
                </a:solidFill>
              </a:rPr>
              <a:t>Potential</a:t>
            </a:r>
          </a:p>
          <a:p>
            <a:pPr lvl="1">
              <a:lnSpc>
                <a:spcPct val="90000"/>
              </a:lnSpc>
            </a:pPr>
            <a:r>
              <a:rPr lang="en-US" sz="1400" dirty="0">
                <a:solidFill>
                  <a:srgbClr val="FFFFFF"/>
                </a:solidFill>
              </a:rPr>
              <a:t>Consciousness and self-perception</a:t>
            </a:r>
          </a:p>
          <a:p>
            <a:pPr>
              <a:lnSpc>
                <a:spcPct val="90000"/>
              </a:lnSpc>
            </a:pPr>
            <a:r>
              <a:rPr lang="en-US" sz="1600" dirty="0">
                <a:solidFill>
                  <a:srgbClr val="FFFFFF"/>
                </a:solidFill>
              </a:rPr>
              <a:t>Concerns</a:t>
            </a:r>
          </a:p>
          <a:p>
            <a:pPr lvl="1">
              <a:lnSpc>
                <a:spcPct val="90000"/>
              </a:lnSpc>
            </a:pPr>
            <a:r>
              <a:rPr lang="en-US" sz="1400" dirty="0">
                <a:solidFill>
                  <a:srgbClr val="FFFFFF"/>
                </a:solidFill>
              </a:rPr>
              <a:t>Ethical implications and self-preservation</a:t>
            </a:r>
          </a:p>
        </p:txBody>
      </p:sp>
    </p:spTree>
    <p:extLst>
      <p:ext uri="{BB962C8B-B14F-4D97-AF65-F5344CB8AC3E}">
        <p14:creationId xmlns:p14="http://schemas.microsoft.com/office/powerpoint/2010/main" val="40962360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Quotable</Template>
  <TotalTime>61</TotalTime>
  <Words>2174</Words>
  <Application>Microsoft Office PowerPoint</Application>
  <PresentationFormat>Widescreen</PresentationFormat>
  <Paragraphs>215</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Century Gothic</vt:lpstr>
      <vt:lpstr>Söhne</vt:lpstr>
      <vt:lpstr>Wingdings 2</vt:lpstr>
      <vt:lpstr>Quotable</vt:lpstr>
      <vt:lpstr>AI FUNDAMENTALS</vt:lpstr>
      <vt:lpstr>TOPICS</vt:lpstr>
      <vt:lpstr>What is AI?</vt:lpstr>
      <vt:lpstr>Origins of Artificial Intelligence</vt:lpstr>
      <vt:lpstr>Classifications of Artificial Intelligence</vt:lpstr>
      <vt:lpstr>Based on Capabilities</vt:lpstr>
      <vt:lpstr>Narrow AI (Weak AI)</vt:lpstr>
      <vt:lpstr>General AI (AGI)</vt:lpstr>
      <vt:lpstr>Super AI</vt:lpstr>
      <vt:lpstr>Based on Functionalities</vt:lpstr>
      <vt:lpstr>Reactive Machines</vt:lpstr>
      <vt:lpstr>Limited Memory</vt:lpstr>
      <vt:lpstr>Theory of Mind</vt:lpstr>
      <vt:lpstr>Self-Aware AI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FUNDAMENTALS</dc:title>
  <dc:creator>Chestnut, Temple D</dc:creator>
  <cp:lastModifiedBy>Chestnut, Temple D</cp:lastModifiedBy>
  <cp:revision>1</cp:revision>
  <cp:lastPrinted>2024-07-26T20:28:00Z</cp:lastPrinted>
  <dcterms:created xsi:type="dcterms:W3CDTF">2024-04-06T22:53:51Z</dcterms:created>
  <dcterms:modified xsi:type="dcterms:W3CDTF">2024-07-26T20:34:24Z</dcterms:modified>
</cp:coreProperties>
</file>