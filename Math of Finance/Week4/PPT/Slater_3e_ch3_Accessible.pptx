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4.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 id="2147483691" r:id="rId2"/>
    <p:sldMasterId id="2147483684" r:id="rId3"/>
    <p:sldMasterId id="2147483686" r:id="rId4"/>
    <p:sldMasterId id="2147483701" r:id="rId5"/>
  </p:sldMasterIdLst>
  <p:notesMasterIdLst>
    <p:notesMasterId r:id="rId43"/>
  </p:notesMasterIdLst>
  <p:sldIdLst>
    <p:sldId id="1449" r:id="rId6"/>
    <p:sldId id="1428" r:id="rId7"/>
    <p:sldId id="1350" r:id="rId8"/>
    <p:sldId id="1429" r:id="rId9"/>
    <p:sldId id="1430" r:id="rId10"/>
    <p:sldId id="1431" r:id="rId11"/>
    <p:sldId id="1432" r:id="rId12"/>
    <p:sldId id="1433" r:id="rId13"/>
    <p:sldId id="1434" r:id="rId14"/>
    <p:sldId id="1435" r:id="rId15"/>
    <p:sldId id="1396" r:id="rId16"/>
    <p:sldId id="1436" r:id="rId17"/>
    <p:sldId id="1437" r:id="rId18"/>
    <p:sldId id="1438" r:id="rId19"/>
    <p:sldId id="1439" r:id="rId20"/>
    <p:sldId id="1450" r:id="rId21"/>
    <p:sldId id="1451" r:id="rId22"/>
    <p:sldId id="1442" r:id="rId23"/>
    <p:sldId id="1443" r:id="rId24"/>
    <p:sldId id="1444" r:id="rId25"/>
    <p:sldId id="1445" r:id="rId26"/>
    <p:sldId id="1446" r:id="rId27"/>
    <p:sldId id="1447" r:id="rId28"/>
    <p:sldId id="1448" r:id="rId29"/>
    <p:sldId id="442" r:id="rId30"/>
    <p:sldId id="258" r:id="rId31"/>
    <p:sldId id="1245" r:id="rId32"/>
    <p:sldId id="1452" r:id="rId33"/>
    <p:sldId id="1453" r:id="rId34"/>
    <p:sldId id="1454" r:id="rId35"/>
    <p:sldId id="1455" r:id="rId36"/>
    <p:sldId id="1456" r:id="rId37"/>
    <p:sldId id="1457" r:id="rId38"/>
    <p:sldId id="1458" r:id="rId39"/>
    <p:sldId id="1459" r:id="rId40"/>
    <p:sldId id="1460" r:id="rId41"/>
    <p:sldId id="1461"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5973D931-3BAC-4F30-9C16-B7461F574E40}">
          <p14:sldIdLst>
            <p14:sldId id="1449"/>
            <p14:sldId id="1428"/>
            <p14:sldId id="1350"/>
            <p14:sldId id="1429"/>
            <p14:sldId id="1430"/>
            <p14:sldId id="1431"/>
            <p14:sldId id="1432"/>
            <p14:sldId id="1433"/>
            <p14:sldId id="1434"/>
            <p14:sldId id="1435"/>
            <p14:sldId id="1396"/>
            <p14:sldId id="1436"/>
            <p14:sldId id="1437"/>
            <p14:sldId id="1438"/>
            <p14:sldId id="1439"/>
            <p14:sldId id="1450"/>
            <p14:sldId id="1451"/>
            <p14:sldId id="1442"/>
            <p14:sldId id="1443"/>
            <p14:sldId id="1444"/>
            <p14:sldId id="1445"/>
            <p14:sldId id="1446"/>
            <p14:sldId id="1447"/>
            <p14:sldId id="1448"/>
            <p14:sldId id="442"/>
          </p14:sldIdLst>
        </p14:section>
        <p14:section name="Appendix: Image Descriptions for Unsighted Students" id="{9E859B0B-078E-463E-89A6-21C20DD280C4}">
          <p14:sldIdLst>
            <p14:sldId id="258"/>
            <p14:sldId id="1245"/>
            <p14:sldId id="1452"/>
            <p14:sldId id="1453"/>
            <p14:sldId id="1454"/>
            <p14:sldId id="1455"/>
            <p14:sldId id="1456"/>
            <p14:sldId id="1457"/>
            <p14:sldId id="1458"/>
            <p14:sldId id="1459"/>
            <p14:sldId id="1460"/>
            <p14:sldId id="1461"/>
          </p14:sldIdLst>
        </p14:section>
      </p14:sectionLst>
    </p:ext>
    <p:ext uri="{EFAFB233-063F-42B5-8137-9DF3F51BA10A}">
      <p15:sldGuideLst xmlns:p15="http://schemas.microsoft.com/office/powerpoint/2012/main">
        <p15:guide id="2" pos="2880" userDrawn="1">
          <p15:clr>
            <a:srgbClr val="A4A3A4"/>
          </p15:clr>
        </p15:guide>
        <p15:guide id="3" orient="horz" pos="2208" userDrawn="1">
          <p15:clr>
            <a:srgbClr val="A4A3A4"/>
          </p15:clr>
        </p15:guide>
        <p15:guide id="4" pos="5664" userDrawn="1">
          <p15:clr>
            <a:srgbClr val="A4A3A4"/>
          </p15:clr>
        </p15:guide>
        <p15:guide id="5" pos="456" userDrawn="1">
          <p15:clr>
            <a:srgbClr val="A4A3A4"/>
          </p15:clr>
        </p15:guide>
        <p15:guide id="6" orient="horz" pos="79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iporen, Laura" initials="CL" lastIdx="4" clrIdx="0">
    <p:extLst>
      <p:ext uri="{19B8F6BF-5375-455C-9EA6-DF929625EA0E}">
        <p15:presenceInfo xmlns:p15="http://schemas.microsoft.com/office/powerpoint/2012/main" userId="S-1-5-21-1645522239-1123561945-839522115-1006658" providerId="AD"/>
      </p:ext>
    </p:extLst>
  </p:cmAuthor>
  <p:cmAuthor id="2" name="Ciporen, Laura" initials="CL [2]" lastIdx="2" clrIdx="1">
    <p:extLst>
      <p:ext uri="{19B8F6BF-5375-455C-9EA6-DF929625EA0E}">
        <p15:presenceInfo xmlns:p15="http://schemas.microsoft.com/office/powerpoint/2012/main" userId="S::laura.ciporen@mheducation.com::567f631f-0624-4179-9d16-569ddce48823" providerId="AD"/>
      </p:ext>
    </p:extLst>
  </p:cmAuthor>
  <p:cmAuthor id="3" name="1769" initials="1" lastIdx="2" clrIdx="2">
    <p:extLst>
      <p:ext uri="{19B8F6BF-5375-455C-9EA6-DF929625EA0E}">
        <p15:presenceInfo xmlns:p15="http://schemas.microsoft.com/office/powerpoint/2012/main" userId="1769"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131A"/>
    <a:srgbClr val="008000"/>
    <a:srgbClr val="00206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293" autoAdjust="0"/>
    <p:restoredTop sz="94431" autoAdjust="0"/>
  </p:normalViewPr>
  <p:slideViewPr>
    <p:cSldViewPr snapToGrid="0" showGuides="1">
      <p:cViewPr varScale="1">
        <p:scale>
          <a:sx n="101" d="100"/>
          <a:sy n="101" d="100"/>
        </p:scale>
        <p:origin x="2142" y="102"/>
      </p:cViewPr>
      <p:guideLst>
        <p:guide pos="2880"/>
        <p:guide orient="horz" pos="2208"/>
        <p:guide pos="5664"/>
        <p:guide pos="456"/>
        <p:guide orient="horz" pos="79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668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commentAuthors" Target="commentAuthor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viewProps" Target="viewProps.xml"/><Relationship Id="rId20" Type="http://schemas.openxmlformats.org/officeDocument/2006/relationships/slide" Target="slides/slide15.xml"/><Relationship Id="rId41" Type="http://schemas.openxmlformats.org/officeDocument/2006/relationships/slide" Target="slides/slide36.xml"/></Relationships>
</file>

<file path=ppt/drawings/_rels/vmlDrawing1.vml.rels><?xml version="1.0" encoding="UTF-8" standalone="yes"?>
<Relationships xmlns="http://schemas.openxmlformats.org/package/2006/relationships"><Relationship Id="rId8" Type="http://schemas.openxmlformats.org/officeDocument/2006/relationships/image" Target="../media/image15.wmf"/><Relationship Id="rId13" Type="http://schemas.openxmlformats.org/officeDocument/2006/relationships/image" Target="../media/image20.wmf"/><Relationship Id="rId18" Type="http://schemas.openxmlformats.org/officeDocument/2006/relationships/image" Target="../media/image25.wmf"/><Relationship Id="rId26" Type="http://schemas.openxmlformats.org/officeDocument/2006/relationships/image" Target="../media/image33.wmf"/><Relationship Id="rId3" Type="http://schemas.openxmlformats.org/officeDocument/2006/relationships/image" Target="../media/image10.wmf"/><Relationship Id="rId21" Type="http://schemas.openxmlformats.org/officeDocument/2006/relationships/image" Target="../media/image28.wmf"/><Relationship Id="rId7" Type="http://schemas.openxmlformats.org/officeDocument/2006/relationships/image" Target="../media/image14.wmf"/><Relationship Id="rId12" Type="http://schemas.openxmlformats.org/officeDocument/2006/relationships/image" Target="../media/image19.wmf"/><Relationship Id="rId17" Type="http://schemas.openxmlformats.org/officeDocument/2006/relationships/image" Target="../media/image24.wmf"/><Relationship Id="rId25" Type="http://schemas.openxmlformats.org/officeDocument/2006/relationships/image" Target="../media/image32.wmf"/><Relationship Id="rId2" Type="http://schemas.openxmlformats.org/officeDocument/2006/relationships/image" Target="../media/image9.wmf"/><Relationship Id="rId16" Type="http://schemas.openxmlformats.org/officeDocument/2006/relationships/image" Target="../media/image23.wmf"/><Relationship Id="rId20" Type="http://schemas.openxmlformats.org/officeDocument/2006/relationships/image" Target="../media/image27.wmf"/><Relationship Id="rId29" Type="http://schemas.openxmlformats.org/officeDocument/2006/relationships/image" Target="../media/image36.wmf"/><Relationship Id="rId1" Type="http://schemas.openxmlformats.org/officeDocument/2006/relationships/image" Target="../media/image8.wmf"/><Relationship Id="rId6" Type="http://schemas.openxmlformats.org/officeDocument/2006/relationships/image" Target="../media/image13.wmf"/><Relationship Id="rId11" Type="http://schemas.openxmlformats.org/officeDocument/2006/relationships/image" Target="../media/image18.wmf"/><Relationship Id="rId24" Type="http://schemas.openxmlformats.org/officeDocument/2006/relationships/image" Target="../media/image31.wmf"/><Relationship Id="rId32" Type="http://schemas.openxmlformats.org/officeDocument/2006/relationships/image" Target="../media/image39.wmf"/><Relationship Id="rId5" Type="http://schemas.openxmlformats.org/officeDocument/2006/relationships/image" Target="../media/image12.wmf"/><Relationship Id="rId15" Type="http://schemas.openxmlformats.org/officeDocument/2006/relationships/image" Target="../media/image22.wmf"/><Relationship Id="rId23" Type="http://schemas.openxmlformats.org/officeDocument/2006/relationships/image" Target="../media/image30.wmf"/><Relationship Id="rId28" Type="http://schemas.openxmlformats.org/officeDocument/2006/relationships/image" Target="../media/image35.wmf"/><Relationship Id="rId10" Type="http://schemas.openxmlformats.org/officeDocument/2006/relationships/image" Target="../media/image17.wmf"/><Relationship Id="rId19" Type="http://schemas.openxmlformats.org/officeDocument/2006/relationships/image" Target="../media/image26.wmf"/><Relationship Id="rId31" Type="http://schemas.openxmlformats.org/officeDocument/2006/relationships/image" Target="../media/image38.wmf"/><Relationship Id="rId4" Type="http://schemas.openxmlformats.org/officeDocument/2006/relationships/image" Target="../media/image11.wmf"/><Relationship Id="rId9" Type="http://schemas.openxmlformats.org/officeDocument/2006/relationships/image" Target="../media/image16.wmf"/><Relationship Id="rId14" Type="http://schemas.openxmlformats.org/officeDocument/2006/relationships/image" Target="../media/image21.wmf"/><Relationship Id="rId22" Type="http://schemas.openxmlformats.org/officeDocument/2006/relationships/image" Target="../media/image29.wmf"/><Relationship Id="rId27" Type="http://schemas.openxmlformats.org/officeDocument/2006/relationships/image" Target="../media/image34.wmf"/><Relationship Id="rId30" Type="http://schemas.openxmlformats.org/officeDocument/2006/relationships/image" Target="../media/image3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0.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56.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image" Target="../media/image58.wmf"/><Relationship Id="rId5" Type="http://schemas.openxmlformats.org/officeDocument/2006/relationships/image" Target="../media/image62.wmf"/><Relationship Id="rId4" Type="http://schemas.openxmlformats.org/officeDocument/2006/relationships/image" Target="../media/image61.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66.wmf"/><Relationship Id="rId2" Type="http://schemas.openxmlformats.org/officeDocument/2006/relationships/image" Target="../media/image65.wmf"/><Relationship Id="rId1" Type="http://schemas.openxmlformats.org/officeDocument/2006/relationships/image" Target="../media/image64.wmf"/><Relationship Id="rId6" Type="http://schemas.openxmlformats.org/officeDocument/2006/relationships/image" Target="../media/image69.wmf"/><Relationship Id="rId5" Type="http://schemas.openxmlformats.org/officeDocument/2006/relationships/image" Target="../media/image68.wmf"/><Relationship Id="rId4" Type="http://schemas.openxmlformats.org/officeDocument/2006/relationships/image" Target="../media/image67.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73.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76.wmf"/><Relationship Id="rId1" Type="http://schemas.openxmlformats.org/officeDocument/2006/relationships/image" Target="../media/image75.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79.wmf"/><Relationship Id="rId2" Type="http://schemas.openxmlformats.org/officeDocument/2006/relationships/image" Target="../media/image78.wmf"/><Relationship Id="rId1" Type="http://schemas.openxmlformats.org/officeDocument/2006/relationships/image" Target="../media/image77.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82.wmf"/><Relationship Id="rId2" Type="http://schemas.openxmlformats.org/officeDocument/2006/relationships/image" Target="../media/image81.wmf"/><Relationship Id="rId1" Type="http://schemas.openxmlformats.org/officeDocument/2006/relationships/image" Target="../media/image80.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84.wmf"/><Relationship Id="rId1" Type="http://schemas.openxmlformats.org/officeDocument/2006/relationships/image" Target="../media/image8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0C1A02-B94D-44D6-8AA3-0DD14C84C13F}" type="datetimeFigureOut">
              <a:rPr lang="en-US" smtClean="0"/>
              <a:t>12-May-23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9E8D09-9492-4554-9C8F-456CB81F32A8}" type="slidenum">
              <a:rPr lang="en-US" smtClean="0"/>
              <a:t>‹#›</a:t>
            </a:fld>
            <a:endParaRPr lang="en-US"/>
          </a:p>
        </p:txBody>
      </p:sp>
    </p:spTree>
    <p:extLst>
      <p:ext uri="{BB962C8B-B14F-4D97-AF65-F5344CB8AC3E}">
        <p14:creationId xmlns:p14="http://schemas.microsoft.com/office/powerpoint/2010/main" val="3020171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D9A7A27-C7DA-4E20-8877-F9D8D7F61956}" type="slidenum">
              <a:rPr lang="en-US" smtClean="0"/>
              <a:t>25</a:t>
            </a:fld>
            <a:endParaRPr lang="en-US"/>
          </a:p>
        </p:txBody>
      </p:sp>
    </p:spTree>
    <p:extLst>
      <p:ext uri="{BB962C8B-B14F-4D97-AF65-F5344CB8AC3E}">
        <p14:creationId xmlns:p14="http://schemas.microsoft.com/office/powerpoint/2010/main" val="40057414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346105" y="2099014"/>
            <a:ext cx="3863458" cy="3863458"/>
            <a:chOff x="331115" y="2099014"/>
            <a:chExt cx="3863458" cy="3863458"/>
          </a:xfrm>
        </p:grpSpPr>
        <p:sp>
          <p:nvSpPr>
            <p:cNvPr id="13" name="Rectangle 12">
              <a:extLst>
                <a:ext uri="{FF2B5EF4-FFF2-40B4-BE49-F238E27FC236}">
                  <a16:creationId xmlns:a16="http://schemas.microsoft.com/office/drawing/2014/main" id="{FD9DDEA9-6897-2B48-BA6A-9075880AA615}"/>
                </a:ext>
              </a:extLst>
            </p:cNvPr>
            <p:cNvSpPr/>
            <p:nvPr userDrawn="1"/>
          </p:nvSpPr>
          <p:spPr>
            <a:xfrm>
              <a:off x="331115" y="2099014"/>
              <a:ext cx="3863458" cy="386345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2AD1ADE-6D88-5C48-9EEF-7E081C733011}"/>
                </a:ext>
              </a:extLst>
            </p:cNvPr>
            <p:cNvSpPr/>
            <p:nvPr userDrawn="1"/>
          </p:nvSpPr>
          <p:spPr>
            <a:xfrm>
              <a:off x="467612" y="2368353"/>
              <a:ext cx="3457621" cy="3457621"/>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599258" y="2898475"/>
              <a:ext cx="2793799" cy="2792652"/>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p:ph type="ctrTitle" hasCustomPrompt="1"/>
          </p:nvPr>
        </p:nvSpPr>
        <p:spPr>
          <a:xfrm>
            <a:off x="621792" y="3140014"/>
            <a:ext cx="2788920" cy="1157665"/>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p:ph type="subTitle" idx="1" hasCustomPrompt="1"/>
          </p:nvPr>
        </p:nvSpPr>
        <p:spPr>
          <a:xfrm>
            <a:off x="621792" y="4261103"/>
            <a:ext cx="2788920" cy="612821"/>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p:ph type="body" sz="quarter" idx="10" hasCustomPrompt="1"/>
          </p:nvPr>
        </p:nvSpPr>
        <p:spPr>
          <a:xfrm>
            <a:off x="621792" y="5093208"/>
            <a:ext cx="2788920" cy="576185"/>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8AC4EEC4-5547-4185-92E7-A6CAF888043F}"/>
              </a:ext>
            </a:extLst>
          </p:cNvPr>
          <p:cNvSpPr>
            <a:spLocks noGrp="1"/>
          </p:cNvSpPr>
          <p:nvPr>
            <p:ph type="ftr" sz="quarter" idx="12"/>
          </p:nvPr>
        </p:nvSpPr>
        <p:spPr>
          <a:xfrm>
            <a:off x="0" y="6478438"/>
            <a:ext cx="9144000" cy="374266"/>
          </a:xfrm>
        </p:spPr>
        <p:txBody>
          <a:bodyPr/>
          <a:lstStyle>
            <a:lvl1pPr algn="ctr">
              <a:defRPr>
                <a:solidFill>
                  <a:schemeClr val="tx1">
                    <a:lumMod val="50000"/>
                    <a:lumOff val="50000"/>
                  </a:schemeClr>
                </a:solidFill>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Tree>
    <p:extLst>
      <p:ext uri="{BB962C8B-B14F-4D97-AF65-F5344CB8AC3E}">
        <p14:creationId xmlns:p14="http://schemas.microsoft.com/office/powerpoint/2010/main" val="1001655917"/>
      </p:ext>
    </p:extLst>
  </p:cSld>
  <p:clrMapOvr>
    <a:masterClrMapping/>
  </p:clrMapOvr>
  <p:extLst>
    <p:ext uri="{DCECCB84-F9BA-43D5-87BE-67443E8EF086}">
      <p15:sldGuideLst xmlns:p15="http://schemas.microsoft.com/office/powerpoint/2012/main">
        <p15:guide id="1" orient="horz" pos="957">
          <p15:clr>
            <a:srgbClr val="FBAE40"/>
          </p15:clr>
        </p15:guide>
        <p15:guide id="2" orient="horz" pos="410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userDrawn="1">
            <p:ph type="body" sz="quarter" idx="10" hasCustomPrompt="1"/>
          </p:nvPr>
        </p:nvSpPr>
        <p:spPr>
          <a:xfrm>
            <a:off x="621791" y="5096656"/>
            <a:ext cx="3043303" cy="569626"/>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userDrawn="1">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F4607C07-D864-4A1A-8061-D12997CC50CE}"/>
              </a:ext>
            </a:extLst>
          </p:cNvPr>
          <p:cNvSpPr>
            <a:spLocks noGrp="1"/>
          </p:cNvSpPr>
          <p:nvPr>
            <p:ph type="ftr" sz="quarter" idx="12"/>
          </p:nvPr>
        </p:nvSpPr>
        <p:spPr/>
        <p:txBody>
          <a:bodyPr/>
          <a:lstStyle>
            <a:lvl1pPr algn="ctr">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Tree>
    <p:extLst>
      <p:ext uri="{BB962C8B-B14F-4D97-AF65-F5344CB8AC3E}">
        <p14:creationId xmlns:p14="http://schemas.microsoft.com/office/powerpoint/2010/main" val="2489068921"/>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NO 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0" y="1452559"/>
            <a:ext cx="9144000" cy="4982750"/>
            <a:chOff x="0" y="1521567"/>
            <a:chExt cx="9144000" cy="4846438"/>
          </a:xfrm>
        </p:grpSpPr>
        <p:sp>
          <p:nvSpPr>
            <p:cNvPr id="11" name="Rectangle 10">
              <a:extLst>
                <a:ext uri="{FF2B5EF4-FFF2-40B4-BE49-F238E27FC236}">
                  <a16:creationId xmlns:a16="http://schemas.microsoft.com/office/drawing/2014/main" id="{23FD8DC8-1EF1-6B48-9F31-D9D254F85818}"/>
                </a:ext>
              </a:extLst>
            </p:cNvPr>
            <p:cNvSpPr/>
            <p:nvPr userDrawn="1"/>
          </p:nvSpPr>
          <p:spPr>
            <a:xfrm>
              <a:off x="0" y="1521567"/>
              <a:ext cx="9144000" cy="484643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500492E-5EBE-C745-8EEE-F17D4BB4582E}"/>
                </a:ext>
              </a:extLst>
            </p:cNvPr>
            <p:cNvSpPr/>
            <p:nvPr userDrawn="1"/>
          </p:nvSpPr>
          <p:spPr>
            <a:xfrm>
              <a:off x="185629" y="2001422"/>
              <a:ext cx="8493233" cy="4166364"/>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364385" y="2475809"/>
              <a:ext cx="7858340" cy="3513221"/>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777240" y="2985555"/>
            <a:ext cx="6521640" cy="873214"/>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p:ph type="subTitle" idx="1"/>
          </p:nvPr>
        </p:nvSpPr>
        <p:spPr>
          <a:xfrm>
            <a:off x="782058" y="3986784"/>
            <a:ext cx="4297680" cy="517585"/>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867202" y="465003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p:ph type="body" sz="quarter" idx="10"/>
          </p:nvPr>
        </p:nvSpPr>
        <p:spPr>
          <a:xfrm>
            <a:off x="777240" y="4718304"/>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6" name="Text Placeholder 5">
            <a:extLst>
              <a:ext uri="{FF2B5EF4-FFF2-40B4-BE49-F238E27FC236}">
                <a16:creationId xmlns:a16="http://schemas.microsoft.com/office/drawing/2014/main" id="{7FC9711C-511A-4413-B321-F47202116CC5}"/>
              </a:ext>
            </a:extLst>
          </p:cNvPr>
          <p:cNvSpPr>
            <a:spLocks noGrp="1"/>
          </p:cNvSpPr>
          <p:nvPr>
            <p:ph type="body" sz="quarter" idx="11"/>
          </p:nvPr>
        </p:nvSpPr>
        <p:spPr>
          <a:xfrm>
            <a:off x="0" y="6516688"/>
            <a:ext cx="9144000" cy="26511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0643474"/>
      </p:ext>
    </p:extLst>
  </p:cSld>
  <p:clrMapOvr>
    <a:masterClrMapping/>
  </p:clrMapOvr>
  <p:extLst>
    <p:ext uri="{DCECCB84-F9BA-43D5-87BE-67443E8EF086}">
      <p15:sldGuideLst xmlns:p15="http://schemas.microsoft.com/office/powerpoint/2012/main">
        <p15:guide id="1" orient="horz" pos="95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NO Cover">
    <p:spTree>
      <p:nvGrpSpPr>
        <p:cNvPr id="1" name=""/>
        <p:cNvGrpSpPr/>
        <p:nvPr/>
      </p:nvGrpSpPr>
      <p:grpSpPr>
        <a:xfrm>
          <a:off x="0" y="0"/>
          <a:ext cx="0" cy="0"/>
          <a:chOff x="0" y="0"/>
          <a:chExt cx="0" cy="0"/>
        </a:xfrm>
      </p:grpSpPr>
      <p:grpSp>
        <p:nvGrpSpPr>
          <p:cNvPr id="5" name="MHE altered Background, fixed">
            <a:extLst>
              <a:ext uri="{FF2B5EF4-FFF2-40B4-BE49-F238E27FC236}">
                <a16:creationId xmlns:a16="http://schemas.microsoft.com/office/drawing/2014/main" id="{7A14A7A9-A9D7-4A08-A24F-4D1C1F4C29CE}"/>
              </a:ext>
              <a:ext uri="{C183D7F6-B498-43B3-948B-1728B52AA6E4}">
                <adec:decorative xmlns:adec="http://schemas.microsoft.com/office/drawing/2017/decorative" val="1"/>
              </a:ext>
            </a:extLst>
          </p:cNvPr>
          <p:cNvGrpSpPr/>
          <p:nvPr userDrawn="1"/>
        </p:nvGrpSpPr>
        <p:grpSpPr>
          <a:xfrm>
            <a:off x="0" y="1446366"/>
            <a:ext cx="9143999" cy="4991100"/>
            <a:chOff x="0" y="1524000"/>
            <a:chExt cx="9143999" cy="4991100"/>
          </a:xfrm>
        </p:grpSpPr>
        <p:sp>
          <p:nvSpPr>
            <p:cNvPr id="12" name="Rectangle 11">
              <a:extLst>
                <a:ext uri="{FF2B5EF4-FFF2-40B4-BE49-F238E27FC236}">
                  <a16:creationId xmlns:a16="http://schemas.microsoft.com/office/drawing/2014/main" id="{9500492E-5EBE-C745-8EEE-F17D4BB4582E}"/>
                </a:ext>
              </a:extLst>
            </p:cNvPr>
            <p:cNvSpPr/>
            <p:nvPr userDrawn="1"/>
          </p:nvSpPr>
          <p:spPr>
            <a:xfrm>
              <a:off x="0" y="1524000"/>
              <a:ext cx="9143999" cy="499110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190500" y="2019300"/>
              <a:ext cx="8496300" cy="42672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567378" y="2593298"/>
            <a:ext cx="6980170" cy="1130559"/>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userDrawn="1">
            <p:ph type="subTitle" idx="1"/>
          </p:nvPr>
        </p:nvSpPr>
        <p:spPr>
          <a:xfrm>
            <a:off x="567378" y="3807503"/>
            <a:ext cx="4542020" cy="719352"/>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02310" y="466502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userDrawn="1">
            <p:ph type="body" sz="quarter" idx="10"/>
          </p:nvPr>
        </p:nvSpPr>
        <p:spPr>
          <a:xfrm>
            <a:off x="567378" y="4770769"/>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Click to 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userDrawn="1">
            <p:ph type="ftr" sz="quarter" idx="11"/>
          </p:nvPr>
        </p:nvSpPr>
        <p:spPr>
          <a:xfrm>
            <a:off x="0" y="6487064"/>
            <a:ext cx="9144000" cy="370935"/>
          </a:xfrm>
        </p:spPr>
        <p:txBody>
          <a:bodyPr/>
          <a:lstStyle>
            <a:lvl1pPr algn="ctr">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Tree>
    <p:extLst>
      <p:ext uri="{BB962C8B-B14F-4D97-AF65-F5344CB8AC3E}">
        <p14:creationId xmlns:p14="http://schemas.microsoft.com/office/powerpoint/2010/main" val="1233895555"/>
      </p:ext>
    </p:extLst>
  </p:cSld>
  <p:clrMapOvr>
    <a:masterClrMapping/>
  </p:clrMapOvr>
  <p:extLst>
    <p:ext uri="{DCECCB84-F9BA-43D5-87BE-67443E8EF086}">
      <p15:sldGuideLst xmlns:p15="http://schemas.microsoft.com/office/powerpoint/2012/main">
        <p15:guide id="1" orient="horz" pos="1272">
          <p15:clr>
            <a:srgbClr val="FBAE40"/>
          </p15:clr>
        </p15:guide>
        <p15:guide id="2" orient="horz" pos="3960">
          <p15:clr>
            <a:srgbClr val="FBAE40"/>
          </p15:clr>
        </p15:guide>
        <p15:guide id="3" pos="120">
          <p15:clr>
            <a:srgbClr val="FBAE40"/>
          </p15:clr>
        </p15:guide>
        <p15:guide id="4" pos="5472">
          <p15:clr>
            <a:srgbClr val="FBAE40"/>
          </p15:clr>
        </p15:guide>
        <p15:guide id="5" orient="horz" pos="22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36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noAutofit/>
          </a:bodyPr>
          <a:lstStyle>
            <a:lvl1pPr>
              <a:spcBef>
                <a:spcPts val="1000"/>
              </a:spcBef>
              <a:spcAft>
                <a:spcPts val="0"/>
              </a:spcAft>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8" name="Slide Number Placeholder">
            <a:extLst>
              <a:ext uri="{FF2B5EF4-FFF2-40B4-BE49-F238E27FC236}">
                <a16:creationId xmlns:a16="http://schemas.microsoft.com/office/drawing/2014/main" id="{EF8D8291-5BF4-41AC-87CE-ED5DE4CB1B61}"/>
              </a:ext>
            </a:extLst>
          </p:cNvPr>
          <p:cNvSpPr>
            <a:spLocks noGrp="1"/>
          </p:cNvSpPr>
          <p:nvPr>
            <p:ph type="sldNum" sz="quarter" idx="4"/>
          </p:nvPr>
        </p:nvSpPr>
        <p:spPr>
          <a:xfrm>
            <a:off x="8626412" y="6673531"/>
            <a:ext cx="355840" cy="161396"/>
          </a:xfrm>
          <a:prstGeom prst="rect">
            <a:avLst/>
          </a:prstGeom>
        </p:spPr>
        <p:txBody>
          <a:bodyPr/>
          <a:lstStyle>
            <a:lvl1pPr>
              <a:defRPr sz="800"/>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745085821"/>
      </p:ext>
    </p:extLst>
  </p:cSld>
  <p:clrMapOvr>
    <a:masterClrMapping/>
  </p:clrMapOvr>
  <p:extLst>
    <p:ext uri="{DCECCB84-F9BA-43D5-87BE-67443E8EF086}">
      <p15:sldGuideLst xmlns:p15="http://schemas.microsoft.com/office/powerpoint/2012/main">
        <p15:guide id="1" pos="2880" userDrawn="1">
          <p15:clr>
            <a:srgbClr val="FBAE40"/>
          </p15:clr>
        </p15:guide>
        <p15:guide id="2" orient="horz" pos="360" userDrawn="1">
          <p15:clr>
            <a:srgbClr val="FBAE40"/>
          </p15:clr>
        </p15:guide>
        <p15:guide id="3" pos="264" userDrawn="1">
          <p15:clr>
            <a:srgbClr val="FBAE40"/>
          </p15:clr>
        </p15:guide>
        <p15:guide id="4"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7_One Main Placeholder">
    <p:spTree>
      <p:nvGrpSpPr>
        <p:cNvPr id="1" name=""/>
        <p:cNvGrpSpPr/>
        <p:nvPr/>
      </p:nvGrpSpPr>
      <p:grpSpPr>
        <a:xfrm>
          <a:off x="0" y="0"/>
          <a:ext cx="0" cy="0"/>
          <a:chOff x="0" y="0"/>
          <a:chExt cx="0" cy="0"/>
        </a:xfrm>
      </p:grpSpPr>
      <p:sp>
        <p:nvSpPr>
          <p:cNvPr id="2" name="Slide Title 1">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4229100" cy="903231"/>
          </a:xfrm>
          <a:prstGeom prst="rect">
            <a:avLst/>
          </a:prstGeom>
        </p:spPr>
        <p:txBody>
          <a:bodyPr anchor="ctr">
            <a:normAutofit/>
          </a:bodyPr>
          <a:lstStyle>
            <a:lvl1pPr>
              <a:defRPr sz="4000"/>
            </a:lvl1pPr>
          </a:lstStyle>
          <a:p>
            <a:r>
              <a:rPr lang="en-US" dirty="0"/>
              <a:t>Slide Title</a:t>
            </a:r>
          </a:p>
        </p:txBody>
      </p:sp>
      <p:sp>
        <p:nvSpPr>
          <p:cNvPr id="15" name="Slide Title 2">
            <a:extLst>
              <a:ext uri="{FF2B5EF4-FFF2-40B4-BE49-F238E27FC236}">
                <a16:creationId xmlns:a16="http://schemas.microsoft.com/office/drawing/2014/main" id="{B5BB26E5-AE57-4ED5-B8A8-BEE1BD13AD34}"/>
              </a:ext>
            </a:extLst>
          </p:cNvPr>
          <p:cNvSpPr>
            <a:spLocks noGrp="1"/>
          </p:cNvSpPr>
          <p:nvPr>
            <p:ph type="body" sz="quarter" idx="14" hasCustomPrompt="1"/>
          </p:nvPr>
        </p:nvSpPr>
        <p:spPr>
          <a:xfrm>
            <a:off x="4749800" y="192088"/>
            <a:ext cx="4051300" cy="903287"/>
          </a:xfrm>
        </p:spPr>
        <p:txBody>
          <a:bodyPr vert="horz" lIns="91440" tIns="45720" rIns="91440" bIns="45720" rtlCol="0" anchor="ctr">
            <a:normAutofit/>
          </a:bodyPr>
          <a:lstStyle>
            <a:lvl1pPr>
              <a:defRPr lang="en-IN" sz="4000" b="1" dirty="0">
                <a:latin typeface="+mj-lt"/>
                <a:ea typeface="+mj-ea"/>
                <a:cs typeface="+mj-cs"/>
              </a:defRPr>
            </a:lvl1pPr>
          </a:lstStyle>
          <a:p>
            <a:pPr lvl="0">
              <a:lnSpc>
                <a:spcPct val="90000"/>
              </a:lnSpc>
              <a:spcBef>
                <a:spcPct val="0"/>
              </a:spcBef>
            </a:pPr>
            <a:r>
              <a:rPr kumimoji="0" lang="en-US" sz="4000" b="1" i="0" u="none" strike="noStrike" kern="1200" cap="none" spc="0" normalizeH="0" baseline="0" noProof="0" dirty="0">
                <a:ln>
                  <a:noFill/>
                </a:ln>
                <a:solidFill>
                  <a:srgbClr val="000000"/>
                </a:solidFill>
                <a:effectLst/>
                <a:uLnTx/>
                <a:uFillTx/>
                <a:latin typeface="+mn-lt"/>
                <a:ea typeface="+mj-ea"/>
                <a:cs typeface="+mj-cs"/>
              </a:rPr>
              <a:t>Slide Title</a:t>
            </a:r>
            <a:endParaRPr lang="en-IN"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296839023"/>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8" name="Picture 7" descr="Connecting through social media icon.">
            <a:extLst>
              <a:ext uri="{FF2B5EF4-FFF2-40B4-BE49-F238E27FC236}">
                <a16:creationId xmlns:a16="http://schemas.microsoft.com/office/drawing/2014/main" id="{48BB348F-12C6-489F-958D-1FDE88A9246E}"/>
              </a:ext>
            </a:extLst>
          </p:cNvPr>
          <p:cNvPicPr>
            <a:picLocks noChangeAspect="1"/>
          </p:cNvPicPr>
          <p:nvPr userDrawn="1"/>
        </p:nvPicPr>
        <p:blipFill>
          <a:blip r:embed="rId2"/>
          <a:stretch>
            <a:fillRect/>
          </a:stretch>
        </p:blipFill>
        <p:spPr>
          <a:xfrm>
            <a:off x="124695" y="298541"/>
            <a:ext cx="2438400" cy="669365"/>
          </a:xfrm>
          <a:prstGeom prst="rect">
            <a:avLst/>
          </a:prstGeom>
        </p:spPr>
      </p:pic>
    </p:spTree>
    <p:extLst>
      <p:ext uri="{BB962C8B-B14F-4D97-AF65-F5344CB8AC3E}">
        <p14:creationId xmlns:p14="http://schemas.microsoft.com/office/powerpoint/2010/main" val="1816512595"/>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descr="Making Ethical Decisions icon.">
            <a:extLst>
              <a:ext uri="{FF2B5EF4-FFF2-40B4-BE49-F238E27FC236}">
                <a16:creationId xmlns:a16="http://schemas.microsoft.com/office/drawing/2014/main" id="{35AB3571-1B64-4E5D-ADAB-A22232BBBD05}"/>
              </a:ext>
            </a:extLst>
          </p:cNvPr>
          <p:cNvPicPr>
            <a:picLocks noChangeAspect="1"/>
          </p:cNvPicPr>
          <p:nvPr userDrawn="1"/>
        </p:nvPicPr>
        <p:blipFill>
          <a:blip r:embed="rId2"/>
          <a:stretch>
            <a:fillRect/>
          </a:stretch>
        </p:blipFill>
        <p:spPr>
          <a:xfrm>
            <a:off x="0" y="312475"/>
            <a:ext cx="2498501" cy="663262"/>
          </a:xfrm>
          <a:prstGeom prst="rect">
            <a:avLst/>
          </a:prstGeom>
        </p:spPr>
      </p:pic>
    </p:spTree>
    <p:extLst>
      <p:ext uri="{BB962C8B-B14F-4D97-AF65-F5344CB8AC3E}">
        <p14:creationId xmlns:p14="http://schemas.microsoft.com/office/powerpoint/2010/main" val="241432333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1" y="304800"/>
            <a:ext cx="2344882"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a:extLst>
              <a:ext uri="{FF2B5EF4-FFF2-40B4-BE49-F238E27FC236}">
                <a16:creationId xmlns:a16="http://schemas.microsoft.com/office/drawing/2014/main" id="{23A00108-6ED3-416D-B7AC-3A9D6F2EF0AF}"/>
              </a:ext>
            </a:extLst>
          </p:cNvPr>
          <p:cNvPicPr>
            <a:picLocks noChangeAspect="1"/>
          </p:cNvPicPr>
          <p:nvPr userDrawn="1"/>
        </p:nvPicPr>
        <p:blipFill>
          <a:blip r:embed="rId2"/>
          <a:stretch>
            <a:fillRect/>
          </a:stretch>
        </p:blipFill>
        <p:spPr>
          <a:xfrm>
            <a:off x="4448193" y="489743"/>
            <a:ext cx="4352906" cy="239714"/>
          </a:xfrm>
          <a:prstGeom prst="rect">
            <a:avLst/>
          </a:prstGeom>
        </p:spPr>
      </p:pic>
    </p:spTree>
    <p:extLst>
      <p:ext uri="{BB962C8B-B14F-4D97-AF65-F5344CB8AC3E}">
        <p14:creationId xmlns:p14="http://schemas.microsoft.com/office/powerpoint/2010/main" val="43045211"/>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descr="Adapting to Change logo.">
            <a:extLst>
              <a:ext uri="{FF2B5EF4-FFF2-40B4-BE49-F238E27FC236}">
                <a16:creationId xmlns:a16="http://schemas.microsoft.com/office/drawing/2014/main" id="{A0A183BC-7319-45B8-B0D2-D92CDB14409F}"/>
              </a:ext>
            </a:extLst>
          </p:cNvPr>
          <p:cNvPicPr>
            <a:picLocks noChangeAspect="1"/>
          </p:cNvPicPr>
          <p:nvPr userDrawn="1"/>
        </p:nvPicPr>
        <p:blipFill>
          <a:blip r:embed="rId2"/>
          <a:stretch>
            <a:fillRect/>
          </a:stretch>
        </p:blipFill>
        <p:spPr>
          <a:xfrm>
            <a:off x="55420" y="207110"/>
            <a:ext cx="2472744" cy="824248"/>
          </a:xfrm>
          <a:prstGeom prst="rect">
            <a:avLst/>
          </a:prstGeom>
        </p:spPr>
      </p:pic>
    </p:spTree>
    <p:extLst>
      <p:ext uri="{BB962C8B-B14F-4D97-AF65-F5344CB8AC3E}">
        <p14:creationId xmlns:p14="http://schemas.microsoft.com/office/powerpoint/2010/main" val="62479310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86217"/>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8" name="Content Placeholder 1">
            <a:extLst>
              <a:ext uri="{FF2B5EF4-FFF2-40B4-BE49-F238E27FC236}">
                <a16:creationId xmlns:a16="http://schemas.microsoft.com/office/drawing/2014/main" id="{DFC2A6F8-97FC-43BF-92B6-FFCCF20D98D7}"/>
              </a:ext>
            </a:extLst>
          </p:cNvPr>
          <p:cNvSpPr>
            <a:spLocks noGrp="1"/>
          </p:cNvSpPr>
          <p:nvPr>
            <p:ph sz="quarter" idx="14" hasCustomPrompt="1"/>
          </p:nvPr>
        </p:nvSpPr>
        <p:spPr>
          <a:xfrm>
            <a:off x="342900" y="4275652"/>
            <a:ext cx="8458200" cy="1971327"/>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0" name="Picture 9" descr="Adapting to Change logo.">
            <a:extLst>
              <a:ext uri="{FF2B5EF4-FFF2-40B4-BE49-F238E27FC236}">
                <a16:creationId xmlns:a16="http://schemas.microsoft.com/office/drawing/2014/main" id="{A0A183BC-7319-45B8-B0D2-D92CDB14409F}"/>
              </a:ext>
            </a:extLst>
          </p:cNvPr>
          <p:cNvPicPr>
            <a:picLocks noChangeAspect="1"/>
          </p:cNvPicPr>
          <p:nvPr userDrawn="1"/>
        </p:nvPicPr>
        <p:blipFill>
          <a:blip r:embed="rId2"/>
          <a:stretch>
            <a:fillRect/>
          </a:stretch>
        </p:blipFill>
        <p:spPr>
          <a:xfrm>
            <a:off x="55420" y="207110"/>
            <a:ext cx="2472744" cy="824248"/>
          </a:xfrm>
          <a:prstGeom prst="rect">
            <a:avLst/>
          </a:prstGeom>
        </p:spPr>
      </p:pic>
    </p:spTree>
    <p:extLst>
      <p:ext uri="{BB962C8B-B14F-4D97-AF65-F5344CB8AC3E}">
        <p14:creationId xmlns:p14="http://schemas.microsoft.com/office/powerpoint/2010/main" val="765222957"/>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_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632364" y="304800"/>
            <a:ext cx="6168736"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12" name="Picture 11" descr="Reaching beyond our borders icon.">
            <a:extLst>
              <a:ext uri="{FF2B5EF4-FFF2-40B4-BE49-F238E27FC236}">
                <a16:creationId xmlns:a16="http://schemas.microsoft.com/office/drawing/2014/main" id="{6B5ACA4D-D63F-4493-A4F0-FFA2A5827540}"/>
              </a:ext>
            </a:extLst>
          </p:cNvPr>
          <p:cNvPicPr>
            <a:picLocks noChangeAspect="1"/>
          </p:cNvPicPr>
          <p:nvPr userDrawn="1"/>
        </p:nvPicPr>
        <p:blipFill>
          <a:blip r:embed="rId2"/>
          <a:stretch>
            <a:fillRect/>
          </a:stretch>
        </p:blipFill>
        <p:spPr>
          <a:xfrm>
            <a:off x="28124" y="217261"/>
            <a:ext cx="2514600" cy="803946"/>
          </a:xfrm>
          <a:prstGeom prst="rect">
            <a:avLst/>
          </a:prstGeom>
        </p:spPr>
      </p:pic>
    </p:spTree>
    <p:extLst>
      <p:ext uri="{BB962C8B-B14F-4D97-AF65-F5344CB8AC3E}">
        <p14:creationId xmlns:p14="http://schemas.microsoft.com/office/powerpoint/2010/main" val="2367333426"/>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sz="2400"/>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sz="2400"/>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422933013"/>
      </p:ext>
    </p:extLst>
  </p:cSld>
  <p:clrMapOvr>
    <a:masterClrMapping/>
  </p:clrMapOvr>
  <p:extLst>
    <p:ext uri="{DCECCB84-F9BA-43D5-87BE-67443E8EF086}">
      <p15:sldGuideLst xmlns:p15="http://schemas.microsoft.com/office/powerpoint/2012/main">
        <p15:guide id="1" orient="horz" pos="2592" userDrawn="1">
          <p15:clr>
            <a:srgbClr val="FBAE40"/>
          </p15:clr>
        </p15:guide>
        <p15:guide id="2" orient="horz" pos="2736"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2885209"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5915890" y="1276709"/>
            <a:ext cx="2885209" cy="4971691"/>
          </a:xfrm>
        </p:spPr>
        <p:txBody>
          <a:bodyPr/>
          <a:lstStyle>
            <a:lvl1pPr>
              <a:defRPr/>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
        <p:nvSpPr>
          <p:cNvPr id="8" name="Content Placeholder 1">
            <a:extLst>
              <a:ext uri="{FF2B5EF4-FFF2-40B4-BE49-F238E27FC236}">
                <a16:creationId xmlns:a16="http://schemas.microsoft.com/office/drawing/2014/main" id="{AFC6CBC7-BAAC-424A-9874-C0A2733A2711}"/>
              </a:ext>
            </a:extLst>
          </p:cNvPr>
          <p:cNvSpPr>
            <a:spLocks noGrp="1"/>
          </p:cNvSpPr>
          <p:nvPr>
            <p:ph sz="quarter" idx="15" hasCustomPrompt="1"/>
          </p:nvPr>
        </p:nvSpPr>
        <p:spPr>
          <a:xfrm>
            <a:off x="2961419" y="1290559"/>
            <a:ext cx="2885209"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Tree>
    <p:extLst>
      <p:ext uri="{BB962C8B-B14F-4D97-AF65-F5344CB8AC3E}">
        <p14:creationId xmlns:p14="http://schemas.microsoft.com/office/powerpoint/2010/main" val="37412154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1577327"/>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916383"/>
            <a:ext cx="8458200" cy="1577327"/>
          </a:xfrm>
        </p:spPr>
        <p:txBody>
          <a:bodyPr/>
          <a:lstStyle>
            <a:lvl1pPr>
              <a:defRPr/>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
        <p:nvSpPr>
          <p:cNvPr id="8" name="Content Placeholder 2">
            <a:extLst>
              <a:ext uri="{FF2B5EF4-FFF2-40B4-BE49-F238E27FC236}">
                <a16:creationId xmlns:a16="http://schemas.microsoft.com/office/drawing/2014/main" id="{7C02FDC4-9007-47FA-8867-BFB4513F337E}"/>
              </a:ext>
            </a:extLst>
          </p:cNvPr>
          <p:cNvSpPr>
            <a:spLocks noGrp="1"/>
          </p:cNvSpPr>
          <p:nvPr>
            <p:ph sz="quarter" idx="15" hasCustomPrompt="1"/>
          </p:nvPr>
        </p:nvSpPr>
        <p:spPr>
          <a:xfrm>
            <a:off x="356750" y="4648197"/>
            <a:ext cx="8458200" cy="1577327"/>
          </a:xfrm>
        </p:spPr>
        <p:txBody>
          <a:bodyPr/>
          <a:lstStyle>
            <a:lvl1pPr>
              <a:defRPr/>
            </a:lvl1pPr>
            <a:lvl2pPr marL="292608" indent="-292608">
              <a:spcBef>
                <a:spcPts val="1000"/>
              </a:spcBef>
              <a:spcAft>
                <a:spcPts val="0"/>
              </a:spcAft>
              <a:defRPr/>
            </a:lvl2pPr>
            <a:lvl4pPr marL="455613" indent="0">
              <a:buNone/>
              <a:defRPr/>
            </a:lvl4pPr>
          </a:lstStyle>
          <a:p>
            <a:pPr lvl="0"/>
            <a:r>
              <a:rPr lang="en-US" dirty="0"/>
              <a:t>Slide Content 2</a:t>
            </a:r>
          </a:p>
          <a:p>
            <a:pPr lvl="1"/>
            <a:r>
              <a:rPr lang="en-US" dirty="0"/>
              <a:t>Second level</a:t>
            </a:r>
          </a:p>
          <a:p>
            <a:pPr lvl="2"/>
            <a:r>
              <a:rPr lang="en-US" dirty="0"/>
              <a:t>Third level</a:t>
            </a:r>
          </a:p>
        </p:txBody>
      </p:sp>
    </p:spTree>
    <p:extLst>
      <p:ext uri="{BB962C8B-B14F-4D97-AF65-F5344CB8AC3E}">
        <p14:creationId xmlns:p14="http://schemas.microsoft.com/office/powerpoint/2010/main" val="262017699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73051"/>
            <a:ext cx="4076700" cy="4991100"/>
          </a:xfrm>
        </p:spPr>
        <p:txBody>
          <a:bodyPr/>
          <a:lstStyle>
            <a:lvl1pPr>
              <a:defRPr/>
            </a:lvl1pPr>
            <a:lvl2pPr marL="292608" indent="-292608">
              <a:spcBef>
                <a:spcPts val="1000"/>
              </a:spcBef>
              <a:spcAft>
                <a:spcPts val="0"/>
              </a:spcAft>
              <a:defRPr/>
            </a:lvl2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7881570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2022764" y="192490"/>
            <a:ext cx="6778335"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pic>
        <p:nvPicPr>
          <p:cNvPr id="4" name="Picture 3">
            <a:extLst>
              <a:ext uri="{FF2B5EF4-FFF2-40B4-BE49-F238E27FC236}">
                <a16:creationId xmlns:a16="http://schemas.microsoft.com/office/drawing/2014/main" id="{15A7E40D-2A6B-4B43-8474-A1C9EAF1D337}"/>
              </a:ext>
            </a:extLst>
          </p:cNvPr>
          <p:cNvPicPr>
            <a:picLocks noChangeAspect="1"/>
          </p:cNvPicPr>
          <p:nvPr userDrawn="1"/>
        </p:nvPicPr>
        <p:blipFill>
          <a:blip r:embed="rId2"/>
          <a:stretch>
            <a:fillRect/>
          </a:stretch>
        </p:blipFill>
        <p:spPr>
          <a:xfrm>
            <a:off x="342900" y="399540"/>
            <a:ext cx="1531522" cy="420120"/>
          </a:xfrm>
          <a:prstGeom prst="rect">
            <a:avLst/>
          </a:prstGeom>
        </p:spPr>
      </p:pic>
    </p:spTree>
    <p:extLst>
      <p:ext uri="{BB962C8B-B14F-4D97-AF65-F5344CB8AC3E}">
        <p14:creationId xmlns:p14="http://schemas.microsoft.com/office/powerpoint/2010/main" val="48298191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vl2pPr marL="292608" indent="-292608">
              <a:spcBef>
                <a:spcPts val="1000"/>
              </a:spcBef>
              <a:spcAft>
                <a:spcPts val="0"/>
              </a:spcAft>
              <a:defRPr/>
            </a:lvl2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144696270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userDrawn="1">
          <p15:clr>
            <a:srgbClr val="FBAE40"/>
          </p15:clr>
        </p15:guide>
        <p15:guide id="5" pos="3864"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spcBef>
                <a:spcPts val="1000"/>
              </a:spcBef>
              <a:spcAft>
                <a:spcPts val="0"/>
              </a:spcAft>
              <a:defRPr/>
            </a:lvl1pPr>
            <a:lvl2pPr marL="292608" indent="-292608">
              <a:spcBef>
                <a:spcPts val="1000"/>
              </a:spcBef>
              <a:spcAft>
                <a:spcPts val="0"/>
              </a:spcAft>
              <a:defRPr/>
            </a:lvl2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410000558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spcBef>
                <a:spcPts val="1000"/>
              </a:spcBef>
              <a:spcAft>
                <a:spcPts val="0"/>
              </a:spcAft>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spcBef>
                <a:spcPts val="1000"/>
              </a:spcBef>
              <a:spcAft>
                <a:spcPts val="0"/>
              </a:spcAft>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spcBef>
                <a:spcPts val="1000"/>
              </a:spcBef>
              <a:spcAft>
                <a:spcPts val="0"/>
              </a:spcAft>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spcBef>
                <a:spcPts val="1000"/>
              </a:spcBef>
              <a:spcAft>
                <a:spcPts val="0"/>
              </a:spcAft>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spcBef>
                <a:spcPts val="1000"/>
              </a:spcBef>
              <a:spcAft>
                <a:spcPts val="0"/>
              </a:spcAft>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spcBef>
                <a:spcPts val="1000"/>
              </a:spcBef>
              <a:spcAft>
                <a:spcPts val="0"/>
              </a:spcAft>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0706143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192490"/>
            <a:ext cx="8458200" cy="903231"/>
          </a:xfrm>
          <a:prstGeom prst="rect">
            <a:avLst/>
          </a:prstGeom>
        </p:spPr>
        <p:txBody>
          <a:bodyPr anchor="ctr">
            <a:normAutofit/>
          </a:bodyPr>
          <a:lstStyle>
            <a:lvl1pPr>
              <a:defRPr sz="4000"/>
            </a:lvl1pPr>
          </a:lstStyle>
          <a:p>
            <a:r>
              <a:rPr lang="en-US" dirty="0"/>
              <a:t>Slide Title</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3915201" cy="612476"/>
          </a:xfrm>
          <a:prstGeom prst="rect">
            <a:avLst/>
          </a:prstGeom>
        </p:spPr>
        <p:txBody>
          <a:bodyPr/>
          <a:lstStyle>
            <a:lvl1pPr>
              <a:spcBef>
                <a:spcPts val="1000"/>
              </a:spcBef>
              <a:spcAft>
                <a:spcPts val="0"/>
              </a:spcAft>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3915201" cy="649138"/>
          </a:xfrm>
        </p:spPr>
        <p:txBody>
          <a:bodyPr/>
          <a:lstStyle>
            <a:lvl1pPr>
              <a:spcBef>
                <a:spcPts val="1000"/>
              </a:spcBef>
              <a:spcAft>
                <a:spcPts val="0"/>
              </a:spcAft>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3915201" cy="673100"/>
          </a:xfrm>
        </p:spPr>
        <p:txBody>
          <a:bodyPr/>
          <a:lstStyle>
            <a:lvl1pPr>
              <a:spcBef>
                <a:spcPts val="1000"/>
              </a:spcBef>
              <a:spcAft>
                <a:spcPts val="0"/>
              </a:spcAft>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3915201" cy="698500"/>
          </a:xfrm>
        </p:spPr>
        <p:txBody>
          <a:bodyPr/>
          <a:lstStyle>
            <a:lvl1pPr>
              <a:spcBef>
                <a:spcPts val="1000"/>
              </a:spcBef>
              <a:spcAft>
                <a:spcPts val="0"/>
              </a:spcAft>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3915201" cy="698500"/>
          </a:xfrm>
        </p:spPr>
        <p:txBody>
          <a:bodyPr/>
          <a:lstStyle>
            <a:lvl1pPr>
              <a:spcBef>
                <a:spcPts val="1000"/>
              </a:spcBef>
              <a:spcAft>
                <a:spcPts val="0"/>
              </a:spcAft>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3915201" cy="733425"/>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2" name="Content Placeholder 6">
            <a:extLst>
              <a:ext uri="{FF2B5EF4-FFF2-40B4-BE49-F238E27FC236}">
                <a16:creationId xmlns:a16="http://schemas.microsoft.com/office/drawing/2014/main" id="{DB5446E9-DDFC-4F9F-AEF5-5E6061E5BD1A}"/>
              </a:ext>
            </a:extLst>
          </p:cNvPr>
          <p:cNvSpPr>
            <a:spLocks noGrp="1"/>
          </p:cNvSpPr>
          <p:nvPr>
            <p:ph sz="quarter" idx="19" hasCustomPrompt="1"/>
          </p:nvPr>
        </p:nvSpPr>
        <p:spPr>
          <a:xfrm>
            <a:off x="4619199" y="1255490"/>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4" name="Content Placeholder 6">
            <a:extLst>
              <a:ext uri="{FF2B5EF4-FFF2-40B4-BE49-F238E27FC236}">
                <a16:creationId xmlns:a16="http://schemas.microsoft.com/office/drawing/2014/main" id="{9BC59DB4-A285-4104-8DAD-21B49267AAD3}"/>
              </a:ext>
            </a:extLst>
          </p:cNvPr>
          <p:cNvSpPr>
            <a:spLocks noGrp="1"/>
          </p:cNvSpPr>
          <p:nvPr>
            <p:ph sz="quarter" idx="20" hasCustomPrompt="1"/>
          </p:nvPr>
        </p:nvSpPr>
        <p:spPr>
          <a:xfrm>
            <a:off x="4619199" y="1998291"/>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6" name="Content Placeholder 6">
            <a:extLst>
              <a:ext uri="{FF2B5EF4-FFF2-40B4-BE49-F238E27FC236}">
                <a16:creationId xmlns:a16="http://schemas.microsoft.com/office/drawing/2014/main" id="{FF319E46-D027-404B-8292-60A07B8E3C98}"/>
              </a:ext>
            </a:extLst>
          </p:cNvPr>
          <p:cNvSpPr>
            <a:spLocks noGrp="1"/>
          </p:cNvSpPr>
          <p:nvPr>
            <p:ph sz="quarter" idx="21" hasCustomPrompt="1"/>
          </p:nvPr>
        </p:nvSpPr>
        <p:spPr>
          <a:xfrm>
            <a:off x="4619198" y="2723530"/>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7" name="Content Placeholder 6">
            <a:extLst>
              <a:ext uri="{FF2B5EF4-FFF2-40B4-BE49-F238E27FC236}">
                <a16:creationId xmlns:a16="http://schemas.microsoft.com/office/drawing/2014/main" id="{E1FA65FE-4DFA-484E-A01C-9BF08B32C20A}"/>
              </a:ext>
            </a:extLst>
          </p:cNvPr>
          <p:cNvSpPr>
            <a:spLocks noGrp="1"/>
          </p:cNvSpPr>
          <p:nvPr>
            <p:ph sz="quarter" idx="22" hasCustomPrompt="1"/>
          </p:nvPr>
        </p:nvSpPr>
        <p:spPr>
          <a:xfrm>
            <a:off x="4619197" y="3528194"/>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8" name="Content Placeholder 6">
            <a:extLst>
              <a:ext uri="{FF2B5EF4-FFF2-40B4-BE49-F238E27FC236}">
                <a16:creationId xmlns:a16="http://schemas.microsoft.com/office/drawing/2014/main" id="{6FE7E90B-1DE9-4A55-9F1D-9EF5F50C09A3}"/>
              </a:ext>
            </a:extLst>
          </p:cNvPr>
          <p:cNvSpPr>
            <a:spLocks noGrp="1"/>
          </p:cNvSpPr>
          <p:nvPr>
            <p:ph sz="quarter" idx="23" hasCustomPrompt="1"/>
          </p:nvPr>
        </p:nvSpPr>
        <p:spPr>
          <a:xfrm>
            <a:off x="4619199" y="4351336"/>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19" name="Content Placeholder 6">
            <a:extLst>
              <a:ext uri="{FF2B5EF4-FFF2-40B4-BE49-F238E27FC236}">
                <a16:creationId xmlns:a16="http://schemas.microsoft.com/office/drawing/2014/main" id="{78067368-CA9E-4B15-AE6A-F50A1D1FEE7F}"/>
              </a:ext>
            </a:extLst>
          </p:cNvPr>
          <p:cNvSpPr>
            <a:spLocks noGrp="1"/>
          </p:cNvSpPr>
          <p:nvPr>
            <p:ph sz="quarter" idx="24" hasCustomPrompt="1"/>
          </p:nvPr>
        </p:nvSpPr>
        <p:spPr>
          <a:xfrm>
            <a:off x="4619199" y="5142672"/>
            <a:ext cx="3915201" cy="612477"/>
          </a:xfrm>
        </p:spPr>
        <p:txBody>
          <a:bodyPr/>
          <a:lstStyle>
            <a:lvl1pPr>
              <a:spcBef>
                <a:spcPts val="1000"/>
              </a:spcBef>
              <a:spcAft>
                <a:spcPts val="0"/>
              </a:spcAft>
              <a:defRPr/>
            </a:lvl1pPr>
          </a:lstStyle>
          <a:p>
            <a:pPr lvl="0"/>
            <a:r>
              <a:rPr lang="en-US"/>
              <a:t>Slide Content 6</a:t>
            </a:r>
          </a:p>
          <a:p>
            <a:pPr lvl="1"/>
            <a:r>
              <a:rPr lang="en-US"/>
              <a:t>Second level</a:t>
            </a:r>
          </a:p>
          <a:p>
            <a:pPr lvl="2"/>
            <a:r>
              <a:rPr lang="en-US"/>
              <a:t>Third level</a:t>
            </a:r>
            <a:endParaRPr lang="en-US" dirty="0"/>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90875865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235525"/>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40524"/>
            <a:ext cx="2980826" cy="225425"/>
          </a:xfrm>
        </p:spPr>
        <p:txBody>
          <a:bodyPr anchor="ctr">
            <a:noAutofit/>
          </a:bodyPr>
          <a:lstStyle>
            <a:lvl1pPr algn="ctr">
              <a:defRPr sz="1200">
                <a:solidFill>
                  <a:srgbClr val="002060"/>
                </a:solidFill>
              </a:defRPr>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solidFill>
                  <a:srgbClr val="002060"/>
                </a:solidFill>
              </a:defRPr>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921562542"/>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0211" y="1005697"/>
            <a:ext cx="2443579" cy="2443579"/>
          </a:xfrm>
          <a:prstGeom prst="rect">
            <a:avLst/>
          </a:prstGeom>
        </p:spPr>
      </p:pic>
      <p:sp>
        <p:nvSpPr>
          <p:cNvPr id="3" name="Long Copyright">
            <a:extLst>
              <a:ext uri="{FF2B5EF4-FFF2-40B4-BE49-F238E27FC236}">
                <a16:creationId xmlns:a16="http://schemas.microsoft.com/office/drawing/2014/main" id="{9AB572CE-E262-4FA6-8D47-02F068ADD1BE}"/>
              </a:ext>
            </a:extLst>
          </p:cNvPr>
          <p:cNvSpPr>
            <a:spLocks noGrp="1"/>
          </p:cNvSpPr>
          <p:nvPr>
            <p:ph type="ftr" sz="quarter" idx="10"/>
          </p:nvPr>
        </p:nvSpPr>
        <p:spPr>
          <a:xfrm>
            <a:off x="0" y="6487064"/>
            <a:ext cx="9144000" cy="370936"/>
          </a:xfrm>
        </p:spPr>
        <p:txBody>
          <a:bodyPr/>
          <a:lstStyle>
            <a:lvl1pPr algn="ctr">
              <a:defRPr/>
            </a:lvl1pPr>
          </a:lstStyle>
          <a:p>
            <a:pPr defTabSz="457200">
              <a:spcBef>
                <a:spcPct val="20000"/>
              </a:spcBef>
              <a:defRPr/>
            </a:pPr>
            <a:r>
              <a:rPr lang="en-US" dirty="0"/>
              <a:t>© &lt; add the year&gt; McGraw Hill. All rights reserved. Authorized only for instructor use in the classroom.</a:t>
            </a:r>
          </a:p>
          <a:p>
            <a:pPr defTabSz="457200">
              <a:spcBef>
                <a:spcPct val="20000"/>
              </a:spcBef>
              <a:defRPr/>
            </a:pPr>
            <a:r>
              <a:rPr lang="en-US" dirty="0"/>
              <a:t>No reproduction or further distribution permitted without the prior written consent of McGraw Hill.</a:t>
            </a:r>
          </a:p>
        </p:txBody>
      </p:sp>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Tree>
    <p:extLst>
      <p:ext uri="{BB962C8B-B14F-4D97-AF65-F5344CB8AC3E}">
        <p14:creationId xmlns:p14="http://schemas.microsoft.com/office/powerpoint/2010/main" val="7443668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_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a:extLst>
              <a:ext uri="{FF2B5EF4-FFF2-40B4-BE49-F238E27FC236}">
                <a16:creationId xmlns:a16="http://schemas.microsoft.com/office/drawing/2014/main" id="{60DCFDF5-2A5B-440E-888A-BC0BFEF9FF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350211" y="1005697"/>
            <a:ext cx="2443579" cy="2443579"/>
          </a:xfrm>
          <a:prstGeom prst="rect">
            <a:avLst/>
          </a:prstGeom>
        </p:spPr>
      </p:pic>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
        <p:nvSpPr>
          <p:cNvPr id="5" name="Content Placeholder 4">
            <a:extLst>
              <a:ext uri="{FF2B5EF4-FFF2-40B4-BE49-F238E27FC236}">
                <a16:creationId xmlns:a16="http://schemas.microsoft.com/office/drawing/2014/main" id="{8352138A-1304-465B-AE03-541BDE0CCB45}"/>
              </a:ext>
            </a:extLst>
          </p:cNvPr>
          <p:cNvSpPr>
            <a:spLocks noGrp="1"/>
          </p:cNvSpPr>
          <p:nvPr>
            <p:ph sz="quarter" idx="10"/>
          </p:nvPr>
        </p:nvSpPr>
        <p:spPr>
          <a:xfrm>
            <a:off x="228600" y="6543675"/>
            <a:ext cx="8715375" cy="1873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638914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p>
        </p:txBody>
      </p:sp>
      <p:sp>
        <p:nvSpPr>
          <p:cNvPr id="3" name="Slide Number Placeholder">
            <a:extLst>
              <a:ext uri="{FF2B5EF4-FFF2-40B4-BE49-F238E27FC236}">
                <a16:creationId xmlns:a16="http://schemas.microsoft.com/office/drawing/2014/main" id="{0B6E1DCB-9B8A-423D-B48B-2CCDE624B45C}"/>
              </a:ext>
            </a:extLst>
          </p:cNvPr>
          <p:cNvSpPr>
            <a:spLocks noGrp="1"/>
          </p:cNvSpPr>
          <p:nvPr>
            <p:ph type="sldNum" sz="quarter" idx="10"/>
          </p:nvPr>
        </p:nvSpPr>
        <p:spPr>
          <a:xfrm>
            <a:off x="8637202" y="6682314"/>
            <a:ext cx="342900" cy="143831"/>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36925710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Misc. 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C0136BE0-3F2D-44D5-B125-B7A30D2C8896}"/>
              </a:ext>
            </a:extLst>
          </p:cNvPr>
          <p:cNvSpPr>
            <a:spLocks noGrp="1"/>
          </p:cNvSpPr>
          <p:nvPr>
            <p:ph type="title"/>
          </p:nvPr>
        </p:nvSpPr>
        <p:spPr>
          <a:xfrm>
            <a:off x="339450" y="117244"/>
            <a:ext cx="6065851" cy="730970"/>
          </a:xfrm>
          <a:prstGeom prst="rect">
            <a:avLst/>
          </a:prstGeom>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FA117DCA-6A6D-48B9-9002-DA1E4814BF99}"/>
              </a:ext>
            </a:extLst>
          </p:cNvPr>
          <p:cNvSpPr>
            <a:spLocks noGrp="1"/>
          </p:cNvSpPr>
          <p:nvPr>
            <p:ph type="sldNum" sz="quarter" idx="10"/>
          </p:nvPr>
        </p:nvSpPr>
        <p:spPr>
          <a:xfrm>
            <a:off x="8637202" y="6682314"/>
            <a:ext cx="342900" cy="143831"/>
          </a:xfrm>
          <a:prstGeom prst="rect">
            <a:avLst/>
          </a:prstGeom>
        </p:spPr>
        <p:txBody>
          <a:bodyPr/>
          <a:lstStyle/>
          <a:p>
            <a:fld id="{68151E55-6873-49E2-B8D5-2F265E6F1973}" type="slidenum">
              <a:rPr lang="en-US" smtClean="0"/>
              <a:pPr/>
              <a:t>‹#›</a:t>
            </a:fld>
            <a:endParaRPr lang="en-US" dirty="0"/>
          </a:p>
        </p:txBody>
      </p:sp>
      <p:sp>
        <p:nvSpPr>
          <p:cNvPr id="5" name="Content Placeholder">
            <a:extLst>
              <a:ext uri="{FF2B5EF4-FFF2-40B4-BE49-F238E27FC236}">
                <a16:creationId xmlns:a16="http://schemas.microsoft.com/office/drawing/2014/main" id="{DA8444E8-1445-4AB7-85DD-90449330C005}"/>
              </a:ext>
            </a:extLst>
          </p:cNvPr>
          <p:cNvSpPr>
            <a:spLocks noGrp="1"/>
          </p:cNvSpPr>
          <p:nvPr>
            <p:ph sz="quarter" idx="11" hasCustomPrompt="1"/>
          </p:nvPr>
        </p:nvSpPr>
        <p:spPr>
          <a:xfrm>
            <a:off x="342900" y="1973249"/>
            <a:ext cx="6477000" cy="4343400"/>
          </a:xfrm>
        </p:spPr>
        <p:txBody>
          <a:bodyPr/>
          <a:lstStyle>
            <a:lvl1pPr>
              <a:defRPr/>
            </a:lvl1pPr>
            <a:lvl2pPr marL="344488" indent="-342900">
              <a:buFont typeface="Arial" panose="020B0604020202020204" pitchFamily="34" charset="0"/>
              <a:buChar char="•"/>
              <a:defRPr/>
            </a:lvl2pPr>
            <a:lvl3pPr>
              <a:defRPr/>
            </a:lvl3pPr>
            <a:lvl4pPr>
              <a:defRPr/>
            </a:lvl4pPr>
          </a:lstStyle>
          <a:p>
            <a:pPr lvl="0"/>
            <a:r>
              <a:rPr lang="en-US" dirty="0"/>
              <a:t>Slide Content</a:t>
            </a:r>
          </a:p>
          <a:p>
            <a:pPr lvl="2"/>
            <a:r>
              <a:rPr lang="en-US" dirty="0"/>
              <a:t>Second level</a:t>
            </a:r>
          </a:p>
          <a:p>
            <a:pPr lvl="3"/>
            <a:r>
              <a:rPr lang="en-US" dirty="0"/>
              <a:t>Third level</a:t>
            </a:r>
          </a:p>
        </p:txBody>
      </p:sp>
    </p:spTree>
    <p:extLst>
      <p:ext uri="{BB962C8B-B14F-4D97-AF65-F5344CB8AC3E}">
        <p14:creationId xmlns:p14="http://schemas.microsoft.com/office/powerpoint/2010/main" val="44541601"/>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Tree>
    <p:extLst>
      <p:ext uri="{BB962C8B-B14F-4D97-AF65-F5344CB8AC3E}">
        <p14:creationId xmlns:p14="http://schemas.microsoft.com/office/powerpoint/2010/main" val="544467532"/>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842702864"/>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ppendix-Two Comparison Placeholders With Identifi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9" name="Return to main slide Link 1">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3081528" y="1059828"/>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8" name="Image Identifier 1">
            <a:extLst>
              <a:ext uri="{FF2B5EF4-FFF2-40B4-BE49-F238E27FC236}">
                <a16:creationId xmlns:a16="http://schemas.microsoft.com/office/drawing/2014/main" id="{C828D23C-A7ED-420E-B199-2D8CCF24D6BE}"/>
              </a:ext>
            </a:extLst>
          </p:cNvPr>
          <p:cNvSpPr>
            <a:spLocks noGrp="1"/>
          </p:cNvSpPr>
          <p:nvPr>
            <p:ph type="body" sz="quarter" idx="15" hasCustomPrompt="1"/>
          </p:nvPr>
        </p:nvSpPr>
        <p:spPr>
          <a:xfrm>
            <a:off x="365125" y="1410562"/>
            <a:ext cx="4076700" cy="392112"/>
          </a:xfrm>
        </p:spPr>
        <p:txBody>
          <a:bodyPr/>
          <a:lstStyle>
            <a:lvl1pPr>
              <a:defRPr/>
            </a:lvl1pPr>
          </a:lstStyle>
          <a:p>
            <a:pPr lvl="0"/>
            <a:r>
              <a:rPr lang="en-US" dirty="0"/>
              <a:t>Image Identifier 1</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933303"/>
            <a:ext cx="4076700" cy="431509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1" name="Image Identifier 2">
            <a:extLst>
              <a:ext uri="{FF2B5EF4-FFF2-40B4-BE49-F238E27FC236}">
                <a16:creationId xmlns:a16="http://schemas.microsoft.com/office/drawing/2014/main" id="{7DBCEA22-E8D2-4B8A-B55C-3FFA6FAB317C}"/>
              </a:ext>
            </a:extLst>
          </p:cNvPr>
          <p:cNvSpPr>
            <a:spLocks noGrp="1"/>
          </p:cNvSpPr>
          <p:nvPr>
            <p:ph type="body" sz="quarter" idx="16" hasCustomPrompt="1"/>
          </p:nvPr>
        </p:nvSpPr>
        <p:spPr>
          <a:xfrm>
            <a:off x="4715145" y="1410562"/>
            <a:ext cx="4078224" cy="393192"/>
          </a:xfrm>
        </p:spPr>
        <p:txBody>
          <a:bodyPr/>
          <a:lstStyle>
            <a:lvl1pPr>
              <a:defRPr/>
            </a:lvl1pPr>
          </a:lstStyle>
          <a:p>
            <a:pPr lvl="0"/>
            <a:r>
              <a:rPr lang="en-US" dirty="0"/>
              <a:t>Image Identifier 2</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933303"/>
            <a:ext cx="4076700" cy="4315097"/>
          </a:xfrm>
          <a:prstGeom prst="rect">
            <a:avLst/>
          </a:prstGeo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Return to main slide Link 2">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081528" y="6348550"/>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a:p>
        </p:txBody>
      </p:sp>
    </p:spTree>
    <p:extLst>
      <p:ext uri="{BB962C8B-B14F-4D97-AF65-F5344CB8AC3E}">
        <p14:creationId xmlns:p14="http://schemas.microsoft.com/office/powerpoint/2010/main" val="250593321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slideLayout" Target="../slideLayouts/slideLayout17.xml"/><Relationship Id="rId18" Type="http://schemas.openxmlformats.org/officeDocument/2006/relationships/slideLayout" Target="../slideLayouts/slideLayout2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17" Type="http://schemas.openxmlformats.org/officeDocument/2006/relationships/slideLayout" Target="../slideLayouts/slideLayout21.xml"/><Relationship Id="rId2" Type="http://schemas.openxmlformats.org/officeDocument/2006/relationships/slideLayout" Target="../slideLayouts/slideLayout6.xml"/><Relationship Id="rId16" Type="http://schemas.openxmlformats.org/officeDocument/2006/relationships/slideLayout" Target="../slideLayouts/slideLayout20.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5" Type="http://schemas.openxmlformats.org/officeDocument/2006/relationships/slideLayout" Target="../slideLayouts/slideLayout19.xml"/><Relationship Id="rId10" Type="http://schemas.openxmlformats.org/officeDocument/2006/relationships/slideLayout" Target="../slideLayouts/slideLayout14.xml"/><Relationship Id="rId19" Type="http://schemas.openxmlformats.org/officeDocument/2006/relationships/theme" Target="../theme/theme2.xml"/><Relationship Id="rId4" Type="http://schemas.openxmlformats.org/officeDocument/2006/relationships/slideLayout" Target="../slideLayouts/slideLayout8.xml"/><Relationship Id="rId9" Type="http://schemas.openxmlformats.org/officeDocument/2006/relationships/slideLayout" Target="../slideLayouts/slideLayout13.xml"/><Relationship Id="rId14"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slideLayout" Target="../slideLayouts/slideLayout26.xml"/><Relationship Id="rId1" Type="http://schemas.openxmlformats.org/officeDocument/2006/relationships/slideLayout" Target="../slideLayouts/slideLayout25.xml"/><Relationship Id="rId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29.xml"/><Relationship Id="rId1"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MGH logo">
            <a:extLst>
              <a:ext uri="{FF2B5EF4-FFF2-40B4-BE49-F238E27FC236}">
                <a16:creationId xmlns:a16="http://schemas.microsoft.com/office/drawing/2014/main" id="{BF372B49-B6F5-4826-B4F8-2F8A4FFF8894}"/>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294106" y="283845"/>
            <a:ext cx="999514" cy="999514"/>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userDrawn="1"/>
        </p:nvSpPr>
        <p:spPr>
          <a:xfrm>
            <a:off x="5060273" y="337349"/>
            <a:ext cx="3873993" cy="338554"/>
          </a:xfrm>
          <a:prstGeom prst="rect">
            <a:avLst/>
          </a:prstGeom>
          <a:noFill/>
        </p:spPr>
        <p:txBody>
          <a:bodyPr wrap="square" lIns="45720" r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spc="40" dirty="0">
                <a:effectLst/>
                <a:latin typeface="Arial" panose="020B0604020202020204" pitchFamily="34" charset="0"/>
                <a:ea typeface="Calibri" panose="020F0502020204030204" pitchFamily="34" charset="0"/>
              </a:rPr>
              <a:t>Because learning changes everything.</a:t>
            </a:r>
            <a:r>
              <a:rPr lang="en-US" sz="1050" spc="40" baseline="60000" dirty="0">
                <a:effectLst/>
                <a:latin typeface="Arial" panose="020B0604020202020204" pitchFamily="34" charset="0"/>
                <a:ea typeface="Calibri" panose="020F0502020204030204" pitchFamily="34" charset="0"/>
              </a:rPr>
              <a:t>®</a:t>
            </a:r>
            <a:endParaRPr lang="en-US" sz="1600" spc="40" baseline="60000" dirty="0"/>
          </a:p>
        </p:txBody>
      </p:sp>
      <p:sp>
        <p:nvSpPr>
          <p:cNvPr id="5" name="Long Copyright"/>
          <p:cNvSpPr>
            <a:spLocks noGrp="1"/>
          </p:cNvSpPr>
          <p:nvPr>
            <p:ph type="ftr" sz="quarter" idx="3"/>
          </p:nvPr>
        </p:nvSpPr>
        <p:spPr>
          <a:xfrm>
            <a:off x="0" y="6478439"/>
            <a:ext cx="9144000" cy="379562"/>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pPr defTabSz="457200">
              <a:spcBef>
                <a:spcPct val="20000"/>
              </a:spcBef>
              <a:defRPr/>
            </a:pPr>
            <a:r>
              <a:rPr lang="en-US" dirty="0"/>
              <a:t>Add long copyright</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9545871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 Hill</a:t>
            </a:r>
          </a:p>
        </p:txBody>
      </p:sp>
      <p:sp>
        <p:nvSpPr>
          <p:cNvPr id="10" name="Slide Number Placeholder">
            <a:extLst>
              <a:ext uri="{FF2B5EF4-FFF2-40B4-BE49-F238E27FC236}">
                <a16:creationId xmlns:a16="http://schemas.microsoft.com/office/drawing/2014/main" id="{A9994BA6-A29E-44A0-A7B3-164E7D8FE393}"/>
              </a:ext>
            </a:extLst>
          </p:cNvPr>
          <p:cNvSpPr>
            <a:spLocks noGrp="1"/>
          </p:cNvSpPr>
          <p:nvPr>
            <p:ph type="sldNum" sz="quarter" idx="4"/>
          </p:nvPr>
        </p:nvSpPr>
        <p:spPr>
          <a:xfrm>
            <a:off x="8626412" y="6673531"/>
            <a:ext cx="355840" cy="161396"/>
          </a:xfrm>
          <a:prstGeom prst="rect">
            <a:avLst/>
          </a:prstGeom>
        </p:spPr>
        <p:txBody>
          <a:bodyPr/>
          <a:lstStyle>
            <a:lvl1pPr>
              <a:defRPr sz="800"/>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881564708"/>
      </p:ext>
    </p:extLst>
  </p:cSld>
  <p:clrMap bg1="lt1" tx1="dk1" bg2="lt2" tx2="dk2" accent1="accent1" accent2="accent2" accent3="accent3" accent4="accent4" accent5="accent5" accent6="accent6" hlink="hlink" folHlink="folHlink"/>
  <p:sldLayoutIdLst>
    <p:sldLayoutId id="2147483692" r:id="rId1"/>
    <p:sldLayoutId id="2147483717" r:id="rId2"/>
    <p:sldLayoutId id="2147483706" r:id="rId3"/>
    <p:sldLayoutId id="2147483709" r:id="rId4"/>
    <p:sldLayoutId id="2147483707" r:id="rId5"/>
    <p:sldLayoutId id="2147483708" r:id="rId6"/>
    <p:sldLayoutId id="2147483711" r:id="rId7"/>
    <p:sldLayoutId id="2147483716" r:id="rId8"/>
    <p:sldLayoutId id="2147483693" r:id="rId9"/>
    <p:sldLayoutId id="2147483719" r:id="rId10"/>
    <p:sldLayoutId id="2147483718" r:id="rId11"/>
    <p:sldLayoutId id="2147483699" r:id="rId12"/>
    <p:sldLayoutId id="2147483720" r:id="rId13"/>
    <p:sldLayoutId id="2147483695" r:id="rId14"/>
    <p:sldLayoutId id="2147483696" r:id="rId15"/>
    <p:sldLayoutId id="2147483697" r:id="rId16"/>
    <p:sldLayoutId id="2147483721" r:id="rId17"/>
    <p:sldLayoutId id="2147483723" r:id="rId18"/>
  </p:sldLayoutIdLst>
  <p:hf hd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kern="1200">
          <a:solidFill>
            <a:schemeClr val="tx2"/>
          </a:solidFill>
          <a:latin typeface="+mn-lt"/>
          <a:ea typeface="+mn-ea"/>
          <a:cs typeface="+mn-cs"/>
        </a:defRPr>
      </a:lvl1pPr>
      <a:lvl2pPr marL="292608" indent="-292608" algn="l" defTabSz="914400" rtl="0" eaLnBrk="1" latinLnBrk="0" hangingPunct="1">
        <a:lnSpc>
          <a:spcPct val="100000"/>
        </a:lnSpc>
        <a:spcBef>
          <a:spcPts val="1000"/>
        </a:spcBef>
        <a:spcAft>
          <a:spcPts val="0"/>
        </a:spcAft>
        <a:buClrTx/>
        <a:buFont typeface="Arial" panose="020B0604020202020204" pitchFamily="34" charset="0"/>
        <a:buChar char="•"/>
        <a:defRPr sz="2400" kern="1200">
          <a:solidFill>
            <a:schemeClr val="tx2"/>
          </a:solidFill>
          <a:latin typeface="+mn-lt"/>
          <a:ea typeface="+mn-ea"/>
          <a:cs typeface="+mn-cs"/>
        </a:defRPr>
      </a:lvl2pPr>
      <a:lvl3pPr marL="622800" indent="-292608" algn="l" defTabSz="914400" rtl="0" eaLnBrk="1" latinLnBrk="0" hangingPunct="1">
        <a:lnSpc>
          <a:spcPct val="100000"/>
        </a:lnSpc>
        <a:spcBef>
          <a:spcPts val="1000"/>
        </a:spcBef>
        <a:spcAft>
          <a:spcPts val="0"/>
        </a:spcAft>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864" userDrawn="1">
          <p15:clr>
            <a:srgbClr val="F26B43"/>
          </p15:clr>
        </p15:guide>
        <p15:guide id="13" orient="horz" pos="360" userDrawn="1">
          <p15:clr>
            <a:srgbClr val="F26B43"/>
          </p15:clr>
        </p15:guide>
        <p15:guide id="14" orient="horz" pos="3936" userDrawn="1">
          <p15:clr>
            <a:srgbClr val="F26B43"/>
          </p15:clr>
        </p15:guide>
        <p15:guide id="15" pos="984" userDrawn="1">
          <p15:clr>
            <a:srgbClr val="F26B43"/>
          </p15:clr>
        </p15:guide>
        <p15:guide id="16" pos="5376" userDrawn="1">
          <p15:clr>
            <a:srgbClr val="F26B43"/>
          </p15:clr>
        </p15:guide>
        <p15:guide id="17" pos="26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6495691"/>
            <a:ext cx="9144000" cy="362309"/>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r>
              <a:rPr lang="en-US" dirty="0"/>
              <a:t>Add long copyright line here</a:t>
            </a:r>
          </a:p>
        </p:txBody>
      </p:sp>
      <p:sp>
        <p:nvSpPr>
          <p:cNvPr id="6" name="MGH Yellow Line">
            <a:extLst>
              <a:ext uri="{FF2B5EF4-FFF2-40B4-BE49-F238E27FC236}">
                <a16:creationId xmlns:a16="http://schemas.microsoft.com/office/drawing/2014/main" id="{F20163A4-4644-4B17-9C8A-EF42A992331B}"/>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7998185"/>
      </p:ext>
    </p:extLst>
  </p:cSld>
  <p:clrMap bg1="lt1" tx1="dk1" bg2="lt2" tx2="dk2" accent1="accent1" accent2="accent2" accent3="accent3" accent4="accent4" accent5="accent5" accent6="accent6" hlink="hlink" folHlink="folHlink"/>
  <p:sldLayoutIdLst>
    <p:sldLayoutId id="2147483685" r:id="rId1"/>
    <p:sldLayoutId id="2147483705" r:id="rId2"/>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userDrawn="1">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2160" userDrawn="1">
          <p15:clr>
            <a:srgbClr val="F26B43"/>
          </p15:clr>
        </p15:guide>
        <p15:guide id="13" pos="364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a:extLst>
              <a:ext uri="{FF2B5EF4-FFF2-40B4-BE49-F238E27FC236}">
                <a16:creationId xmlns:a16="http://schemas.microsoft.com/office/drawing/2014/main" id="{BEB99B55-73FB-42B4-93ED-C5E818675C31}"/>
              </a:ext>
            </a:extLst>
          </p:cNvPr>
          <p:cNvSpPr>
            <a:spLocks noGrp="1"/>
          </p:cNvSpPr>
          <p:nvPr>
            <p:ph type="body" idx="1"/>
          </p:nvPr>
        </p:nvSpPr>
        <p:spPr>
          <a:xfrm>
            <a:off x="342901" y="1976546"/>
            <a:ext cx="6480593" cy="4351338"/>
          </a:xfrm>
          <a:prstGeom prst="rect">
            <a:avLst/>
          </a:prstGeom>
        </p:spPr>
        <p:txBody>
          <a:bodyPr vert="horz" lIns="91440" tIns="45720" rIns="91440" bIns="45720" rtlCol="0">
            <a:normAutofit/>
          </a:bodyPr>
          <a:lstStyle/>
          <a:p>
            <a:pPr lvl="0"/>
            <a:r>
              <a:rPr lang="en-US" dirty="0"/>
              <a:t>Slide Content</a:t>
            </a:r>
          </a:p>
          <a:p>
            <a:pPr lvl="2"/>
            <a:r>
              <a:rPr lang="en-US" dirty="0"/>
              <a:t>Second level</a:t>
            </a:r>
          </a:p>
          <a:p>
            <a:pPr lvl="3"/>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24279" y="6660234"/>
            <a:ext cx="1285344"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 Hill</a:t>
            </a:r>
          </a:p>
        </p:txBody>
      </p:sp>
      <p:grpSp>
        <p:nvGrpSpPr>
          <p:cNvPr id="6" name="MGH Shape">
            <a:extLst>
              <a:ext uri="{FF2B5EF4-FFF2-40B4-BE49-F238E27FC236}">
                <a16:creationId xmlns:a16="http://schemas.microsoft.com/office/drawing/2014/main" id="{B719ECBD-8119-4217-9D58-2638FA4365C1}"/>
              </a:ext>
              <a:ext uri="{C183D7F6-B498-43B3-948B-1728B52AA6E4}">
                <adec:decorative xmlns:adec="http://schemas.microsoft.com/office/drawing/2017/decorative" val="1"/>
              </a:ext>
            </a:extLst>
          </p:cNvPr>
          <p:cNvGrpSpPr/>
          <p:nvPr userDrawn="1"/>
        </p:nvGrpSpPr>
        <p:grpSpPr>
          <a:xfrm>
            <a:off x="6622742" y="0"/>
            <a:ext cx="2521258" cy="6623843"/>
            <a:chOff x="3491346" y="0"/>
            <a:chExt cx="2508933" cy="6367263"/>
          </a:xfrm>
        </p:grpSpPr>
        <p:sp>
          <p:nvSpPr>
            <p:cNvPr id="9" name="Freeform 11">
              <a:extLst>
                <a:ext uri="{FF2B5EF4-FFF2-40B4-BE49-F238E27FC236}">
                  <a16:creationId xmlns:a16="http://schemas.microsoft.com/office/drawing/2014/main" id="{FCAD01AC-30CD-4728-B0FD-543493B2CE55}"/>
                </a:ext>
              </a:extLst>
            </p:cNvPr>
            <p:cNvSpPr/>
            <p:nvPr/>
          </p:nvSpPr>
          <p:spPr>
            <a:xfrm rot="10800000">
              <a:off x="5468761" y="1352709"/>
              <a:ext cx="531517" cy="1821241"/>
            </a:xfrm>
            <a:custGeom>
              <a:avLst/>
              <a:gdLst>
                <a:gd name="connsiteX0" fmla="*/ 0 w 531517"/>
                <a:gd name="connsiteY0" fmla="*/ 1821241 h 1821241"/>
                <a:gd name="connsiteX1" fmla="*/ 0 w 531517"/>
                <a:gd name="connsiteY1" fmla="*/ 0 h 1821241"/>
                <a:gd name="connsiteX2" fmla="*/ 531517 w 531517"/>
                <a:gd name="connsiteY2" fmla="*/ 672400 h 1821241"/>
                <a:gd name="connsiteX3" fmla="*/ 0 w 531517"/>
                <a:gd name="connsiteY3" fmla="*/ 1821241 h 1821241"/>
              </a:gdLst>
              <a:ahLst/>
              <a:cxnLst>
                <a:cxn ang="0">
                  <a:pos x="connsiteX0" y="connsiteY0"/>
                </a:cxn>
                <a:cxn ang="0">
                  <a:pos x="connsiteX1" y="connsiteY1"/>
                </a:cxn>
                <a:cxn ang="0">
                  <a:pos x="connsiteX2" y="connsiteY2"/>
                </a:cxn>
                <a:cxn ang="0">
                  <a:pos x="connsiteX3" y="connsiteY3"/>
                </a:cxn>
              </a:cxnLst>
              <a:rect l="l" t="t" r="r" b="b"/>
              <a:pathLst>
                <a:path w="531517" h="1821241">
                  <a:moveTo>
                    <a:pt x="0" y="1821241"/>
                  </a:moveTo>
                  <a:lnTo>
                    <a:pt x="0" y="0"/>
                  </a:lnTo>
                  <a:lnTo>
                    <a:pt x="531517" y="672400"/>
                  </a:lnTo>
                  <a:lnTo>
                    <a:pt x="0" y="1821241"/>
                  </a:lnTo>
                  <a:close/>
                </a:path>
              </a:pathLst>
            </a:custGeom>
            <a:solidFill>
              <a:srgbClr val="9F2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0" name="Freeform 12">
              <a:extLst>
                <a:ext uri="{FF2B5EF4-FFF2-40B4-BE49-F238E27FC236}">
                  <a16:creationId xmlns:a16="http://schemas.microsoft.com/office/drawing/2014/main" id="{9A51DD71-B849-456F-A479-25728C0B26F4}"/>
                </a:ext>
              </a:extLst>
            </p:cNvPr>
            <p:cNvSpPr/>
            <p:nvPr/>
          </p:nvSpPr>
          <p:spPr>
            <a:xfrm rot="10800000">
              <a:off x="3491346" y="0"/>
              <a:ext cx="2508932" cy="2501550"/>
            </a:xfrm>
            <a:custGeom>
              <a:avLst/>
              <a:gdLst>
                <a:gd name="connsiteX0" fmla="*/ 2508932 w 2508932"/>
                <a:gd name="connsiteY0" fmla="*/ 2501550 h 2501550"/>
                <a:gd name="connsiteX1" fmla="*/ 0 w 2508932"/>
                <a:gd name="connsiteY1" fmla="*/ 2501550 h 2501550"/>
                <a:gd name="connsiteX2" fmla="*/ 0 w 2508932"/>
                <a:gd name="connsiteY2" fmla="*/ 1148841 h 2501550"/>
                <a:gd name="connsiteX3" fmla="*/ 531517 w 2508932"/>
                <a:gd name="connsiteY3" fmla="*/ 0 h 2501550"/>
                <a:gd name="connsiteX4" fmla="*/ 2508932 w 2508932"/>
                <a:gd name="connsiteY4" fmla="*/ 2501550 h 2501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8932" h="2501550">
                  <a:moveTo>
                    <a:pt x="2508932" y="2501550"/>
                  </a:moveTo>
                  <a:lnTo>
                    <a:pt x="0" y="2501550"/>
                  </a:lnTo>
                  <a:lnTo>
                    <a:pt x="0" y="1148841"/>
                  </a:lnTo>
                  <a:lnTo>
                    <a:pt x="531517" y="0"/>
                  </a:lnTo>
                  <a:lnTo>
                    <a:pt x="2508932" y="2501550"/>
                  </a:lnTo>
                  <a:close/>
                </a:path>
              </a:pathLst>
            </a:custGeom>
            <a:solidFill>
              <a:srgbClr val="E2DF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1" name="Freeform 13">
              <a:extLst>
                <a:ext uri="{FF2B5EF4-FFF2-40B4-BE49-F238E27FC236}">
                  <a16:creationId xmlns:a16="http://schemas.microsoft.com/office/drawing/2014/main" id="{CE349BEA-4244-4589-91D3-1DECC6AB1E90}"/>
                </a:ext>
              </a:extLst>
            </p:cNvPr>
            <p:cNvSpPr/>
            <p:nvPr/>
          </p:nvSpPr>
          <p:spPr>
            <a:xfrm rot="10800000">
              <a:off x="3680272" y="1352707"/>
              <a:ext cx="2320007" cy="5014556"/>
            </a:xfrm>
            <a:custGeom>
              <a:avLst/>
              <a:gdLst>
                <a:gd name="connsiteX0" fmla="*/ 0 w 2320007"/>
                <a:gd name="connsiteY0" fmla="*/ 5014556 h 5014556"/>
                <a:gd name="connsiteX1" fmla="*/ 0 w 2320007"/>
                <a:gd name="connsiteY1" fmla="*/ 0 h 5014556"/>
                <a:gd name="connsiteX2" fmla="*/ 2320007 w 2320007"/>
                <a:gd name="connsiteY2" fmla="*/ 0 h 5014556"/>
                <a:gd name="connsiteX3" fmla="*/ 531518 w 2320007"/>
                <a:gd name="connsiteY3" fmla="*/ 3865713 h 5014556"/>
                <a:gd name="connsiteX4" fmla="*/ 1 w 2320007"/>
                <a:gd name="connsiteY4" fmla="*/ 3193313 h 5014556"/>
                <a:gd name="connsiteX5" fmla="*/ 1 w 2320007"/>
                <a:gd name="connsiteY5" fmla="*/ 5014554 h 5014556"/>
                <a:gd name="connsiteX6" fmla="*/ 0 w 2320007"/>
                <a:gd name="connsiteY6" fmla="*/ 5014556 h 501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0007" h="5014556">
                  <a:moveTo>
                    <a:pt x="0" y="5014556"/>
                  </a:moveTo>
                  <a:lnTo>
                    <a:pt x="0" y="0"/>
                  </a:lnTo>
                  <a:lnTo>
                    <a:pt x="2320007" y="0"/>
                  </a:lnTo>
                  <a:lnTo>
                    <a:pt x="531518" y="3865713"/>
                  </a:lnTo>
                  <a:lnTo>
                    <a:pt x="1" y="3193313"/>
                  </a:lnTo>
                  <a:lnTo>
                    <a:pt x="1" y="5014554"/>
                  </a:lnTo>
                  <a:lnTo>
                    <a:pt x="0" y="50145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grpSp>
      <p:sp>
        <p:nvSpPr>
          <p:cNvPr id="13" name="Title Placeholder">
            <a:extLst>
              <a:ext uri="{FF2B5EF4-FFF2-40B4-BE49-F238E27FC236}">
                <a16:creationId xmlns:a16="http://schemas.microsoft.com/office/drawing/2014/main" id="{34622483-C344-43F3-82BE-D7AE2DFFFAB0}"/>
              </a:ext>
            </a:extLst>
          </p:cNvPr>
          <p:cNvSpPr>
            <a:spLocks noGrp="1"/>
          </p:cNvSpPr>
          <p:nvPr>
            <p:ph type="title"/>
          </p:nvPr>
        </p:nvSpPr>
        <p:spPr>
          <a:xfrm>
            <a:off x="342900" y="136257"/>
            <a:ext cx="6073803" cy="685800"/>
          </a:xfrm>
          <a:prstGeom prst="rect">
            <a:avLst/>
          </a:prstGeom>
        </p:spPr>
        <p:txBody>
          <a:bodyPr vert="horz" lIns="91440" tIns="45720" rIns="91440" bIns="45720" rtlCol="0" anchor="ctr">
            <a:normAutofit/>
          </a:bodyPr>
          <a:lstStyle/>
          <a:p>
            <a:r>
              <a:rPr lang="en-US" dirty="0"/>
              <a:t>Title goes here</a:t>
            </a:r>
          </a:p>
        </p:txBody>
      </p:sp>
    </p:spTree>
    <p:extLst>
      <p:ext uri="{BB962C8B-B14F-4D97-AF65-F5344CB8AC3E}">
        <p14:creationId xmlns:p14="http://schemas.microsoft.com/office/powerpoint/2010/main" val="3690558099"/>
      </p:ext>
    </p:extLst>
  </p:cSld>
  <p:clrMap bg1="lt1" tx1="dk1" bg2="lt2" tx2="dk2" accent1="accent1" accent2="accent2" accent3="accent3" accent4="accent4" accent5="accent5" accent6="accent6" hlink="hlink" folHlink="folHlink"/>
  <p:sldLayoutIdLst>
    <p:sldLayoutId id="2147483690" r:id="rId1"/>
    <p:sldLayoutId id="2147483698" r:id="rId2"/>
    <p:sldLayoutId id="2147483722" r:id="rId3"/>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588" indent="0" algn="l" defTabSz="914400" rtl="0" eaLnBrk="1" latinLnBrk="0" hangingPunct="1">
        <a:lnSpc>
          <a:spcPct val="100000"/>
        </a:lnSpc>
        <a:spcBef>
          <a:spcPts val="800"/>
        </a:spcBef>
        <a:buClrTx/>
        <a:buFont typeface="Arial" panose="020B0604020202020204" pitchFamily="34" charset="0"/>
        <a:buNone/>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5544" userDrawn="1">
          <p15:clr>
            <a:srgbClr val="F26B43"/>
          </p15:clr>
        </p15:guide>
        <p15:guide id="6" pos="216">
          <p15:clr>
            <a:srgbClr val="F26B43"/>
          </p15:clr>
        </p15:guide>
        <p15:guide id="7" pos="4296" userDrawn="1">
          <p15:clr>
            <a:srgbClr val="F26B43"/>
          </p15:clr>
        </p15:guide>
        <p15:guide id="9" orient="horz" pos="4211">
          <p15:clr>
            <a:srgbClr val="F26B43"/>
          </p15:clr>
        </p15:guide>
        <p15:guide id="10" orient="horz" pos="1248" userDrawn="1">
          <p15:clr>
            <a:srgbClr val="F26B43"/>
          </p15:clr>
        </p15:guide>
        <p15:guide id="11" orient="horz" pos="3984" userDrawn="1">
          <p15:clr>
            <a:srgbClr val="F26B43"/>
          </p15:clr>
        </p15:guide>
        <p15:guide id="12" orient="horz" pos="1656" userDrawn="1">
          <p15:clr>
            <a:srgbClr val="F26B43"/>
          </p15:clr>
        </p15:guide>
        <p15:guide id="13" pos="2980">
          <p15:clr>
            <a:srgbClr val="F26B43"/>
          </p15:clr>
        </p15:guide>
        <p15:guide id="14" orient="horz" pos="2260" userDrawn="1">
          <p15:clr>
            <a:srgbClr val="F26B43"/>
          </p15:clr>
        </p15:guide>
        <p15:guide id="15" pos="26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 Hill</a:t>
            </a:r>
          </a:p>
        </p:txBody>
      </p:sp>
    </p:spTree>
    <p:extLst>
      <p:ext uri="{BB962C8B-B14F-4D97-AF65-F5344CB8AC3E}">
        <p14:creationId xmlns:p14="http://schemas.microsoft.com/office/powerpoint/2010/main" val="2924093042"/>
      </p:ext>
    </p:extLst>
  </p:cSld>
  <p:clrMap bg1="lt1" tx1="dk1" bg2="lt2" tx2="dk2" accent1="accent1" accent2="accent2" accent3="accent3" accent4="accent4" accent5="accent5" accent6="accent6" hlink="hlink" folHlink="folHlink"/>
  <p:sldLayoutIdLst>
    <p:sldLayoutId id="2147483702" r:id="rId1"/>
    <p:sldLayoutId id="2147483703"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6" Type="http://schemas.openxmlformats.org/officeDocument/2006/relationships/image" Target="../media/image19.wmf"/><Relationship Id="rId21" Type="http://schemas.openxmlformats.org/officeDocument/2006/relationships/oleObject" Target="../embeddings/oleObject10.bin"/><Relationship Id="rId34" Type="http://schemas.openxmlformats.org/officeDocument/2006/relationships/image" Target="../media/image23.wmf"/><Relationship Id="rId42" Type="http://schemas.openxmlformats.org/officeDocument/2006/relationships/image" Target="../media/image27.wmf"/><Relationship Id="rId47" Type="http://schemas.openxmlformats.org/officeDocument/2006/relationships/oleObject" Target="../embeddings/oleObject23.bin"/><Relationship Id="rId50" Type="http://schemas.openxmlformats.org/officeDocument/2006/relationships/image" Target="../media/image31.wmf"/><Relationship Id="rId55" Type="http://schemas.openxmlformats.org/officeDocument/2006/relationships/oleObject" Target="../embeddings/oleObject27.bin"/><Relationship Id="rId63" Type="http://schemas.openxmlformats.org/officeDocument/2006/relationships/oleObject" Target="../embeddings/oleObject31.bin"/><Relationship Id="rId68" Type="http://schemas.openxmlformats.org/officeDocument/2006/relationships/slide" Target="slide27.xml"/><Relationship Id="rId7" Type="http://schemas.openxmlformats.org/officeDocument/2006/relationships/oleObject" Target="../embeddings/oleObject3.bin"/><Relationship Id="rId2" Type="http://schemas.openxmlformats.org/officeDocument/2006/relationships/slideLayout" Target="../slideLayouts/slideLayout5.xml"/><Relationship Id="rId16" Type="http://schemas.openxmlformats.org/officeDocument/2006/relationships/image" Target="../media/image14.wmf"/><Relationship Id="rId29" Type="http://schemas.openxmlformats.org/officeDocument/2006/relationships/oleObject" Target="../embeddings/oleObject14.bin"/><Relationship Id="rId11" Type="http://schemas.openxmlformats.org/officeDocument/2006/relationships/oleObject" Target="../embeddings/oleObject5.bin"/><Relationship Id="rId24" Type="http://schemas.openxmlformats.org/officeDocument/2006/relationships/image" Target="../media/image18.wmf"/><Relationship Id="rId32" Type="http://schemas.openxmlformats.org/officeDocument/2006/relationships/image" Target="../media/image22.wmf"/><Relationship Id="rId37" Type="http://schemas.openxmlformats.org/officeDocument/2006/relationships/oleObject" Target="../embeddings/oleObject18.bin"/><Relationship Id="rId40" Type="http://schemas.openxmlformats.org/officeDocument/2006/relationships/image" Target="../media/image26.wmf"/><Relationship Id="rId45" Type="http://schemas.openxmlformats.org/officeDocument/2006/relationships/oleObject" Target="../embeddings/oleObject22.bin"/><Relationship Id="rId53" Type="http://schemas.openxmlformats.org/officeDocument/2006/relationships/oleObject" Target="../embeddings/oleObject26.bin"/><Relationship Id="rId58" Type="http://schemas.openxmlformats.org/officeDocument/2006/relationships/image" Target="../media/image35.wmf"/><Relationship Id="rId66" Type="http://schemas.openxmlformats.org/officeDocument/2006/relationships/image" Target="../media/image39.wmf"/><Relationship Id="rId5" Type="http://schemas.openxmlformats.org/officeDocument/2006/relationships/oleObject" Target="../embeddings/oleObject2.bin"/><Relationship Id="rId61" Type="http://schemas.openxmlformats.org/officeDocument/2006/relationships/oleObject" Target="../embeddings/oleObject30.bin"/><Relationship Id="rId19" Type="http://schemas.openxmlformats.org/officeDocument/2006/relationships/oleObject" Target="../embeddings/oleObject9.bin"/><Relationship Id="rId14" Type="http://schemas.openxmlformats.org/officeDocument/2006/relationships/image" Target="../media/image13.wmf"/><Relationship Id="rId22" Type="http://schemas.openxmlformats.org/officeDocument/2006/relationships/image" Target="../media/image17.wmf"/><Relationship Id="rId27" Type="http://schemas.openxmlformats.org/officeDocument/2006/relationships/oleObject" Target="../embeddings/oleObject13.bin"/><Relationship Id="rId30" Type="http://schemas.openxmlformats.org/officeDocument/2006/relationships/image" Target="../media/image21.wmf"/><Relationship Id="rId35" Type="http://schemas.openxmlformats.org/officeDocument/2006/relationships/oleObject" Target="../embeddings/oleObject17.bin"/><Relationship Id="rId43" Type="http://schemas.openxmlformats.org/officeDocument/2006/relationships/oleObject" Target="../embeddings/oleObject21.bin"/><Relationship Id="rId48" Type="http://schemas.openxmlformats.org/officeDocument/2006/relationships/image" Target="../media/image30.wmf"/><Relationship Id="rId56" Type="http://schemas.openxmlformats.org/officeDocument/2006/relationships/image" Target="../media/image34.wmf"/><Relationship Id="rId64" Type="http://schemas.openxmlformats.org/officeDocument/2006/relationships/image" Target="../media/image38.wmf"/><Relationship Id="rId8" Type="http://schemas.openxmlformats.org/officeDocument/2006/relationships/image" Target="../media/image10.wmf"/><Relationship Id="rId51" Type="http://schemas.openxmlformats.org/officeDocument/2006/relationships/oleObject" Target="../embeddings/oleObject25.bin"/><Relationship Id="rId3" Type="http://schemas.openxmlformats.org/officeDocument/2006/relationships/oleObject" Target="../embeddings/oleObject1.bin"/><Relationship Id="rId12" Type="http://schemas.openxmlformats.org/officeDocument/2006/relationships/image" Target="../media/image12.wmf"/><Relationship Id="rId17" Type="http://schemas.openxmlformats.org/officeDocument/2006/relationships/oleObject" Target="../embeddings/oleObject8.bin"/><Relationship Id="rId25" Type="http://schemas.openxmlformats.org/officeDocument/2006/relationships/oleObject" Target="../embeddings/oleObject12.bin"/><Relationship Id="rId33" Type="http://schemas.openxmlformats.org/officeDocument/2006/relationships/oleObject" Target="../embeddings/oleObject16.bin"/><Relationship Id="rId38" Type="http://schemas.openxmlformats.org/officeDocument/2006/relationships/image" Target="../media/image25.wmf"/><Relationship Id="rId46" Type="http://schemas.openxmlformats.org/officeDocument/2006/relationships/image" Target="../media/image29.wmf"/><Relationship Id="rId59" Type="http://schemas.openxmlformats.org/officeDocument/2006/relationships/oleObject" Target="../embeddings/oleObject29.bin"/><Relationship Id="rId67" Type="http://schemas.openxmlformats.org/officeDocument/2006/relationships/image" Target="../media/image40.png"/><Relationship Id="rId20" Type="http://schemas.openxmlformats.org/officeDocument/2006/relationships/image" Target="../media/image16.wmf"/><Relationship Id="rId41" Type="http://schemas.openxmlformats.org/officeDocument/2006/relationships/oleObject" Target="../embeddings/oleObject20.bin"/><Relationship Id="rId54" Type="http://schemas.openxmlformats.org/officeDocument/2006/relationships/image" Target="../media/image33.wmf"/><Relationship Id="rId62" Type="http://schemas.openxmlformats.org/officeDocument/2006/relationships/image" Target="../media/image37.wmf"/><Relationship Id="rId1" Type="http://schemas.openxmlformats.org/officeDocument/2006/relationships/vmlDrawing" Target="../drawings/vmlDrawing1.vml"/><Relationship Id="rId6" Type="http://schemas.openxmlformats.org/officeDocument/2006/relationships/image" Target="../media/image9.wmf"/><Relationship Id="rId15" Type="http://schemas.openxmlformats.org/officeDocument/2006/relationships/oleObject" Target="../embeddings/oleObject7.bin"/><Relationship Id="rId23" Type="http://schemas.openxmlformats.org/officeDocument/2006/relationships/oleObject" Target="../embeddings/oleObject11.bin"/><Relationship Id="rId28" Type="http://schemas.openxmlformats.org/officeDocument/2006/relationships/image" Target="../media/image20.wmf"/><Relationship Id="rId36" Type="http://schemas.openxmlformats.org/officeDocument/2006/relationships/image" Target="../media/image24.wmf"/><Relationship Id="rId49" Type="http://schemas.openxmlformats.org/officeDocument/2006/relationships/oleObject" Target="../embeddings/oleObject24.bin"/><Relationship Id="rId57" Type="http://schemas.openxmlformats.org/officeDocument/2006/relationships/oleObject" Target="../embeddings/oleObject28.bin"/><Relationship Id="rId10" Type="http://schemas.openxmlformats.org/officeDocument/2006/relationships/image" Target="../media/image11.wmf"/><Relationship Id="rId31" Type="http://schemas.openxmlformats.org/officeDocument/2006/relationships/oleObject" Target="../embeddings/oleObject15.bin"/><Relationship Id="rId44" Type="http://schemas.openxmlformats.org/officeDocument/2006/relationships/image" Target="../media/image28.wmf"/><Relationship Id="rId52" Type="http://schemas.openxmlformats.org/officeDocument/2006/relationships/image" Target="../media/image32.wmf"/><Relationship Id="rId60" Type="http://schemas.openxmlformats.org/officeDocument/2006/relationships/image" Target="../media/image36.wmf"/><Relationship Id="rId65" Type="http://schemas.openxmlformats.org/officeDocument/2006/relationships/oleObject" Target="../embeddings/oleObject32.bin"/><Relationship Id="rId4" Type="http://schemas.openxmlformats.org/officeDocument/2006/relationships/image" Target="../media/image8.wmf"/><Relationship Id="rId9" Type="http://schemas.openxmlformats.org/officeDocument/2006/relationships/oleObject" Target="../embeddings/oleObject4.bin"/><Relationship Id="rId13" Type="http://schemas.openxmlformats.org/officeDocument/2006/relationships/oleObject" Target="../embeddings/oleObject6.bin"/><Relationship Id="rId18" Type="http://schemas.openxmlformats.org/officeDocument/2006/relationships/image" Target="../media/image15.wmf"/><Relationship Id="rId39" Type="http://schemas.openxmlformats.org/officeDocument/2006/relationships/oleObject" Target="../embeddings/oleObject19.bin"/></Relationships>
</file>

<file path=ppt/slides/_rels/slide4.xml.rels><?xml version="1.0" encoding="UTF-8" standalone="yes"?>
<Relationships xmlns="http://schemas.openxmlformats.org/package/2006/relationships"><Relationship Id="rId3" Type="http://schemas.openxmlformats.org/officeDocument/2006/relationships/slide" Target="slide28.xml"/><Relationship Id="rId2" Type="http://schemas.openxmlformats.org/officeDocument/2006/relationships/image" Target="../media/image41.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20.xml"/><Relationship Id="rId1" Type="http://schemas.openxmlformats.org/officeDocument/2006/relationships/vmlDrawing" Target="../drawings/vmlDrawing2.vml"/><Relationship Id="rId6" Type="http://schemas.openxmlformats.org/officeDocument/2006/relationships/slide" Target="slide29.xml"/><Relationship Id="rId5" Type="http://schemas.openxmlformats.org/officeDocument/2006/relationships/image" Target="../media/image43.png"/><Relationship Id="rId4" Type="http://schemas.openxmlformats.org/officeDocument/2006/relationships/image" Target="../media/image42.wmf"/></Relationships>
</file>

<file path=ppt/slides/_rels/slide6.xml.rels><?xml version="1.0" encoding="UTF-8" standalone="yes"?>
<Relationships xmlns="http://schemas.openxmlformats.org/package/2006/relationships"><Relationship Id="rId3" Type="http://schemas.openxmlformats.org/officeDocument/2006/relationships/slide" Target="slide30.xml"/><Relationship Id="rId2" Type="http://schemas.openxmlformats.org/officeDocument/2006/relationships/image" Target="../media/image44.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slide" Target="slide31.xml"/><Relationship Id="rId2" Type="http://schemas.openxmlformats.org/officeDocument/2006/relationships/image" Target="../media/image45.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20.xml"/><Relationship Id="rId1" Type="http://schemas.openxmlformats.org/officeDocument/2006/relationships/vmlDrawing" Target="../drawings/vmlDrawing3.vml"/><Relationship Id="rId6" Type="http://schemas.openxmlformats.org/officeDocument/2006/relationships/slide" Target="slide32.xml"/><Relationship Id="rId5" Type="http://schemas.openxmlformats.org/officeDocument/2006/relationships/image" Target="../media/image49.png"/><Relationship Id="rId4" Type="http://schemas.openxmlformats.org/officeDocument/2006/relationships/image" Target="../media/image48.w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20.xml"/><Relationship Id="rId1" Type="http://schemas.openxmlformats.org/officeDocument/2006/relationships/vmlDrawing" Target="../drawings/vmlDrawing4.vml"/><Relationship Id="rId6" Type="http://schemas.openxmlformats.org/officeDocument/2006/relationships/slide" Target="slide33.xml"/><Relationship Id="rId5" Type="http://schemas.openxmlformats.org/officeDocument/2006/relationships/image" Target="../media/image51.png"/><Relationship Id="rId4" Type="http://schemas.openxmlformats.org/officeDocument/2006/relationships/image" Target="../media/image50.wmf"/></Relationships>
</file>

<file path=ppt/slides/_rels/slide11.xml.rels><?xml version="1.0" encoding="UTF-8" standalone="yes"?>
<Relationships xmlns="http://schemas.openxmlformats.org/package/2006/relationships"><Relationship Id="rId3" Type="http://schemas.openxmlformats.org/officeDocument/2006/relationships/slide" Target="slide34.xml"/><Relationship Id="rId2" Type="http://schemas.openxmlformats.org/officeDocument/2006/relationships/image" Target="../media/image52.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slide" Target="slide35.xml"/><Relationship Id="rId2" Type="http://schemas.openxmlformats.org/officeDocument/2006/relationships/image" Target="../media/image53.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13.xml"/><Relationship Id="rId1" Type="http://schemas.openxmlformats.org/officeDocument/2006/relationships/vmlDrawing" Target="../drawings/vmlDrawing5.vml"/><Relationship Id="rId6" Type="http://schemas.openxmlformats.org/officeDocument/2006/relationships/slide" Target="slide36.xml"/><Relationship Id="rId5" Type="http://schemas.openxmlformats.org/officeDocument/2006/relationships/image" Target="../media/image55.png"/><Relationship Id="rId4" Type="http://schemas.openxmlformats.org/officeDocument/2006/relationships/image" Target="../media/image54.w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Layout" Target="../slideLayouts/slideLayout13.xml"/><Relationship Id="rId1" Type="http://schemas.openxmlformats.org/officeDocument/2006/relationships/vmlDrawing" Target="../drawings/vmlDrawing6.vml"/><Relationship Id="rId6" Type="http://schemas.openxmlformats.org/officeDocument/2006/relationships/slide" Target="slide37.xml"/><Relationship Id="rId5" Type="http://schemas.openxmlformats.org/officeDocument/2006/relationships/image" Target="../media/image57.png"/><Relationship Id="rId4" Type="http://schemas.openxmlformats.org/officeDocument/2006/relationships/image" Target="../media/image56.wm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40.bin"/><Relationship Id="rId13" Type="http://schemas.openxmlformats.org/officeDocument/2006/relationships/image" Target="../media/image62.wmf"/><Relationship Id="rId3" Type="http://schemas.openxmlformats.org/officeDocument/2006/relationships/oleObject" Target="../embeddings/oleObject38.bin"/><Relationship Id="rId7" Type="http://schemas.openxmlformats.org/officeDocument/2006/relationships/image" Target="../media/image63.png"/><Relationship Id="rId12" Type="http://schemas.openxmlformats.org/officeDocument/2006/relationships/oleObject" Target="../embeddings/oleObject42.bin"/><Relationship Id="rId2" Type="http://schemas.openxmlformats.org/officeDocument/2006/relationships/slideLayout" Target="../slideLayouts/slideLayout21.xml"/><Relationship Id="rId1" Type="http://schemas.openxmlformats.org/officeDocument/2006/relationships/vmlDrawing" Target="../drawings/vmlDrawing7.vml"/><Relationship Id="rId6" Type="http://schemas.openxmlformats.org/officeDocument/2006/relationships/image" Target="../media/image59.wmf"/><Relationship Id="rId11" Type="http://schemas.openxmlformats.org/officeDocument/2006/relationships/image" Target="../media/image61.wmf"/><Relationship Id="rId5" Type="http://schemas.openxmlformats.org/officeDocument/2006/relationships/oleObject" Target="../embeddings/oleObject39.bin"/><Relationship Id="rId10" Type="http://schemas.openxmlformats.org/officeDocument/2006/relationships/oleObject" Target="../embeddings/oleObject41.bin"/><Relationship Id="rId4" Type="http://schemas.openxmlformats.org/officeDocument/2006/relationships/image" Target="../media/image58.wmf"/><Relationship Id="rId9" Type="http://schemas.openxmlformats.org/officeDocument/2006/relationships/image" Target="../media/image60.wmf"/></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45.bin"/><Relationship Id="rId13" Type="http://schemas.openxmlformats.org/officeDocument/2006/relationships/image" Target="../media/image68.wmf"/><Relationship Id="rId3" Type="http://schemas.openxmlformats.org/officeDocument/2006/relationships/oleObject" Target="../embeddings/oleObject43.bin"/><Relationship Id="rId7" Type="http://schemas.openxmlformats.org/officeDocument/2006/relationships/image" Target="../media/image70.png"/><Relationship Id="rId12" Type="http://schemas.openxmlformats.org/officeDocument/2006/relationships/oleObject" Target="../embeddings/oleObject47.bin"/><Relationship Id="rId2" Type="http://schemas.openxmlformats.org/officeDocument/2006/relationships/slideLayout" Target="../slideLayouts/slideLayout21.xml"/><Relationship Id="rId1" Type="http://schemas.openxmlformats.org/officeDocument/2006/relationships/vmlDrawing" Target="../drawings/vmlDrawing8.vml"/><Relationship Id="rId6" Type="http://schemas.openxmlformats.org/officeDocument/2006/relationships/image" Target="../media/image65.wmf"/><Relationship Id="rId11" Type="http://schemas.openxmlformats.org/officeDocument/2006/relationships/image" Target="../media/image67.wmf"/><Relationship Id="rId5" Type="http://schemas.openxmlformats.org/officeDocument/2006/relationships/oleObject" Target="../embeddings/oleObject44.bin"/><Relationship Id="rId15" Type="http://schemas.openxmlformats.org/officeDocument/2006/relationships/image" Target="../media/image69.wmf"/><Relationship Id="rId10" Type="http://schemas.openxmlformats.org/officeDocument/2006/relationships/oleObject" Target="../embeddings/oleObject46.bin"/><Relationship Id="rId4" Type="http://schemas.openxmlformats.org/officeDocument/2006/relationships/image" Target="../media/image64.wmf"/><Relationship Id="rId9" Type="http://schemas.openxmlformats.org/officeDocument/2006/relationships/image" Target="../media/image66.wmf"/><Relationship Id="rId14" Type="http://schemas.openxmlformats.org/officeDocument/2006/relationships/oleObject" Target="../embeddings/oleObject48.bin"/></Relationships>
</file>

<file path=ppt/slides/_rels/slide18.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Layout" Target="../slideLayouts/slideLayout15.xml"/><Relationship Id="rId1" Type="http://schemas.openxmlformats.org/officeDocument/2006/relationships/vmlDrawing" Target="../drawings/vmlDrawing9.vml"/><Relationship Id="rId5" Type="http://schemas.openxmlformats.org/officeDocument/2006/relationships/image" Target="../media/image74.png"/><Relationship Id="rId4" Type="http://schemas.openxmlformats.org/officeDocument/2006/relationships/image" Target="../media/image73.w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Layout" Target="../slideLayouts/slideLayout15.xml"/><Relationship Id="rId1" Type="http://schemas.openxmlformats.org/officeDocument/2006/relationships/vmlDrawing" Target="../drawings/vmlDrawing10.vml"/><Relationship Id="rId6" Type="http://schemas.openxmlformats.org/officeDocument/2006/relationships/image" Target="../media/image76.wmf"/><Relationship Id="rId5" Type="http://schemas.openxmlformats.org/officeDocument/2006/relationships/oleObject" Target="../embeddings/oleObject51.bin"/><Relationship Id="rId4" Type="http://schemas.openxmlformats.org/officeDocument/2006/relationships/image" Target="../media/image75.wmf"/></Relationships>
</file>

<file path=ppt/slides/_rels/slide22.xml.rels><?xml version="1.0" encoding="UTF-8" standalone="yes"?>
<Relationships xmlns="http://schemas.openxmlformats.org/package/2006/relationships"><Relationship Id="rId8" Type="http://schemas.openxmlformats.org/officeDocument/2006/relationships/image" Target="../media/image79.wmf"/><Relationship Id="rId3" Type="http://schemas.openxmlformats.org/officeDocument/2006/relationships/oleObject" Target="../embeddings/oleObject52.bin"/><Relationship Id="rId7" Type="http://schemas.openxmlformats.org/officeDocument/2006/relationships/oleObject" Target="../embeddings/oleObject54.bin"/><Relationship Id="rId2" Type="http://schemas.openxmlformats.org/officeDocument/2006/relationships/slideLayout" Target="../slideLayouts/slideLayout15.xml"/><Relationship Id="rId1" Type="http://schemas.openxmlformats.org/officeDocument/2006/relationships/vmlDrawing" Target="../drawings/vmlDrawing11.vml"/><Relationship Id="rId6" Type="http://schemas.openxmlformats.org/officeDocument/2006/relationships/image" Target="../media/image78.wmf"/><Relationship Id="rId5" Type="http://schemas.openxmlformats.org/officeDocument/2006/relationships/oleObject" Target="../embeddings/oleObject53.bin"/><Relationship Id="rId4" Type="http://schemas.openxmlformats.org/officeDocument/2006/relationships/image" Target="../media/image77.wmf"/></Relationships>
</file>

<file path=ppt/slides/_rels/slide23.xml.rels><?xml version="1.0" encoding="UTF-8" standalone="yes"?>
<Relationships xmlns="http://schemas.openxmlformats.org/package/2006/relationships"><Relationship Id="rId8" Type="http://schemas.openxmlformats.org/officeDocument/2006/relationships/image" Target="../media/image82.wmf"/><Relationship Id="rId3" Type="http://schemas.openxmlformats.org/officeDocument/2006/relationships/oleObject" Target="../embeddings/oleObject55.bin"/><Relationship Id="rId7" Type="http://schemas.openxmlformats.org/officeDocument/2006/relationships/oleObject" Target="../embeddings/oleObject57.bin"/><Relationship Id="rId2" Type="http://schemas.openxmlformats.org/officeDocument/2006/relationships/slideLayout" Target="../slideLayouts/slideLayout15.xml"/><Relationship Id="rId1" Type="http://schemas.openxmlformats.org/officeDocument/2006/relationships/vmlDrawing" Target="../drawings/vmlDrawing12.vml"/><Relationship Id="rId6" Type="http://schemas.openxmlformats.org/officeDocument/2006/relationships/image" Target="../media/image81.wmf"/><Relationship Id="rId5" Type="http://schemas.openxmlformats.org/officeDocument/2006/relationships/oleObject" Target="../embeddings/oleObject56.bin"/><Relationship Id="rId4" Type="http://schemas.openxmlformats.org/officeDocument/2006/relationships/image" Target="../media/image80.w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58.bin"/><Relationship Id="rId7" Type="http://schemas.openxmlformats.org/officeDocument/2006/relationships/image" Target="../media/image85.png"/><Relationship Id="rId2" Type="http://schemas.openxmlformats.org/officeDocument/2006/relationships/slideLayout" Target="../slideLayouts/slideLayout15.xml"/><Relationship Id="rId1" Type="http://schemas.openxmlformats.org/officeDocument/2006/relationships/vmlDrawing" Target="../drawings/vmlDrawing13.vml"/><Relationship Id="rId6" Type="http://schemas.openxmlformats.org/officeDocument/2006/relationships/image" Target="../media/image84.wmf"/><Relationship Id="rId5" Type="http://schemas.openxmlformats.org/officeDocument/2006/relationships/oleObject" Target="../embeddings/oleObject59.bin"/><Relationship Id="rId4" Type="http://schemas.openxmlformats.org/officeDocument/2006/relationships/image" Target="../media/image83.wmf"/></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22.xml"/></Relationships>
</file>

<file path=ppt/slides/_rels/slide28.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22.xml"/></Relationships>
</file>

<file path=ppt/slides/_rels/slide29.xml.rels><?xml version="1.0" encoding="UTF-8" standalone="yes"?>
<Relationships xmlns="http://schemas.openxmlformats.org/package/2006/relationships"><Relationship Id="rId2" Type="http://schemas.openxmlformats.org/officeDocument/2006/relationships/slide" Target="slide5.xml"/><Relationship Id="rId1" Type="http://schemas.openxmlformats.org/officeDocument/2006/relationships/slideLayout" Target="../slideLayouts/slideLayout22.xml"/></Relationships>
</file>

<file path=ppt/slides/_rels/slide30.xml.rels><?xml version="1.0" encoding="UTF-8" standalone="yes"?>
<Relationships xmlns="http://schemas.openxmlformats.org/package/2006/relationships"><Relationship Id="rId2" Type="http://schemas.openxmlformats.org/officeDocument/2006/relationships/slide" Target="slide6.xml"/><Relationship Id="rId1" Type="http://schemas.openxmlformats.org/officeDocument/2006/relationships/slideLayout" Target="../slideLayouts/slideLayout22.xml"/></Relationships>
</file>

<file path=ppt/slides/_rels/slide31.xml.rels><?xml version="1.0" encoding="UTF-8" standalone="yes"?>
<Relationships xmlns="http://schemas.openxmlformats.org/package/2006/relationships"><Relationship Id="rId2" Type="http://schemas.openxmlformats.org/officeDocument/2006/relationships/slide" Target="slide7.xml"/><Relationship Id="rId1" Type="http://schemas.openxmlformats.org/officeDocument/2006/relationships/slideLayout" Target="../slideLayouts/slideLayout22.xml"/></Relationships>
</file>

<file path=ppt/slides/_rels/slide32.xml.rels><?xml version="1.0" encoding="UTF-8" standalone="yes"?>
<Relationships xmlns="http://schemas.openxmlformats.org/package/2006/relationships"><Relationship Id="rId2" Type="http://schemas.openxmlformats.org/officeDocument/2006/relationships/slide" Target="slide9.xml"/><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2" Type="http://schemas.openxmlformats.org/officeDocument/2006/relationships/slide" Target="slide10.xml"/><Relationship Id="rId1" Type="http://schemas.openxmlformats.org/officeDocument/2006/relationships/slideLayout" Target="../slideLayouts/slideLayout22.xml"/></Relationships>
</file>

<file path=ppt/slides/_rels/slide34.xml.rels><?xml version="1.0" encoding="UTF-8" standalone="yes"?>
<Relationships xmlns="http://schemas.openxmlformats.org/package/2006/relationships"><Relationship Id="rId2" Type="http://schemas.openxmlformats.org/officeDocument/2006/relationships/slide" Target="slide11.xml"/><Relationship Id="rId1" Type="http://schemas.openxmlformats.org/officeDocument/2006/relationships/slideLayout" Target="../slideLayouts/slideLayout22.xml"/></Relationships>
</file>

<file path=ppt/slides/_rels/slide35.xml.rels><?xml version="1.0" encoding="UTF-8" standalone="yes"?>
<Relationships xmlns="http://schemas.openxmlformats.org/package/2006/relationships"><Relationship Id="rId2" Type="http://schemas.openxmlformats.org/officeDocument/2006/relationships/slide" Target="slide12.xml"/><Relationship Id="rId1" Type="http://schemas.openxmlformats.org/officeDocument/2006/relationships/slideLayout" Target="../slideLayouts/slideLayout22.xml"/></Relationships>
</file>

<file path=ppt/slides/_rels/slide36.xml.rels><?xml version="1.0" encoding="UTF-8" standalone="yes"?>
<Relationships xmlns="http://schemas.openxmlformats.org/package/2006/relationships"><Relationship Id="rId2" Type="http://schemas.openxmlformats.org/officeDocument/2006/relationships/slide" Target="slide13.xml"/><Relationship Id="rId1" Type="http://schemas.openxmlformats.org/officeDocument/2006/relationships/slideLayout" Target="../slideLayouts/slideLayout22.xml"/></Relationships>
</file>

<file path=ppt/slides/_rels/slide37.xml.rels><?xml version="1.0" encoding="UTF-8" standalone="yes"?>
<Relationships xmlns="http://schemas.openxmlformats.org/package/2006/relationships"><Relationship Id="rId2" Type="http://schemas.openxmlformats.org/officeDocument/2006/relationships/slide" Target="slide14.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Chapter 3</a:t>
            </a:r>
          </a:p>
        </p:txBody>
      </p:sp>
      <p:sp>
        <p:nvSpPr>
          <p:cNvPr id="3" name="Subtitle 2"/>
          <p:cNvSpPr>
            <a:spLocks noGrp="1"/>
          </p:cNvSpPr>
          <p:nvPr>
            <p:ph type="subTitle" idx="1"/>
          </p:nvPr>
        </p:nvSpPr>
        <p:spPr/>
        <p:txBody>
          <a:bodyPr/>
          <a:lstStyle/>
          <a:p>
            <a:r>
              <a:rPr lang="en-US" dirty="0"/>
              <a:t>Percents and Their Applications</a:t>
            </a:r>
          </a:p>
        </p:txBody>
      </p:sp>
      <p:sp>
        <p:nvSpPr>
          <p:cNvPr id="4" name="Text Placeholder 3"/>
          <p:cNvSpPr>
            <a:spLocks noGrp="1"/>
          </p:cNvSpPr>
          <p:nvPr>
            <p:ph type="body" sz="quarter" idx="10"/>
          </p:nvPr>
        </p:nvSpPr>
        <p:spPr>
          <a:xfrm>
            <a:off x="777240" y="4718304"/>
            <a:ext cx="6566535" cy="576185"/>
          </a:xfrm>
        </p:spPr>
        <p:txBody>
          <a:bodyPr/>
          <a:lstStyle/>
          <a:p>
            <a:r>
              <a:rPr lang="en-US" dirty="0"/>
              <a:t>Math for Business and Finance: an Algebraic Approach, 3rd Edition Jeffrey Slater</a:t>
            </a:r>
          </a:p>
        </p:txBody>
      </p:sp>
      <p:sp>
        <p:nvSpPr>
          <p:cNvPr id="6" name="Text Placeholder 5">
            <a:extLst>
              <a:ext uri="{FF2B5EF4-FFF2-40B4-BE49-F238E27FC236}">
                <a16:creationId xmlns:a16="http://schemas.microsoft.com/office/drawing/2014/main" id="{A5D13F22-A2CB-4FFB-9B79-C3FD4DF3E048}"/>
              </a:ext>
            </a:extLst>
          </p:cNvPr>
          <p:cNvSpPr>
            <a:spLocks noGrp="1"/>
          </p:cNvSpPr>
          <p:nvPr>
            <p:ph type="body" sz="quarter" idx="11"/>
          </p:nvPr>
        </p:nvSpPr>
        <p:spPr/>
        <p:txBody>
          <a:bodyPr/>
          <a:lstStyle/>
          <a:p>
            <a:pPr algn="ctr"/>
            <a:r>
              <a:rPr lang="en-US" sz="1200" dirty="0">
                <a:solidFill>
                  <a:schemeClr val="tx1"/>
                </a:solidFill>
              </a:rPr>
              <a:t>© McGraw Hill LLC. All rights reserved. No reproduction or distribution without the prior written consent of McGraw Hill LLC.</a:t>
            </a:r>
          </a:p>
        </p:txBody>
      </p:sp>
    </p:spTree>
    <p:extLst>
      <p:ext uri="{BB962C8B-B14F-4D97-AF65-F5344CB8AC3E}">
        <p14:creationId xmlns:p14="http://schemas.microsoft.com/office/powerpoint/2010/main" val="35512810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t>Learning Unit Objectives</a:t>
            </a:r>
          </a:p>
        </p:txBody>
      </p:sp>
      <p:sp>
        <p:nvSpPr>
          <p:cNvPr id="3" name="Content Placeholder 2"/>
          <p:cNvSpPr>
            <a:spLocks noGrp="1"/>
          </p:cNvSpPr>
          <p:nvPr>
            <p:ph sz="quarter" idx="11"/>
          </p:nvPr>
        </p:nvSpPr>
        <p:spPr>
          <a:xfrm>
            <a:off x="342900" y="1276710"/>
            <a:ext cx="8458200" cy="1824710"/>
          </a:xfrm>
        </p:spPr>
        <p:txBody>
          <a:bodyPr/>
          <a:lstStyle/>
          <a:p>
            <a:r>
              <a:rPr lang="en-US" b="1" dirty="0"/>
              <a:t>L</a:t>
            </a:r>
            <a:r>
              <a:rPr lang="en-US" sz="100" b="1" dirty="0"/>
              <a:t> </a:t>
            </a:r>
            <a:r>
              <a:rPr lang="en-US" b="1" dirty="0"/>
              <a:t>U 3-1: Conversions</a:t>
            </a:r>
          </a:p>
          <a:p>
            <a:pPr marL="402336" indent="-402336">
              <a:buFont typeface="+mj-lt"/>
              <a:buAutoNum type="arabicPeriod"/>
            </a:pPr>
            <a:r>
              <a:rPr lang="en-US" dirty="0"/>
              <a:t>Convert decimals to </a:t>
            </a:r>
            <a:r>
              <a:rPr lang="en-US" dirty="0" err="1"/>
              <a:t>percents</a:t>
            </a:r>
            <a:r>
              <a:rPr lang="en-US" dirty="0"/>
              <a:t> (including rounding </a:t>
            </a:r>
            <a:r>
              <a:rPr lang="en-US" dirty="0" err="1"/>
              <a:t>percents</a:t>
            </a:r>
            <a:r>
              <a:rPr lang="en-US" dirty="0"/>
              <a:t>), </a:t>
            </a:r>
            <a:r>
              <a:rPr lang="en-US" dirty="0" err="1"/>
              <a:t>percents</a:t>
            </a:r>
            <a:r>
              <a:rPr lang="en-US" dirty="0"/>
              <a:t> to decimals, and fractions to </a:t>
            </a:r>
            <a:r>
              <a:rPr lang="en-US" dirty="0" err="1"/>
              <a:t>percents</a:t>
            </a:r>
            <a:r>
              <a:rPr lang="en-US" dirty="0"/>
              <a:t>.</a:t>
            </a:r>
          </a:p>
          <a:p>
            <a:pPr marL="402336" indent="-402336">
              <a:buFont typeface="+mj-lt"/>
              <a:buAutoNum type="arabicPeriod"/>
            </a:pPr>
            <a:r>
              <a:rPr lang="en-US" dirty="0"/>
              <a:t>Convert </a:t>
            </a:r>
            <a:r>
              <a:rPr lang="en-US" dirty="0" err="1"/>
              <a:t>percents</a:t>
            </a:r>
            <a:r>
              <a:rPr lang="en-US" dirty="0"/>
              <a:t> to fractions.</a:t>
            </a:r>
          </a:p>
        </p:txBody>
      </p:sp>
      <p:sp>
        <p:nvSpPr>
          <p:cNvPr id="4" name="Content Placeholder 3"/>
          <p:cNvSpPr>
            <a:spLocks noGrp="1"/>
          </p:cNvSpPr>
          <p:nvPr>
            <p:ph sz="quarter" idx="14"/>
          </p:nvPr>
        </p:nvSpPr>
        <p:spPr>
          <a:xfrm>
            <a:off x="342900" y="3271283"/>
            <a:ext cx="8458200" cy="2977117"/>
          </a:xfrm>
        </p:spPr>
        <p:txBody>
          <a:bodyPr/>
          <a:lstStyle/>
          <a:p>
            <a:r>
              <a:rPr lang="en-US" b="1" dirty="0"/>
              <a:t>L</a:t>
            </a:r>
            <a:r>
              <a:rPr lang="en-US" sz="100" b="1" dirty="0"/>
              <a:t> </a:t>
            </a:r>
            <a:r>
              <a:rPr lang="en-US" b="1" dirty="0"/>
              <a:t>U 3-2: Application of </a:t>
            </a:r>
            <a:r>
              <a:rPr lang="en-US" b="1" dirty="0" err="1"/>
              <a:t>Percents</a:t>
            </a:r>
            <a:r>
              <a:rPr lang="en-US" b="1" dirty="0"/>
              <a:t>—Portion Formula.</a:t>
            </a:r>
          </a:p>
          <a:p>
            <a:pPr marL="402336" indent="-402336">
              <a:buFont typeface="+mj-lt"/>
              <a:buAutoNum type="arabicPeriod"/>
            </a:pPr>
            <a:r>
              <a:rPr lang="en-US" dirty="0"/>
              <a:t>List and define the key elements of the portion formula.</a:t>
            </a:r>
          </a:p>
          <a:p>
            <a:pPr marL="402336" indent="-402336">
              <a:buFont typeface="+mj-lt"/>
              <a:buAutoNum type="arabicPeriod"/>
            </a:pPr>
            <a:r>
              <a:rPr lang="en-US" dirty="0"/>
              <a:t>Solve for one unknown of the portion formula when the other two key elements are given.</a:t>
            </a:r>
          </a:p>
          <a:p>
            <a:pPr marL="402336" indent="-402336">
              <a:buFont typeface="+mj-lt"/>
              <a:buAutoNum type="arabicPeriod"/>
            </a:pPr>
            <a:r>
              <a:rPr lang="en-US" dirty="0"/>
              <a:t>Calculate the rate of percent increases and decreases.</a:t>
            </a:r>
          </a:p>
        </p:txBody>
      </p:sp>
      <p:sp>
        <p:nvSpPr>
          <p:cNvPr id="7" name="Slide Number Placeholder 6"/>
          <p:cNvSpPr>
            <a:spLocks noGrp="1"/>
          </p:cNvSpPr>
          <p:nvPr>
            <p:ph type="sldNum" sz="quarter" idx="10"/>
          </p:nvPr>
        </p:nvSpPr>
        <p:spPr/>
        <p:txBody>
          <a:bodyPr/>
          <a:lstStyle/>
          <a:p>
            <a:fld id="{68151E55-6873-49E2-B8D5-2F265E6F1973}" type="slidenum">
              <a:rPr lang="en-US" smtClean="0"/>
              <a:t>2</a:t>
            </a:fld>
            <a:endParaRPr lang="en-US"/>
          </a:p>
        </p:txBody>
      </p:sp>
    </p:spTree>
    <p:extLst>
      <p:ext uri="{BB962C8B-B14F-4D97-AF65-F5344CB8AC3E}">
        <p14:creationId xmlns:p14="http://schemas.microsoft.com/office/powerpoint/2010/main" val="10520902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Table 3.1 - Bag of M&amp;M’S</a:t>
            </a:r>
            <a:endParaRPr lang="en-US" sz="1000" b="0" dirty="0"/>
          </a:p>
        </p:txBody>
      </p:sp>
      <p:graphicFrame>
        <p:nvGraphicFramePr>
          <p:cNvPr id="5" name="Table 4"/>
          <p:cNvGraphicFramePr>
            <a:graphicFrameLocks noGrp="1"/>
          </p:cNvGraphicFramePr>
          <p:nvPr>
            <p:extLst>
              <p:ext uri="{D42A27DB-BD31-4B8C-83A1-F6EECF244321}">
                <p14:modId xmlns:p14="http://schemas.microsoft.com/office/powerpoint/2010/main" val="3963088234"/>
              </p:ext>
            </p:extLst>
          </p:nvPr>
        </p:nvGraphicFramePr>
        <p:xfrm>
          <a:off x="342900" y="1180179"/>
          <a:ext cx="5924550" cy="5078333"/>
        </p:xfrm>
        <a:graphic>
          <a:graphicData uri="http://schemas.openxmlformats.org/drawingml/2006/table">
            <a:tbl>
              <a:tblPr firstRow="1" bandRow="1">
                <a:tableStyleId>{5C22544A-7EE6-4342-B048-85BDC9FD1C3A}</a:tableStyleId>
              </a:tblPr>
              <a:tblGrid>
                <a:gridCol w="1146535">
                  <a:extLst>
                    <a:ext uri="{9D8B030D-6E8A-4147-A177-3AD203B41FA5}">
                      <a16:colId xmlns:a16="http://schemas.microsoft.com/office/drawing/2014/main" val="3421972964"/>
                    </a:ext>
                  </a:extLst>
                </a:gridCol>
                <a:gridCol w="1187777">
                  <a:extLst>
                    <a:ext uri="{9D8B030D-6E8A-4147-A177-3AD203B41FA5}">
                      <a16:colId xmlns:a16="http://schemas.microsoft.com/office/drawing/2014/main" val="1523357395"/>
                    </a:ext>
                  </a:extLst>
                </a:gridCol>
                <a:gridCol w="1828113">
                  <a:extLst>
                    <a:ext uri="{9D8B030D-6E8A-4147-A177-3AD203B41FA5}">
                      <a16:colId xmlns:a16="http://schemas.microsoft.com/office/drawing/2014/main" val="350389320"/>
                    </a:ext>
                  </a:extLst>
                </a:gridCol>
                <a:gridCol w="1762125">
                  <a:extLst>
                    <a:ext uri="{9D8B030D-6E8A-4147-A177-3AD203B41FA5}">
                      <a16:colId xmlns:a16="http://schemas.microsoft.com/office/drawing/2014/main" val="2942037392"/>
                    </a:ext>
                  </a:extLst>
                </a:gridCol>
              </a:tblGrid>
              <a:tr h="582633">
                <a:tc>
                  <a:txBody>
                    <a:bodyPr/>
                    <a:lstStyle/>
                    <a:p>
                      <a:endParaRPr lang="en-IN" dirty="0">
                        <a:solidFill>
                          <a:schemeClr val="tx1"/>
                        </a:solidFill>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IN" dirty="0">
                        <a:solidFill>
                          <a:schemeClr val="tx1"/>
                        </a:solidFill>
                      </a:endParaRP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8519262"/>
                  </a:ext>
                </a:extLst>
              </a:tr>
              <a:tr h="630706">
                <a:tc>
                  <a:txBody>
                    <a:bodyPr/>
                    <a:lstStyle/>
                    <a:p>
                      <a:pPr marL="0" algn="l" defTabSz="914400" rtl="0" eaLnBrk="1" latinLnBrk="0" hangingPunct="1"/>
                      <a:endParaRPr lang="en-IN" sz="1800" b="1" kern="1200" dirty="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50422319"/>
                  </a:ext>
                </a:extLst>
              </a:tr>
              <a:tr h="650449">
                <a:tc>
                  <a:txBody>
                    <a:bodyPr/>
                    <a:lstStyle/>
                    <a:p>
                      <a:pPr marL="0" algn="l" defTabSz="914400" rtl="0" eaLnBrk="1" latinLnBrk="0" hangingPunct="1"/>
                      <a:endParaRPr lang="en-IN" sz="1800" b="1" kern="1200" dirty="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93282205"/>
                  </a:ext>
                </a:extLst>
              </a:tr>
              <a:tr h="641023">
                <a:tc>
                  <a:txBody>
                    <a:bodyPr/>
                    <a:lstStyle/>
                    <a:p>
                      <a:pPr marL="0" algn="l" defTabSz="914400" rtl="0" eaLnBrk="1" latinLnBrk="0" hangingPunct="1"/>
                      <a:endParaRPr lang="en-IN" sz="1800" b="1" kern="1200" dirty="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IN" dirty="0">
                        <a:solidFill>
                          <a:schemeClr val="tx1"/>
                        </a:solidFill>
                      </a:endParaRPr>
                    </a:p>
                    <a:p>
                      <a:pPr algn="ctr"/>
                      <a:endParaRPr lang="en-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5996958"/>
                  </a:ext>
                </a:extLst>
              </a:tr>
              <a:tr h="622169">
                <a:tc>
                  <a:txBody>
                    <a:bodyPr/>
                    <a:lstStyle/>
                    <a:p>
                      <a:pPr marL="0" algn="l" defTabSz="914400" rtl="0" eaLnBrk="1" latinLnBrk="0" hangingPunct="1"/>
                      <a:endParaRPr lang="en-IN" sz="1800" b="1" kern="1200" dirty="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33085656"/>
                  </a:ext>
                </a:extLst>
              </a:tr>
              <a:tr h="641027">
                <a:tc>
                  <a:txBody>
                    <a:bodyPr/>
                    <a:lstStyle/>
                    <a:p>
                      <a:pPr marL="0" algn="l" defTabSz="914400" rtl="0" eaLnBrk="1" latinLnBrk="0" hangingPunct="1"/>
                      <a:endParaRPr lang="en-IN" sz="1800" b="1" kern="1200" dirty="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6652829"/>
                  </a:ext>
                </a:extLst>
              </a:tr>
              <a:tr h="669303">
                <a:tc>
                  <a:txBody>
                    <a:bodyPr/>
                    <a:lstStyle/>
                    <a:p>
                      <a:pPr marL="0" algn="l" defTabSz="914400" rtl="0" eaLnBrk="1" latinLnBrk="0" hangingPunct="1"/>
                      <a:endParaRPr lang="en-IN" sz="1800" b="1" kern="1200" dirty="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1371908"/>
                  </a:ext>
                </a:extLst>
              </a:tr>
              <a:tr h="641023">
                <a:tc>
                  <a:txBody>
                    <a:bodyPr/>
                    <a:lstStyle/>
                    <a:p>
                      <a:pPr marL="0" algn="l" defTabSz="914400" rtl="0" eaLnBrk="1" latinLnBrk="0" hangingPunct="1"/>
                      <a:endParaRPr lang="en-IN" sz="1800" b="1" kern="1200" dirty="0">
                        <a:solidFill>
                          <a:schemeClr val="tx1"/>
                        </a:solidFill>
                        <a:latin typeface="+mn-lt"/>
                        <a:ea typeface="+mn-ea"/>
                        <a:cs typeface="+mn-cs"/>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IN">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IN" dirty="0">
                        <a:solidFill>
                          <a:schemeClr val="tx1"/>
                        </a:solidFil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50635231"/>
                  </a:ext>
                </a:extLst>
              </a:tr>
            </a:tbl>
          </a:graphicData>
        </a:graphic>
      </p:graphicFrame>
      <p:graphicFrame>
        <p:nvGraphicFramePr>
          <p:cNvPr id="3" name="Object 2">
            <a:extLst>
              <a:ext uri="{FF2B5EF4-FFF2-40B4-BE49-F238E27FC236}">
                <a16:creationId xmlns:a16="http://schemas.microsoft.com/office/drawing/2014/main" id="{D2FECA4A-212B-443F-BB8B-B71DBACEA06D}"/>
              </a:ext>
            </a:extLst>
          </p:cNvPr>
          <p:cNvGraphicFramePr>
            <a:graphicFrameLocks noChangeAspect="1"/>
          </p:cNvGraphicFramePr>
          <p:nvPr>
            <p:extLst>
              <p:ext uri="{D42A27DB-BD31-4B8C-83A1-F6EECF244321}">
                <p14:modId xmlns:p14="http://schemas.microsoft.com/office/powerpoint/2010/main" val="1426635005"/>
              </p:ext>
            </p:extLst>
          </p:nvPr>
        </p:nvGraphicFramePr>
        <p:xfrm>
          <a:off x="539909" y="1316116"/>
          <a:ext cx="596583" cy="298295"/>
        </p:xfrm>
        <a:graphic>
          <a:graphicData uri="http://schemas.openxmlformats.org/presentationml/2006/ole">
            <mc:AlternateContent xmlns:mc="http://schemas.openxmlformats.org/markup-compatibility/2006">
              <mc:Choice xmlns:v="urn:schemas-microsoft-com:vml" Requires="v">
                <p:oleObj spid="_x0000_s1249" name="Equation" r:id="rId3" imgW="355320" imgH="177480" progId="Equation.DSMT4">
                  <p:embed/>
                </p:oleObj>
              </mc:Choice>
              <mc:Fallback>
                <p:oleObj name="Equation" r:id="rId3" imgW="355320" imgH="177480" progId="Equation.DSMT4">
                  <p:embed/>
                  <p:pic>
                    <p:nvPicPr>
                      <p:cNvPr id="0" name=""/>
                      <p:cNvPicPr/>
                      <p:nvPr/>
                    </p:nvPicPr>
                    <p:blipFill>
                      <a:blip r:embed="rId4"/>
                      <a:stretch>
                        <a:fillRect/>
                      </a:stretch>
                    </p:blipFill>
                    <p:spPr>
                      <a:xfrm>
                        <a:off x="539909" y="1316116"/>
                        <a:ext cx="596583" cy="298295"/>
                      </a:xfrm>
                      <a:prstGeom prst="rect">
                        <a:avLst/>
                      </a:prstGeom>
                    </p:spPr>
                  </p:pic>
                </p:oleObj>
              </mc:Fallback>
            </mc:AlternateContent>
          </a:graphicData>
        </a:graphic>
      </p:graphicFrame>
      <p:graphicFrame>
        <p:nvGraphicFramePr>
          <p:cNvPr id="4" name="Object 3">
            <a:extLst>
              <a:ext uri="{FF2B5EF4-FFF2-40B4-BE49-F238E27FC236}">
                <a16:creationId xmlns:a16="http://schemas.microsoft.com/office/drawing/2014/main" id="{B503C641-12E0-4610-9AD4-202282C9097A}"/>
              </a:ext>
            </a:extLst>
          </p:cNvPr>
          <p:cNvGraphicFramePr>
            <a:graphicFrameLocks noChangeAspect="1"/>
          </p:cNvGraphicFramePr>
          <p:nvPr>
            <p:extLst>
              <p:ext uri="{D42A27DB-BD31-4B8C-83A1-F6EECF244321}">
                <p14:modId xmlns:p14="http://schemas.microsoft.com/office/powerpoint/2010/main" val="1949038626"/>
              </p:ext>
            </p:extLst>
          </p:nvPr>
        </p:nvGraphicFramePr>
        <p:xfrm>
          <a:off x="1705621" y="1363290"/>
          <a:ext cx="760709" cy="242047"/>
        </p:xfrm>
        <a:graphic>
          <a:graphicData uri="http://schemas.openxmlformats.org/presentationml/2006/ole">
            <mc:AlternateContent xmlns:mc="http://schemas.openxmlformats.org/markup-compatibility/2006">
              <mc:Choice xmlns:v="urn:schemas-microsoft-com:vml" Requires="v">
                <p:oleObj spid="_x0000_s1250" name="Equation" r:id="rId5" imgW="558720" imgH="177480" progId="Equation.DSMT4">
                  <p:embed/>
                </p:oleObj>
              </mc:Choice>
              <mc:Fallback>
                <p:oleObj name="Equation" r:id="rId5" imgW="558720" imgH="177480" progId="Equation.DSMT4">
                  <p:embed/>
                  <p:pic>
                    <p:nvPicPr>
                      <p:cNvPr id="0" name=""/>
                      <p:cNvPicPr/>
                      <p:nvPr/>
                    </p:nvPicPr>
                    <p:blipFill>
                      <a:blip r:embed="rId6"/>
                      <a:stretch>
                        <a:fillRect/>
                      </a:stretch>
                    </p:blipFill>
                    <p:spPr>
                      <a:xfrm>
                        <a:off x="1705621" y="1363290"/>
                        <a:ext cx="760709" cy="242047"/>
                      </a:xfrm>
                      <a:prstGeom prst="rect">
                        <a:avLst/>
                      </a:prstGeom>
                    </p:spPr>
                  </p:pic>
                </p:oleObj>
              </mc:Fallback>
            </mc:AlternateContent>
          </a:graphicData>
        </a:graphic>
      </p:graphicFrame>
      <p:graphicFrame>
        <p:nvGraphicFramePr>
          <p:cNvPr id="16" name="Object 15">
            <a:extLst>
              <a:ext uri="{FF2B5EF4-FFF2-40B4-BE49-F238E27FC236}">
                <a16:creationId xmlns:a16="http://schemas.microsoft.com/office/drawing/2014/main" id="{DE57AA0D-E45D-44D9-ABEA-1A3F460B5FF6}"/>
              </a:ext>
            </a:extLst>
          </p:cNvPr>
          <p:cNvGraphicFramePr>
            <a:graphicFrameLocks noChangeAspect="1"/>
          </p:cNvGraphicFramePr>
          <p:nvPr>
            <p:extLst>
              <p:ext uri="{D42A27DB-BD31-4B8C-83A1-F6EECF244321}">
                <p14:modId xmlns:p14="http://schemas.microsoft.com/office/powerpoint/2010/main" val="4263896159"/>
              </p:ext>
            </p:extLst>
          </p:nvPr>
        </p:nvGraphicFramePr>
        <p:xfrm>
          <a:off x="2767202" y="1311920"/>
          <a:ext cx="1742696" cy="325737"/>
        </p:xfrm>
        <a:graphic>
          <a:graphicData uri="http://schemas.openxmlformats.org/presentationml/2006/ole">
            <mc:AlternateContent xmlns:mc="http://schemas.openxmlformats.org/markup-compatibility/2006">
              <mc:Choice xmlns:v="urn:schemas-microsoft-com:vml" Requires="v">
                <p:oleObj spid="_x0000_s1251" name="Equation" r:id="rId7" imgW="1358640" imgH="253800" progId="Equation.DSMT4">
                  <p:embed/>
                </p:oleObj>
              </mc:Choice>
              <mc:Fallback>
                <p:oleObj name="Equation" r:id="rId7" imgW="1358640" imgH="253800" progId="Equation.DSMT4">
                  <p:embed/>
                  <p:pic>
                    <p:nvPicPr>
                      <p:cNvPr id="0" name=""/>
                      <p:cNvPicPr/>
                      <p:nvPr/>
                    </p:nvPicPr>
                    <p:blipFill>
                      <a:blip r:embed="rId8"/>
                      <a:stretch>
                        <a:fillRect/>
                      </a:stretch>
                    </p:blipFill>
                    <p:spPr>
                      <a:xfrm>
                        <a:off x="2767202" y="1311920"/>
                        <a:ext cx="1742696" cy="325737"/>
                      </a:xfrm>
                      <a:prstGeom prst="rect">
                        <a:avLst/>
                      </a:prstGeom>
                    </p:spPr>
                  </p:pic>
                </p:oleObj>
              </mc:Fallback>
            </mc:AlternateContent>
          </a:graphicData>
        </a:graphic>
      </p:graphicFrame>
      <p:graphicFrame>
        <p:nvGraphicFramePr>
          <p:cNvPr id="17" name="Object 16">
            <a:extLst>
              <a:ext uri="{FF2B5EF4-FFF2-40B4-BE49-F238E27FC236}">
                <a16:creationId xmlns:a16="http://schemas.microsoft.com/office/drawing/2014/main" id="{B21A9EEA-9C8A-43A9-947C-FDAE02C849F7}"/>
              </a:ext>
            </a:extLst>
          </p:cNvPr>
          <p:cNvGraphicFramePr>
            <a:graphicFrameLocks noChangeAspect="1"/>
          </p:cNvGraphicFramePr>
          <p:nvPr>
            <p:extLst>
              <p:ext uri="{D42A27DB-BD31-4B8C-83A1-F6EECF244321}">
                <p14:modId xmlns:p14="http://schemas.microsoft.com/office/powerpoint/2010/main" val="4046620696"/>
              </p:ext>
            </p:extLst>
          </p:nvPr>
        </p:nvGraphicFramePr>
        <p:xfrm>
          <a:off x="4571425" y="1311920"/>
          <a:ext cx="1677550" cy="325737"/>
        </p:xfrm>
        <a:graphic>
          <a:graphicData uri="http://schemas.openxmlformats.org/presentationml/2006/ole">
            <mc:AlternateContent xmlns:mc="http://schemas.openxmlformats.org/markup-compatibility/2006">
              <mc:Choice xmlns:v="urn:schemas-microsoft-com:vml" Requires="v">
                <p:oleObj spid="_x0000_s1252" name="Equation" r:id="rId9" imgW="1307880" imgH="253800" progId="Equation.DSMT4">
                  <p:embed/>
                </p:oleObj>
              </mc:Choice>
              <mc:Fallback>
                <p:oleObj name="Equation" r:id="rId9" imgW="1307880" imgH="253800" progId="Equation.DSMT4">
                  <p:embed/>
                  <p:pic>
                    <p:nvPicPr>
                      <p:cNvPr id="0" name=""/>
                      <p:cNvPicPr/>
                      <p:nvPr/>
                    </p:nvPicPr>
                    <p:blipFill>
                      <a:blip r:embed="rId10"/>
                      <a:stretch>
                        <a:fillRect/>
                      </a:stretch>
                    </p:blipFill>
                    <p:spPr>
                      <a:xfrm>
                        <a:off x="4571425" y="1311920"/>
                        <a:ext cx="1677550" cy="325737"/>
                      </a:xfrm>
                      <a:prstGeom prst="rect">
                        <a:avLst/>
                      </a:prstGeom>
                    </p:spPr>
                  </p:pic>
                </p:oleObj>
              </mc:Fallback>
            </mc:AlternateContent>
          </a:graphicData>
        </a:graphic>
      </p:graphicFrame>
      <p:graphicFrame>
        <p:nvGraphicFramePr>
          <p:cNvPr id="18" name="Object 17">
            <a:extLst>
              <a:ext uri="{FF2B5EF4-FFF2-40B4-BE49-F238E27FC236}">
                <a16:creationId xmlns:a16="http://schemas.microsoft.com/office/drawing/2014/main" id="{4EDDEBD4-174E-4428-B8BA-B0321397CE1D}"/>
              </a:ext>
            </a:extLst>
          </p:cNvPr>
          <p:cNvGraphicFramePr>
            <a:graphicFrameLocks noChangeAspect="1"/>
          </p:cNvGraphicFramePr>
          <p:nvPr>
            <p:extLst>
              <p:ext uri="{D42A27DB-BD31-4B8C-83A1-F6EECF244321}">
                <p14:modId xmlns:p14="http://schemas.microsoft.com/office/powerpoint/2010/main" val="3773862980"/>
              </p:ext>
            </p:extLst>
          </p:nvPr>
        </p:nvGraphicFramePr>
        <p:xfrm>
          <a:off x="417513" y="1957388"/>
          <a:ext cx="669925" cy="234950"/>
        </p:xfrm>
        <a:graphic>
          <a:graphicData uri="http://schemas.openxmlformats.org/presentationml/2006/ole">
            <mc:AlternateContent xmlns:mc="http://schemas.openxmlformats.org/markup-compatibility/2006">
              <mc:Choice xmlns:v="urn:schemas-microsoft-com:vml" Requires="v">
                <p:oleObj spid="_x0000_s1253" name="Equation" r:id="rId11" imgW="507960" imgH="177480" progId="Equation.DSMT4">
                  <p:embed/>
                </p:oleObj>
              </mc:Choice>
              <mc:Fallback>
                <p:oleObj name="Equation" r:id="rId11" imgW="507960" imgH="177480" progId="Equation.DSMT4">
                  <p:embed/>
                  <p:pic>
                    <p:nvPicPr>
                      <p:cNvPr id="0" name=""/>
                      <p:cNvPicPr/>
                      <p:nvPr/>
                    </p:nvPicPr>
                    <p:blipFill>
                      <a:blip r:embed="rId12"/>
                      <a:stretch>
                        <a:fillRect/>
                      </a:stretch>
                    </p:blipFill>
                    <p:spPr>
                      <a:xfrm>
                        <a:off x="417513" y="1957388"/>
                        <a:ext cx="669925" cy="234950"/>
                      </a:xfrm>
                      <a:prstGeom prst="rect">
                        <a:avLst/>
                      </a:prstGeom>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2971451738"/>
              </p:ext>
            </p:extLst>
          </p:nvPr>
        </p:nvGraphicFramePr>
        <p:xfrm>
          <a:off x="1876523" y="1792022"/>
          <a:ext cx="292100" cy="571500"/>
        </p:xfrm>
        <a:graphic>
          <a:graphicData uri="http://schemas.openxmlformats.org/presentationml/2006/ole">
            <mc:AlternateContent xmlns:mc="http://schemas.openxmlformats.org/markup-compatibility/2006">
              <mc:Choice xmlns:v="urn:schemas-microsoft-com:vml" Requires="v">
                <p:oleObj spid="_x0000_s1254" name="Equation" r:id="rId13" imgW="291960" imgH="571320" progId="Equation.DSMT4">
                  <p:embed/>
                </p:oleObj>
              </mc:Choice>
              <mc:Fallback>
                <p:oleObj name="Equation" r:id="rId13" imgW="291960" imgH="571320" progId="Equation.DSMT4">
                  <p:embed/>
                  <p:pic>
                    <p:nvPicPr>
                      <p:cNvPr id="0" name=""/>
                      <p:cNvPicPr/>
                      <p:nvPr/>
                    </p:nvPicPr>
                    <p:blipFill>
                      <a:blip r:embed="rId14"/>
                      <a:stretch>
                        <a:fillRect/>
                      </a:stretch>
                    </p:blipFill>
                    <p:spPr>
                      <a:xfrm>
                        <a:off x="1876523" y="1792022"/>
                        <a:ext cx="292100" cy="571500"/>
                      </a:xfrm>
                      <a:prstGeom prst="rect">
                        <a:avLst/>
                      </a:prstGeom>
                    </p:spPr>
                  </p:pic>
                </p:oleObj>
              </mc:Fallback>
            </mc:AlternateContent>
          </a:graphicData>
        </a:graphic>
      </p:graphicFrame>
      <p:graphicFrame>
        <p:nvGraphicFramePr>
          <p:cNvPr id="19" name="Object 18">
            <a:extLst>
              <a:ext uri="{FF2B5EF4-FFF2-40B4-BE49-F238E27FC236}">
                <a16:creationId xmlns:a16="http://schemas.microsoft.com/office/drawing/2014/main" id="{4B7016BC-D210-4A79-A96E-2F735B94F938}"/>
              </a:ext>
            </a:extLst>
          </p:cNvPr>
          <p:cNvGraphicFramePr>
            <a:graphicFrameLocks noChangeAspect="1"/>
          </p:cNvGraphicFramePr>
          <p:nvPr>
            <p:extLst>
              <p:ext uri="{D42A27DB-BD31-4B8C-83A1-F6EECF244321}">
                <p14:modId xmlns:p14="http://schemas.microsoft.com/office/powerpoint/2010/main" val="4238437006"/>
              </p:ext>
            </p:extLst>
          </p:nvPr>
        </p:nvGraphicFramePr>
        <p:xfrm>
          <a:off x="3429000" y="1943100"/>
          <a:ext cx="304800" cy="228600"/>
        </p:xfrm>
        <a:graphic>
          <a:graphicData uri="http://schemas.openxmlformats.org/presentationml/2006/ole">
            <mc:AlternateContent xmlns:mc="http://schemas.openxmlformats.org/markup-compatibility/2006">
              <mc:Choice xmlns:v="urn:schemas-microsoft-com:vml" Requires="v">
                <p:oleObj spid="_x0000_s1255" name="Equation" r:id="rId15" imgW="304560" imgH="228600" progId="Equation.DSMT4">
                  <p:embed/>
                </p:oleObj>
              </mc:Choice>
              <mc:Fallback>
                <p:oleObj name="Equation" r:id="rId15" imgW="304560" imgH="228600" progId="Equation.DSMT4">
                  <p:embed/>
                  <p:pic>
                    <p:nvPicPr>
                      <p:cNvPr id="0" name=""/>
                      <p:cNvPicPr/>
                      <p:nvPr/>
                    </p:nvPicPr>
                    <p:blipFill>
                      <a:blip r:embed="rId16"/>
                      <a:stretch>
                        <a:fillRect/>
                      </a:stretch>
                    </p:blipFill>
                    <p:spPr>
                      <a:xfrm>
                        <a:off x="3429000" y="1943100"/>
                        <a:ext cx="304800" cy="228600"/>
                      </a:xfrm>
                      <a:prstGeom prst="rect">
                        <a:avLst/>
                      </a:prstGeom>
                    </p:spPr>
                  </p:pic>
                </p:oleObj>
              </mc:Fallback>
            </mc:AlternateContent>
          </a:graphicData>
        </a:graphic>
      </p:graphicFrame>
      <p:graphicFrame>
        <p:nvGraphicFramePr>
          <p:cNvPr id="20" name="Object 19">
            <a:extLst>
              <a:ext uri="{FF2B5EF4-FFF2-40B4-BE49-F238E27FC236}">
                <a16:creationId xmlns:a16="http://schemas.microsoft.com/office/drawing/2014/main" id="{22344DBF-D794-4440-A4CF-BD3EFA4B39FF}"/>
              </a:ext>
            </a:extLst>
          </p:cNvPr>
          <p:cNvGraphicFramePr>
            <a:graphicFrameLocks noChangeAspect="1"/>
          </p:cNvGraphicFramePr>
          <p:nvPr>
            <p:extLst>
              <p:ext uri="{D42A27DB-BD31-4B8C-83A1-F6EECF244321}">
                <p14:modId xmlns:p14="http://schemas.microsoft.com/office/powerpoint/2010/main" val="1577163503"/>
              </p:ext>
            </p:extLst>
          </p:nvPr>
        </p:nvGraphicFramePr>
        <p:xfrm>
          <a:off x="5032375" y="1933575"/>
          <a:ext cx="736600" cy="228600"/>
        </p:xfrm>
        <a:graphic>
          <a:graphicData uri="http://schemas.openxmlformats.org/presentationml/2006/ole">
            <mc:AlternateContent xmlns:mc="http://schemas.openxmlformats.org/markup-compatibility/2006">
              <mc:Choice xmlns:v="urn:schemas-microsoft-com:vml" Requires="v">
                <p:oleObj spid="_x0000_s1256" name="Equation" r:id="rId17" imgW="736560" imgH="228600" progId="Equation.DSMT4">
                  <p:embed/>
                </p:oleObj>
              </mc:Choice>
              <mc:Fallback>
                <p:oleObj name="Equation" r:id="rId17" imgW="736560" imgH="228600" progId="Equation.DSMT4">
                  <p:embed/>
                  <p:pic>
                    <p:nvPicPr>
                      <p:cNvPr id="0" name=""/>
                      <p:cNvPicPr/>
                      <p:nvPr/>
                    </p:nvPicPr>
                    <p:blipFill>
                      <a:blip r:embed="rId18"/>
                      <a:stretch>
                        <a:fillRect/>
                      </a:stretch>
                    </p:blipFill>
                    <p:spPr>
                      <a:xfrm>
                        <a:off x="5032375" y="1933575"/>
                        <a:ext cx="736600" cy="228600"/>
                      </a:xfrm>
                      <a:prstGeom prst="rect">
                        <a:avLst/>
                      </a:prstGeom>
                    </p:spPr>
                  </p:pic>
                </p:oleObj>
              </mc:Fallback>
            </mc:AlternateContent>
          </a:graphicData>
        </a:graphic>
      </p:graphicFrame>
      <p:graphicFrame>
        <p:nvGraphicFramePr>
          <p:cNvPr id="21" name="Object 20">
            <a:extLst>
              <a:ext uri="{FF2B5EF4-FFF2-40B4-BE49-F238E27FC236}">
                <a16:creationId xmlns:a16="http://schemas.microsoft.com/office/drawing/2014/main" id="{D2D2E0E0-D9F6-42AF-8DA3-C0EFFEB3D357}"/>
              </a:ext>
            </a:extLst>
          </p:cNvPr>
          <p:cNvGraphicFramePr>
            <a:graphicFrameLocks noChangeAspect="1"/>
          </p:cNvGraphicFramePr>
          <p:nvPr>
            <p:extLst>
              <p:ext uri="{D42A27DB-BD31-4B8C-83A1-F6EECF244321}">
                <p14:modId xmlns:p14="http://schemas.microsoft.com/office/powerpoint/2010/main" val="923894211"/>
              </p:ext>
            </p:extLst>
          </p:nvPr>
        </p:nvGraphicFramePr>
        <p:xfrm>
          <a:off x="423209" y="2572462"/>
          <a:ext cx="468032" cy="262102"/>
        </p:xfrm>
        <a:graphic>
          <a:graphicData uri="http://schemas.openxmlformats.org/presentationml/2006/ole">
            <mc:AlternateContent xmlns:mc="http://schemas.openxmlformats.org/markup-compatibility/2006">
              <mc:Choice xmlns:v="urn:schemas-microsoft-com:vml" Requires="v">
                <p:oleObj spid="_x0000_s1257" name="Equation" r:id="rId19" imgW="317160" imgH="177480" progId="Equation.DSMT4">
                  <p:embed/>
                </p:oleObj>
              </mc:Choice>
              <mc:Fallback>
                <p:oleObj name="Equation" r:id="rId19" imgW="317160" imgH="177480" progId="Equation.DSMT4">
                  <p:embed/>
                  <p:pic>
                    <p:nvPicPr>
                      <p:cNvPr id="0" name=""/>
                      <p:cNvPicPr/>
                      <p:nvPr/>
                    </p:nvPicPr>
                    <p:blipFill>
                      <a:blip r:embed="rId20"/>
                      <a:stretch>
                        <a:fillRect/>
                      </a:stretch>
                    </p:blipFill>
                    <p:spPr>
                      <a:xfrm>
                        <a:off x="423209" y="2572462"/>
                        <a:ext cx="468032" cy="262102"/>
                      </a:xfrm>
                      <a:prstGeom prst="rect">
                        <a:avLst/>
                      </a:prstGeom>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4158554835"/>
              </p:ext>
            </p:extLst>
          </p:nvPr>
        </p:nvGraphicFramePr>
        <p:xfrm>
          <a:off x="1876523" y="2420393"/>
          <a:ext cx="292100" cy="571500"/>
        </p:xfrm>
        <a:graphic>
          <a:graphicData uri="http://schemas.openxmlformats.org/presentationml/2006/ole">
            <mc:AlternateContent xmlns:mc="http://schemas.openxmlformats.org/markup-compatibility/2006">
              <mc:Choice xmlns:v="urn:schemas-microsoft-com:vml" Requires="v">
                <p:oleObj spid="_x0000_s1258" name="Equation" r:id="rId21" imgW="291960" imgH="571320" progId="Equation.DSMT4">
                  <p:embed/>
                </p:oleObj>
              </mc:Choice>
              <mc:Fallback>
                <p:oleObj name="Equation" r:id="rId21" imgW="291960" imgH="571320" progId="Equation.DSMT4">
                  <p:embed/>
                  <p:pic>
                    <p:nvPicPr>
                      <p:cNvPr id="0" name=""/>
                      <p:cNvPicPr/>
                      <p:nvPr/>
                    </p:nvPicPr>
                    <p:blipFill>
                      <a:blip r:embed="rId22"/>
                      <a:stretch>
                        <a:fillRect/>
                      </a:stretch>
                    </p:blipFill>
                    <p:spPr>
                      <a:xfrm>
                        <a:off x="1876523" y="2420393"/>
                        <a:ext cx="292100" cy="571500"/>
                      </a:xfrm>
                      <a:prstGeom prst="rect">
                        <a:avLst/>
                      </a:prstGeom>
                    </p:spPr>
                  </p:pic>
                </p:oleObj>
              </mc:Fallback>
            </mc:AlternateContent>
          </a:graphicData>
        </a:graphic>
      </p:graphicFrame>
      <p:graphicFrame>
        <p:nvGraphicFramePr>
          <p:cNvPr id="22" name="Object 21">
            <a:extLst>
              <a:ext uri="{FF2B5EF4-FFF2-40B4-BE49-F238E27FC236}">
                <a16:creationId xmlns:a16="http://schemas.microsoft.com/office/drawing/2014/main" id="{260C97BB-BEC4-4F0F-9B47-42E2AC519DB5}"/>
              </a:ext>
            </a:extLst>
          </p:cNvPr>
          <p:cNvGraphicFramePr>
            <a:graphicFrameLocks noChangeAspect="1"/>
          </p:cNvGraphicFramePr>
          <p:nvPr>
            <p:extLst>
              <p:ext uri="{D42A27DB-BD31-4B8C-83A1-F6EECF244321}">
                <p14:modId xmlns:p14="http://schemas.microsoft.com/office/powerpoint/2010/main" val="220946370"/>
              </p:ext>
            </p:extLst>
          </p:nvPr>
        </p:nvGraphicFramePr>
        <p:xfrm>
          <a:off x="3400425" y="2600325"/>
          <a:ext cx="304800" cy="228600"/>
        </p:xfrm>
        <a:graphic>
          <a:graphicData uri="http://schemas.openxmlformats.org/presentationml/2006/ole">
            <mc:AlternateContent xmlns:mc="http://schemas.openxmlformats.org/markup-compatibility/2006">
              <mc:Choice xmlns:v="urn:schemas-microsoft-com:vml" Requires="v">
                <p:oleObj spid="_x0000_s1259" name="Equation" r:id="rId23" imgW="304560" imgH="228600" progId="Equation.DSMT4">
                  <p:embed/>
                </p:oleObj>
              </mc:Choice>
              <mc:Fallback>
                <p:oleObj name="Equation" r:id="rId23" imgW="304560" imgH="228600" progId="Equation.DSMT4">
                  <p:embed/>
                  <p:pic>
                    <p:nvPicPr>
                      <p:cNvPr id="0" name=""/>
                      <p:cNvPicPr/>
                      <p:nvPr/>
                    </p:nvPicPr>
                    <p:blipFill>
                      <a:blip r:embed="rId24"/>
                      <a:stretch>
                        <a:fillRect/>
                      </a:stretch>
                    </p:blipFill>
                    <p:spPr>
                      <a:xfrm>
                        <a:off x="3400425" y="2600325"/>
                        <a:ext cx="304800" cy="228600"/>
                      </a:xfrm>
                      <a:prstGeom prst="rect">
                        <a:avLst/>
                      </a:prstGeom>
                    </p:spPr>
                  </p:pic>
                </p:oleObj>
              </mc:Fallback>
            </mc:AlternateContent>
          </a:graphicData>
        </a:graphic>
      </p:graphicFrame>
      <p:graphicFrame>
        <p:nvGraphicFramePr>
          <p:cNvPr id="23" name="Object 22">
            <a:extLst>
              <a:ext uri="{FF2B5EF4-FFF2-40B4-BE49-F238E27FC236}">
                <a16:creationId xmlns:a16="http://schemas.microsoft.com/office/drawing/2014/main" id="{70A3BE5E-BED8-47C3-B015-FB6399DCEF18}"/>
              </a:ext>
            </a:extLst>
          </p:cNvPr>
          <p:cNvGraphicFramePr>
            <a:graphicFrameLocks noChangeAspect="1"/>
          </p:cNvGraphicFramePr>
          <p:nvPr>
            <p:extLst>
              <p:ext uri="{D42A27DB-BD31-4B8C-83A1-F6EECF244321}">
                <p14:modId xmlns:p14="http://schemas.microsoft.com/office/powerpoint/2010/main" val="3032852747"/>
              </p:ext>
            </p:extLst>
          </p:nvPr>
        </p:nvGraphicFramePr>
        <p:xfrm>
          <a:off x="5029200" y="2590800"/>
          <a:ext cx="723900" cy="228600"/>
        </p:xfrm>
        <a:graphic>
          <a:graphicData uri="http://schemas.openxmlformats.org/presentationml/2006/ole">
            <mc:AlternateContent xmlns:mc="http://schemas.openxmlformats.org/markup-compatibility/2006">
              <mc:Choice xmlns:v="urn:schemas-microsoft-com:vml" Requires="v">
                <p:oleObj spid="_x0000_s1260" name="Equation" r:id="rId25" imgW="723600" imgH="228600" progId="Equation.DSMT4">
                  <p:embed/>
                </p:oleObj>
              </mc:Choice>
              <mc:Fallback>
                <p:oleObj name="Equation" r:id="rId25" imgW="723600" imgH="228600" progId="Equation.DSMT4">
                  <p:embed/>
                  <p:pic>
                    <p:nvPicPr>
                      <p:cNvPr id="0" name=""/>
                      <p:cNvPicPr/>
                      <p:nvPr/>
                    </p:nvPicPr>
                    <p:blipFill>
                      <a:blip r:embed="rId26"/>
                      <a:stretch>
                        <a:fillRect/>
                      </a:stretch>
                    </p:blipFill>
                    <p:spPr>
                      <a:xfrm>
                        <a:off x="5029200" y="2590800"/>
                        <a:ext cx="723900" cy="228600"/>
                      </a:xfrm>
                      <a:prstGeom prst="rect">
                        <a:avLst/>
                      </a:prstGeom>
                    </p:spPr>
                  </p:pic>
                </p:oleObj>
              </mc:Fallback>
            </mc:AlternateContent>
          </a:graphicData>
        </a:graphic>
      </p:graphicFrame>
      <p:graphicFrame>
        <p:nvGraphicFramePr>
          <p:cNvPr id="24" name="Object 23">
            <a:extLst>
              <a:ext uri="{FF2B5EF4-FFF2-40B4-BE49-F238E27FC236}">
                <a16:creationId xmlns:a16="http://schemas.microsoft.com/office/drawing/2014/main" id="{ED82F6FA-CA55-4E09-A083-F11291299672}"/>
              </a:ext>
            </a:extLst>
          </p:cNvPr>
          <p:cNvGraphicFramePr>
            <a:graphicFrameLocks noChangeAspect="1"/>
          </p:cNvGraphicFramePr>
          <p:nvPr>
            <p:extLst>
              <p:ext uri="{D42A27DB-BD31-4B8C-83A1-F6EECF244321}">
                <p14:modId xmlns:p14="http://schemas.microsoft.com/office/powerpoint/2010/main" val="2105254755"/>
              </p:ext>
            </p:extLst>
          </p:nvPr>
        </p:nvGraphicFramePr>
        <p:xfrm>
          <a:off x="425669" y="3215977"/>
          <a:ext cx="558363" cy="289523"/>
        </p:xfrm>
        <a:graphic>
          <a:graphicData uri="http://schemas.openxmlformats.org/presentationml/2006/ole">
            <mc:AlternateContent xmlns:mc="http://schemas.openxmlformats.org/markup-compatibility/2006">
              <mc:Choice xmlns:v="urn:schemas-microsoft-com:vml" Requires="v">
                <p:oleObj spid="_x0000_s1261" name="Equation" r:id="rId27" imgW="342720" imgH="177480" progId="Equation.DSMT4">
                  <p:embed/>
                </p:oleObj>
              </mc:Choice>
              <mc:Fallback>
                <p:oleObj name="Equation" r:id="rId27" imgW="342720" imgH="177480" progId="Equation.DSMT4">
                  <p:embed/>
                  <p:pic>
                    <p:nvPicPr>
                      <p:cNvPr id="0" name=""/>
                      <p:cNvPicPr/>
                      <p:nvPr/>
                    </p:nvPicPr>
                    <p:blipFill>
                      <a:blip r:embed="rId28"/>
                      <a:stretch>
                        <a:fillRect/>
                      </a:stretch>
                    </p:blipFill>
                    <p:spPr>
                      <a:xfrm>
                        <a:off x="425669" y="3215977"/>
                        <a:ext cx="558363" cy="289523"/>
                      </a:xfrm>
                      <a:prstGeom prst="rect">
                        <a:avLst/>
                      </a:prstGeom>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110850008"/>
              </p:ext>
            </p:extLst>
          </p:nvPr>
        </p:nvGraphicFramePr>
        <p:xfrm>
          <a:off x="1876523" y="3089747"/>
          <a:ext cx="292100" cy="571500"/>
        </p:xfrm>
        <a:graphic>
          <a:graphicData uri="http://schemas.openxmlformats.org/presentationml/2006/ole">
            <mc:AlternateContent xmlns:mc="http://schemas.openxmlformats.org/markup-compatibility/2006">
              <mc:Choice xmlns:v="urn:schemas-microsoft-com:vml" Requires="v">
                <p:oleObj spid="_x0000_s1262" name="Equation" r:id="rId29" imgW="291960" imgH="571320" progId="Equation.DSMT4">
                  <p:embed/>
                </p:oleObj>
              </mc:Choice>
              <mc:Fallback>
                <p:oleObj name="Equation" r:id="rId29" imgW="291960" imgH="571320" progId="Equation.DSMT4">
                  <p:embed/>
                  <p:pic>
                    <p:nvPicPr>
                      <p:cNvPr id="0" name=""/>
                      <p:cNvPicPr/>
                      <p:nvPr/>
                    </p:nvPicPr>
                    <p:blipFill>
                      <a:blip r:embed="rId30"/>
                      <a:stretch>
                        <a:fillRect/>
                      </a:stretch>
                    </p:blipFill>
                    <p:spPr>
                      <a:xfrm>
                        <a:off x="1876523" y="3089747"/>
                        <a:ext cx="292100" cy="571500"/>
                      </a:xfrm>
                      <a:prstGeom prst="rect">
                        <a:avLst/>
                      </a:prstGeom>
                    </p:spPr>
                  </p:pic>
                </p:oleObj>
              </mc:Fallback>
            </mc:AlternateContent>
          </a:graphicData>
        </a:graphic>
      </p:graphicFrame>
      <p:graphicFrame>
        <p:nvGraphicFramePr>
          <p:cNvPr id="25" name="Object 24">
            <a:extLst>
              <a:ext uri="{FF2B5EF4-FFF2-40B4-BE49-F238E27FC236}">
                <a16:creationId xmlns:a16="http://schemas.microsoft.com/office/drawing/2014/main" id="{7A473384-F378-45D9-9083-735FFE016558}"/>
              </a:ext>
            </a:extLst>
          </p:cNvPr>
          <p:cNvGraphicFramePr>
            <a:graphicFrameLocks noChangeAspect="1"/>
          </p:cNvGraphicFramePr>
          <p:nvPr>
            <p:extLst>
              <p:ext uri="{D42A27DB-BD31-4B8C-83A1-F6EECF244321}">
                <p14:modId xmlns:p14="http://schemas.microsoft.com/office/powerpoint/2010/main" val="2386425591"/>
              </p:ext>
            </p:extLst>
          </p:nvPr>
        </p:nvGraphicFramePr>
        <p:xfrm>
          <a:off x="3394075" y="3219450"/>
          <a:ext cx="317500" cy="228600"/>
        </p:xfrm>
        <a:graphic>
          <a:graphicData uri="http://schemas.openxmlformats.org/presentationml/2006/ole">
            <mc:AlternateContent xmlns:mc="http://schemas.openxmlformats.org/markup-compatibility/2006">
              <mc:Choice xmlns:v="urn:schemas-microsoft-com:vml" Requires="v">
                <p:oleObj spid="_x0000_s1263" name="Equation" r:id="rId31" imgW="317160" imgH="228600" progId="Equation.DSMT4">
                  <p:embed/>
                </p:oleObj>
              </mc:Choice>
              <mc:Fallback>
                <p:oleObj name="Equation" r:id="rId31" imgW="317160" imgH="228600" progId="Equation.DSMT4">
                  <p:embed/>
                  <p:pic>
                    <p:nvPicPr>
                      <p:cNvPr id="0" name=""/>
                      <p:cNvPicPr/>
                      <p:nvPr/>
                    </p:nvPicPr>
                    <p:blipFill>
                      <a:blip r:embed="rId32"/>
                      <a:stretch>
                        <a:fillRect/>
                      </a:stretch>
                    </p:blipFill>
                    <p:spPr>
                      <a:xfrm>
                        <a:off x="3394075" y="3219450"/>
                        <a:ext cx="317500" cy="228600"/>
                      </a:xfrm>
                      <a:prstGeom prst="rect">
                        <a:avLst/>
                      </a:prstGeom>
                    </p:spPr>
                  </p:pic>
                </p:oleObj>
              </mc:Fallback>
            </mc:AlternateContent>
          </a:graphicData>
        </a:graphic>
      </p:graphicFrame>
      <p:graphicFrame>
        <p:nvGraphicFramePr>
          <p:cNvPr id="26" name="Object 25">
            <a:extLst>
              <a:ext uri="{FF2B5EF4-FFF2-40B4-BE49-F238E27FC236}">
                <a16:creationId xmlns:a16="http://schemas.microsoft.com/office/drawing/2014/main" id="{BA1EABCA-719B-4442-9EBA-EED6CEA8D453}"/>
              </a:ext>
            </a:extLst>
          </p:cNvPr>
          <p:cNvGraphicFramePr>
            <a:graphicFrameLocks noChangeAspect="1"/>
          </p:cNvGraphicFramePr>
          <p:nvPr>
            <p:extLst>
              <p:ext uri="{D42A27DB-BD31-4B8C-83A1-F6EECF244321}">
                <p14:modId xmlns:p14="http://schemas.microsoft.com/office/powerpoint/2010/main" val="3075616950"/>
              </p:ext>
            </p:extLst>
          </p:nvPr>
        </p:nvGraphicFramePr>
        <p:xfrm>
          <a:off x="5029200" y="3209925"/>
          <a:ext cx="723900" cy="228600"/>
        </p:xfrm>
        <a:graphic>
          <a:graphicData uri="http://schemas.openxmlformats.org/presentationml/2006/ole">
            <mc:AlternateContent xmlns:mc="http://schemas.openxmlformats.org/markup-compatibility/2006">
              <mc:Choice xmlns:v="urn:schemas-microsoft-com:vml" Requires="v">
                <p:oleObj spid="_x0000_s1264" name="Equation" r:id="rId33" imgW="723600" imgH="228600" progId="Equation.DSMT4">
                  <p:embed/>
                </p:oleObj>
              </mc:Choice>
              <mc:Fallback>
                <p:oleObj name="Equation" r:id="rId33" imgW="723600" imgH="228600" progId="Equation.DSMT4">
                  <p:embed/>
                  <p:pic>
                    <p:nvPicPr>
                      <p:cNvPr id="0" name=""/>
                      <p:cNvPicPr/>
                      <p:nvPr/>
                    </p:nvPicPr>
                    <p:blipFill>
                      <a:blip r:embed="rId34"/>
                      <a:stretch>
                        <a:fillRect/>
                      </a:stretch>
                    </p:blipFill>
                    <p:spPr>
                      <a:xfrm>
                        <a:off x="5029200" y="3209925"/>
                        <a:ext cx="723900" cy="228600"/>
                      </a:xfrm>
                      <a:prstGeom prst="rect">
                        <a:avLst/>
                      </a:prstGeom>
                    </p:spPr>
                  </p:pic>
                </p:oleObj>
              </mc:Fallback>
            </mc:AlternateContent>
          </a:graphicData>
        </a:graphic>
      </p:graphicFrame>
      <p:graphicFrame>
        <p:nvGraphicFramePr>
          <p:cNvPr id="27" name="Object 26">
            <a:extLst>
              <a:ext uri="{FF2B5EF4-FFF2-40B4-BE49-F238E27FC236}">
                <a16:creationId xmlns:a16="http://schemas.microsoft.com/office/drawing/2014/main" id="{D4F2684A-EE9D-4988-A371-2266F7679E0D}"/>
              </a:ext>
            </a:extLst>
          </p:cNvPr>
          <p:cNvGraphicFramePr>
            <a:graphicFrameLocks noChangeAspect="1"/>
          </p:cNvGraphicFramePr>
          <p:nvPr>
            <p:extLst>
              <p:ext uri="{D42A27DB-BD31-4B8C-83A1-F6EECF244321}">
                <p14:modId xmlns:p14="http://schemas.microsoft.com/office/powerpoint/2010/main" val="1651907033"/>
              </p:ext>
            </p:extLst>
          </p:nvPr>
        </p:nvGraphicFramePr>
        <p:xfrm>
          <a:off x="422070" y="3811130"/>
          <a:ext cx="794161" cy="302540"/>
        </p:xfrm>
        <a:graphic>
          <a:graphicData uri="http://schemas.openxmlformats.org/presentationml/2006/ole">
            <mc:AlternateContent xmlns:mc="http://schemas.openxmlformats.org/markup-compatibility/2006">
              <mc:Choice xmlns:v="urn:schemas-microsoft-com:vml" Requires="v">
                <p:oleObj spid="_x0000_s1265" name="Equation" r:id="rId35" imgW="533160" imgH="203040" progId="Equation.DSMT4">
                  <p:embed/>
                </p:oleObj>
              </mc:Choice>
              <mc:Fallback>
                <p:oleObj name="Equation" r:id="rId35" imgW="533160" imgH="203040" progId="Equation.DSMT4">
                  <p:embed/>
                  <p:pic>
                    <p:nvPicPr>
                      <p:cNvPr id="0" name=""/>
                      <p:cNvPicPr/>
                      <p:nvPr/>
                    </p:nvPicPr>
                    <p:blipFill>
                      <a:blip r:embed="rId36"/>
                      <a:stretch>
                        <a:fillRect/>
                      </a:stretch>
                    </p:blipFill>
                    <p:spPr>
                      <a:xfrm>
                        <a:off x="422070" y="3811130"/>
                        <a:ext cx="794161" cy="302540"/>
                      </a:xfrm>
                      <a:prstGeom prst="rect">
                        <a:avLst/>
                      </a:prstGeom>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2238819801"/>
              </p:ext>
            </p:extLst>
          </p:nvPr>
        </p:nvGraphicFramePr>
        <p:xfrm>
          <a:off x="1866998" y="3718377"/>
          <a:ext cx="292100" cy="571500"/>
        </p:xfrm>
        <a:graphic>
          <a:graphicData uri="http://schemas.openxmlformats.org/presentationml/2006/ole">
            <mc:AlternateContent xmlns:mc="http://schemas.openxmlformats.org/markup-compatibility/2006">
              <mc:Choice xmlns:v="urn:schemas-microsoft-com:vml" Requires="v">
                <p:oleObj spid="_x0000_s1266" name="Equation" r:id="rId37" imgW="291960" imgH="571320" progId="Equation.DSMT4">
                  <p:embed/>
                </p:oleObj>
              </mc:Choice>
              <mc:Fallback>
                <p:oleObj name="Equation" r:id="rId37" imgW="291960" imgH="571320" progId="Equation.DSMT4">
                  <p:embed/>
                  <p:pic>
                    <p:nvPicPr>
                      <p:cNvPr id="0" name=""/>
                      <p:cNvPicPr/>
                      <p:nvPr/>
                    </p:nvPicPr>
                    <p:blipFill>
                      <a:blip r:embed="rId38"/>
                      <a:stretch>
                        <a:fillRect/>
                      </a:stretch>
                    </p:blipFill>
                    <p:spPr>
                      <a:xfrm>
                        <a:off x="1866998" y="3718377"/>
                        <a:ext cx="292100" cy="571500"/>
                      </a:xfrm>
                      <a:prstGeom prst="rect">
                        <a:avLst/>
                      </a:prstGeom>
                    </p:spPr>
                  </p:pic>
                </p:oleObj>
              </mc:Fallback>
            </mc:AlternateContent>
          </a:graphicData>
        </a:graphic>
      </p:graphicFrame>
      <p:graphicFrame>
        <p:nvGraphicFramePr>
          <p:cNvPr id="28" name="Object 27">
            <a:extLst>
              <a:ext uri="{FF2B5EF4-FFF2-40B4-BE49-F238E27FC236}">
                <a16:creationId xmlns:a16="http://schemas.microsoft.com/office/drawing/2014/main" id="{732F7735-2069-49C0-A48D-1F8583F31B94}"/>
              </a:ext>
            </a:extLst>
          </p:cNvPr>
          <p:cNvGraphicFramePr>
            <a:graphicFrameLocks noChangeAspect="1"/>
          </p:cNvGraphicFramePr>
          <p:nvPr>
            <p:extLst>
              <p:ext uri="{D42A27DB-BD31-4B8C-83A1-F6EECF244321}">
                <p14:modId xmlns:p14="http://schemas.microsoft.com/office/powerpoint/2010/main" val="3753718440"/>
              </p:ext>
            </p:extLst>
          </p:nvPr>
        </p:nvGraphicFramePr>
        <p:xfrm>
          <a:off x="3400425" y="3838575"/>
          <a:ext cx="304800" cy="228600"/>
        </p:xfrm>
        <a:graphic>
          <a:graphicData uri="http://schemas.openxmlformats.org/presentationml/2006/ole">
            <mc:AlternateContent xmlns:mc="http://schemas.openxmlformats.org/markup-compatibility/2006">
              <mc:Choice xmlns:v="urn:schemas-microsoft-com:vml" Requires="v">
                <p:oleObj spid="_x0000_s1267" name="Equation" r:id="rId39" imgW="304560" imgH="228600" progId="Equation.DSMT4">
                  <p:embed/>
                </p:oleObj>
              </mc:Choice>
              <mc:Fallback>
                <p:oleObj name="Equation" r:id="rId39" imgW="304560" imgH="228600" progId="Equation.DSMT4">
                  <p:embed/>
                  <p:pic>
                    <p:nvPicPr>
                      <p:cNvPr id="0" name=""/>
                      <p:cNvPicPr/>
                      <p:nvPr/>
                    </p:nvPicPr>
                    <p:blipFill>
                      <a:blip r:embed="rId40"/>
                      <a:stretch>
                        <a:fillRect/>
                      </a:stretch>
                    </p:blipFill>
                    <p:spPr>
                      <a:xfrm>
                        <a:off x="3400425" y="3838575"/>
                        <a:ext cx="304800" cy="228600"/>
                      </a:xfrm>
                      <a:prstGeom prst="rect">
                        <a:avLst/>
                      </a:prstGeom>
                    </p:spPr>
                  </p:pic>
                </p:oleObj>
              </mc:Fallback>
            </mc:AlternateContent>
          </a:graphicData>
        </a:graphic>
      </p:graphicFrame>
      <p:graphicFrame>
        <p:nvGraphicFramePr>
          <p:cNvPr id="29" name="Object 28">
            <a:extLst>
              <a:ext uri="{FF2B5EF4-FFF2-40B4-BE49-F238E27FC236}">
                <a16:creationId xmlns:a16="http://schemas.microsoft.com/office/drawing/2014/main" id="{1C8710C6-E918-43A3-9692-9B44AD5FD1B1}"/>
              </a:ext>
            </a:extLst>
          </p:cNvPr>
          <p:cNvGraphicFramePr>
            <a:graphicFrameLocks noChangeAspect="1"/>
          </p:cNvGraphicFramePr>
          <p:nvPr>
            <p:extLst>
              <p:ext uri="{D42A27DB-BD31-4B8C-83A1-F6EECF244321}">
                <p14:modId xmlns:p14="http://schemas.microsoft.com/office/powerpoint/2010/main" val="3151892001"/>
              </p:ext>
            </p:extLst>
          </p:nvPr>
        </p:nvGraphicFramePr>
        <p:xfrm>
          <a:off x="5019675" y="3867150"/>
          <a:ext cx="723900" cy="228600"/>
        </p:xfrm>
        <a:graphic>
          <a:graphicData uri="http://schemas.openxmlformats.org/presentationml/2006/ole">
            <mc:AlternateContent xmlns:mc="http://schemas.openxmlformats.org/markup-compatibility/2006">
              <mc:Choice xmlns:v="urn:schemas-microsoft-com:vml" Requires="v">
                <p:oleObj spid="_x0000_s1268" name="Equation" r:id="rId41" imgW="723600" imgH="228600" progId="Equation.DSMT4">
                  <p:embed/>
                </p:oleObj>
              </mc:Choice>
              <mc:Fallback>
                <p:oleObj name="Equation" r:id="rId41" imgW="723600" imgH="228600" progId="Equation.DSMT4">
                  <p:embed/>
                  <p:pic>
                    <p:nvPicPr>
                      <p:cNvPr id="0" name=""/>
                      <p:cNvPicPr/>
                      <p:nvPr/>
                    </p:nvPicPr>
                    <p:blipFill>
                      <a:blip r:embed="rId42"/>
                      <a:stretch>
                        <a:fillRect/>
                      </a:stretch>
                    </p:blipFill>
                    <p:spPr>
                      <a:xfrm>
                        <a:off x="5019675" y="3867150"/>
                        <a:ext cx="723900" cy="228600"/>
                      </a:xfrm>
                      <a:prstGeom prst="rect">
                        <a:avLst/>
                      </a:prstGeom>
                    </p:spPr>
                  </p:pic>
                </p:oleObj>
              </mc:Fallback>
            </mc:AlternateContent>
          </a:graphicData>
        </a:graphic>
      </p:graphicFrame>
      <p:graphicFrame>
        <p:nvGraphicFramePr>
          <p:cNvPr id="30" name="Object 29">
            <a:extLst>
              <a:ext uri="{FF2B5EF4-FFF2-40B4-BE49-F238E27FC236}">
                <a16:creationId xmlns:a16="http://schemas.microsoft.com/office/drawing/2014/main" id="{26313587-D19A-4660-9843-4A897A52D0C0}"/>
              </a:ext>
            </a:extLst>
          </p:cNvPr>
          <p:cNvGraphicFramePr>
            <a:graphicFrameLocks noChangeAspect="1"/>
          </p:cNvGraphicFramePr>
          <p:nvPr>
            <p:extLst>
              <p:ext uri="{D42A27DB-BD31-4B8C-83A1-F6EECF244321}">
                <p14:modId xmlns:p14="http://schemas.microsoft.com/office/powerpoint/2010/main" val="691787953"/>
              </p:ext>
            </p:extLst>
          </p:nvPr>
        </p:nvGraphicFramePr>
        <p:xfrm>
          <a:off x="427696" y="4408153"/>
          <a:ext cx="744809" cy="267370"/>
        </p:xfrm>
        <a:graphic>
          <a:graphicData uri="http://schemas.openxmlformats.org/presentationml/2006/ole">
            <mc:AlternateContent xmlns:mc="http://schemas.openxmlformats.org/markup-compatibility/2006">
              <mc:Choice xmlns:v="urn:schemas-microsoft-com:vml" Requires="v">
                <p:oleObj spid="_x0000_s1269" name="Equation" r:id="rId43" imgW="495000" imgH="177480" progId="Equation.DSMT4">
                  <p:embed/>
                </p:oleObj>
              </mc:Choice>
              <mc:Fallback>
                <p:oleObj name="Equation" r:id="rId43" imgW="495000" imgH="177480" progId="Equation.DSMT4">
                  <p:embed/>
                  <p:pic>
                    <p:nvPicPr>
                      <p:cNvPr id="0" name=""/>
                      <p:cNvPicPr/>
                      <p:nvPr/>
                    </p:nvPicPr>
                    <p:blipFill>
                      <a:blip r:embed="rId44"/>
                      <a:stretch>
                        <a:fillRect/>
                      </a:stretch>
                    </p:blipFill>
                    <p:spPr>
                      <a:xfrm>
                        <a:off x="427696" y="4408153"/>
                        <a:ext cx="744809" cy="267370"/>
                      </a:xfrm>
                      <a:prstGeom prst="rect">
                        <a:avLst/>
                      </a:prstGeom>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3926568628"/>
              </p:ext>
            </p:extLst>
          </p:nvPr>
        </p:nvGraphicFramePr>
        <p:xfrm>
          <a:off x="1847948" y="4325456"/>
          <a:ext cx="292100" cy="571500"/>
        </p:xfrm>
        <a:graphic>
          <a:graphicData uri="http://schemas.openxmlformats.org/presentationml/2006/ole">
            <mc:AlternateContent xmlns:mc="http://schemas.openxmlformats.org/markup-compatibility/2006">
              <mc:Choice xmlns:v="urn:schemas-microsoft-com:vml" Requires="v">
                <p:oleObj spid="_x0000_s1270" name="Equation" r:id="rId45" imgW="291960" imgH="571320" progId="Equation.DSMT4">
                  <p:embed/>
                </p:oleObj>
              </mc:Choice>
              <mc:Fallback>
                <p:oleObj name="Equation" r:id="rId45" imgW="291960" imgH="571320" progId="Equation.DSMT4">
                  <p:embed/>
                  <p:pic>
                    <p:nvPicPr>
                      <p:cNvPr id="0" name=""/>
                      <p:cNvPicPr/>
                      <p:nvPr/>
                    </p:nvPicPr>
                    <p:blipFill>
                      <a:blip r:embed="rId46"/>
                      <a:stretch>
                        <a:fillRect/>
                      </a:stretch>
                    </p:blipFill>
                    <p:spPr>
                      <a:xfrm>
                        <a:off x="1847948" y="4325456"/>
                        <a:ext cx="292100" cy="571500"/>
                      </a:xfrm>
                      <a:prstGeom prst="rect">
                        <a:avLst/>
                      </a:prstGeom>
                    </p:spPr>
                  </p:pic>
                </p:oleObj>
              </mc:Fallback>
            </mc:AlternateContent>
          </a:graphicData>
        </a:graphic>
      </p:graphicFrame>
      <p:graphicFrame>
        <p:nvGraphicFramePr>
          <p:cNvPr id="31" name="Object 30">
            <a:extLst>
              <a:ext uri="{FF2B5EF4-FFF2-40B4-BE49-F238E27FC236}">
                <a16:creationId xmlns:a16="http://schemas.microsoft.com/office/drawing/2014/main" id="{254735F1-4212-431E-90B5-5C46BE94D942}"/>
              </a:ext>
            </a:extLst>
          </p:cNvPr>
          <p:cNvGraphicFramePr>
            <a:graphicFrameLocks noChangeAspect="1"/>
          </p:cNvGraphicFramePr>
          <p:nvPr>
            <p:extLst>
              <p:ext uri="{D42A27DB-BD31-4B8C-83A1-F6EECF244321}">
                <p14:modId xmlns:p14="http://schemas.microsoft.com/office/powerpoint/2010/main" val="3192050774"/>
              </p:ext>
            </p:extLst>
          </p:nvPr>
        </p:nvGraphicFramePr>
        <p:xfrm>
          <a:off x="3406775" y="4400550"/>
          <a:ext cx="292100" cy="228600"/>
        </p:xfrm>
        <a:graphic>
          <a:graphicData uri="http://schemas.openxmlformats.org/presentationml/2006/ole">
            <mc:AlternateContent xmlns:mc="http://schemas.openxmlformats.org/markup-compatibility/2006">
              <mc:Choice xmlns:v="urn:schemas-microsoft-com:vml" Requires="v">
                <p:oleObj spid="_x0000_s1271" name="Equation" r:id="rId47" imgW="291960" imgH="228600" progId="Equation.DSMT4">
                  <p:embed/>
                </p:oleObj>
              </mc:Choice>
              <mc:Fallback>
                <p:oleObj name="Equation" r:id="rId47" imgW="291960" imgH="228600" progId="Equation.DSMT4">
                  <p:embed/>
                  <p:pic>
                    <p:nvPicPr>
                      <p:cNvPr id="0" name=""/>
                      <p:cNvPicPr/>
                      <p:nvPr/>
                    </p:nvPicPr>
                    <p:blipFill>
                      <a:blip r:embed="rId48"/>
                      <a:stretch>
                        <a:fillRect/>
                      </a:stretch>
                    </p:blipFill>
                    <p:spPr>
                      <a:xfrm>
                        <a:off x="3406775" y="4400550"/>
                        <a:ext cx="292100" cy="228600"/>
                      </a:xfrm>
                      <a:prstGeom prst="rect">
                        <a:avLst/>
                      </a:prstGeom>
                    </p:spPr>
                  </p:pic>
                </p:oleObj>
              </mc:Fallback>
            </mc:AlternateContent>
          </a:graphicData>
        </a:graphic>
      </p:graphicFrame>
      <p:graphicFrame>
        <p:nvGraphicFramePr>
          <p:cNvPr id="32" name="Object 31">
            <a:extLst>
              <a:ext uri="{FF2B5EF4-FFF2-40B4-BE49-F238E27FC236}">
                <a16:creationId xmlns:a16="http://schemas.microsoft.com/office/drawing/2014/main" id="{963EE100-1F09-47FF-B37E-8A0DF6694DB9}"/>
              </a:ext>
            </a:extLst>
          </p:cNvPr>
          <p:cNvGraphicFramePr>
            <a:graphicFrameLocks noChangeAspect="1"/>
          </p:cNvGraphicFramePr>
          <p:nvPr>
            <p:extLst>
              <p:ext uri="{D42A27DB-BD31-4B8C-83A1-F6EECF244321}">
                <p14:modId xmlns:p14="http://schemas.microsoft.com/office/powerpoint/2010/main" val="1052953384"/>
              </p:ext>
            </p:extLst>
          </p:nvPr>
        </p:nvGraphicFramePr>
        <p:xfrm>
          <a:off x="5019675" y="4429125"/>
          <a:ext cx="723900" cy="228600"/>
        </p:xfrm>
        <a:graphic>
          <a:graphicData uri="http://schemas.openxmlformats.org/presentationml/2006/ole">
            <mc:AlternateContent xmlns:mc="http://schemas.openxmlformats.org/markup-compatibility/2006">
              <mc:Choice xmlns:v="urn:schemas-microsoft-com:vml" Requires="v">
                <p:oleObj spid="_x0000_s1272" name="Equation" r:id="rId49" imgW="723600" imgH="228600" progId="Equation.DSMT4">
                  <p:embed/>
                </p:oleObj>
              </mc:Choice>
              <mc:Fallback>
                <p:oleObj name="Equation" r:id="rId49" imgW="723600" imgH="228600" progId="Equation.DSMT4">
                  <p:embed/>
                  <p:pic>
                    <p:nvPicPr>
                      <p:cNvPr id="0" name=""/>
                      <p:cNvPicPr/>
                      <p:nvPr/>
                    </p:nvPicPr>
                    <p:blipFill>
                      <a:blip r:embed="rId50"/>
                      <a:stretch>
                        <a:fillRect/>
                      </a:stretch>
                    </p:blipFill>
                    <p:spPr>
                      <a:xfrm>
                        <a:off x="5019675" y="4429125"/>
                        <a:ext cx="723900" cy="228600"/>
                      </a:xfrm>
                      <a:prstGeom prst="rect">
                        <a:avLst/>
                      </a:prstGeom>
                    </p:spPr>
                  </p:pic>
                </p:oleObj>
              </mc:Fallback>
            </mc:AlternateContent>
          </a:graphicData>
        </a:graphic>
      </p:graphicFrame>
      <p:graphicFrame>
        <p:nvGraphicFramePr>
          <p:cNvPr id="33" name="Object 32">
            <a:extLst>
              <a:ext uri="{FF2B5EF4-FFF2-40B4-BE49-F238E27FC236}">
                <a16:creationId xmlns:a16="http://schemas.microsoft.com/office/drawing/2014/main" id="{613FA5BB-7050-4B7C-8760-55BD78F7D0D1}"/>
              </a:ext>
            </a:extLst>
          </p:cNvPr>
          <p:cNvGraphicFramePr>
            <a:graphicFrameLocks noChangeAspect="1"/>
          </p:cNvGraphicFramePr>
          <p:nvPr>
            <p:extLst>
              <p:ext uri="{D42A27DB-BD31-4B8C-83A1-F6EECF244321}">
                <p14:modId xmlns:p14="http://schemas.microsoft.com/office/powerpoint/2010/main" val="1430704746"/>
              </p:ext>
            </p:extLst>
          </p:nvPr>
        </p:nvGraphicFramePr>
        <p:xfrm>
          <a:off x="439319" y="5106184"/>
          <a:ext cx="702512" cy="281008"/>
        </p:xfrm>
        <a:graphic>
          <a:graphicData uri="http://schemas.openxmlformats.org/presentationml/2006/ole">
            <mc:AlternateContent xmlns:mc="http://schemas.openxmlformats.org/markup-compatibility/2006">
              <mc:Choice xmlns:v="urn:schemas-microsoft-com:vml" Requires="v">
                <p:oleObj spid="_x0000_s1273" name="Equation" r:id="rId51" imgW="444240" imgH="177480" progId="Equation.DSMT4">
                  <p:embed/>
                </p:oleObj>
              </mc:Choice>
              <mc:Fallback>
                <p:oleObj name="Equation" r:id="rId51" imgW="444240" imgH="177480" progId="Equation.DSMT4">
                  <p:embed/>
                  <p:pic>
                    <p:nvPicPr>
                      <p:cNvPr id="0" name=""/>
                      <p:cNvPicPr/>
                      <p:nvPr/>
                    </p:nvPicPr>
                    <p:blipFill>
                      <a:blip r:embed="rId52"/>
                      <a:stretch>
                        <a:fillRect/>
                      </a:stretch>
                    </p:blipFill>
                    <p:spPr>
                      <a:xfrm>
                        <a:off x="439319" y="5106184"/>
                        <a:ext cx="702512" cy="281008"/>
                      </a:xfrm>
                      <a:prstGeom prst="rect">
                        <a:avLst/>
                      </a:prstGeom>
                    </p:spPr>
                  </p:pic>
                </p:oleObj>
              </mc:Fallback>
            </mc:AlternateContent>
          </a:graphicData>
        </a:graphic>
      </p:graphicFrame>
      <p:graphicFrame>
        <p:nvGraphicFramePr>
          <p:cNvPr id="12" name="Object 11"/>
          <p:cNvGraphicFramePr>
            <a:graphicFrameLocks noChangeAspect="1"/>
          </p:cNvGraphicFramePr>
          <p:nvPr>
            <p:extLst>
              <p:ext uri="{D42A27DB-BD31-4B8C-83A1-F6EECF244321}">
                <p14:modId xmlns:p14="http://schemas.microsoft.com/office/powerpoint/2010/main" val="974429031"/>
              </p:ext>
            </p:extLst>
          </p:nvPr>
        </p:nvGraphicFramePr>
        <p:xfrm>
          <a:off x="1847948" y="5003047"/>
          <a:ext cx="292100" cy="571500"/>
        </p:xfrm>
        <a:graphic>
          <a:graphicData uri="http://schemas.openxmlformats.org/presentationml/2006/ole">
            <mc:AlternateContent xmlns:mc="http://schemas.openxmlformats.org/markup-compatibility/2006">
              <mc:Choice xmlns:v="urn:schemas-microsoft-com:vml" Requires="v">
                <p:oleObj spid="_x0000_s1274" name="Equation" r:id="rId53" imgW="291960" imgH="571320" progId="Equation.DSMT4">
                  <p:embed/>
                </p:oleObj>
              </mc:Choice>
              <mc:Fallback>
                <p:oleObj name="Equation" r:id="rId53" imgW="291960" imgH="571320" progId="Equation.DSMT4">
                  <p:embed/>
                  <p:pic>
                    <p:nvPicPr>
                      <p:cNvPr id="0" name=""/>
                      <p:cNvPicPr/>
                      <p:nvPr/>
                    </p:nvPicPr>
                    <p:blipFill>
                      <a:blip r:embed="rId54"/>
                      <a:stretch>
                        <a:fillRect/>
                      </a:stretch>
                    </p:blipFill>
                    <p:spPr>
                      <a:xfrm>
                        <a:off x="1847948" y="5003047"/>
                        <a:ext cx="292100" cy="571500"/>
                      </a:xfrm>
                      <a:prstGeom prst="rect">
                        <a:avLst/>
                      </a:prstGeom>
                    </p:spPr>
                  </p:pic>
                </p:oleObj>
              </mc:Fallback>
            </mc:AlternateContent>
          </a:graphicData>
        </a:graphic>
      </p:graphicFrame>
      <p:graphicFrame>
        <p:nvGraphicFramePr>
          <p:cNvPr id="34" name="Object 33">
            <a:extLst>
              <a:ext uri="{FF2B5EF4-FFF2-40B4-BE49-F238E27FC236}">
                <a16:creationId xmlns:a16="http://schemas.microsoft.com/office/drawing/2014/main" id="{509E77C9-AD79-4FB3-863C-D524554E1884}"/>
              </a:ext>
            </a:extLst>
          </p:cNvPr>
          <p:cNvGraphicFramePr>
            <a:graphicFrameLocks noChangeAspect="1"/>
          </p:cNvGraphicFramePr>
          <p:nvPr>
            <p:extLst>
              <p:ext uri="{D42A27DB-BD31-4B8C-83A1-F6EECF244321}">
                <p14:modId xmlns:p14="http://schemas.microsoft.com/office/powerpoint/2010/main" val="50037160"/>
              </p:ext>
            </p:extLst>
          </p:nvPr>
        </p:nvGraphicFramePr>
        <p:xfrm>
          <a:off x="3432198" y="5094657"/>
          <a:ext cx="317455" cy="246912"/>
        </p:xfrm>
        <a:graphic>
          <a:graphicData uri="http://schemas.openxmlformats.org/presentationml/2006/ole">
            <mc:AlternateContent xmlns:mc="http://schemas.openxmlformats.org/markup-compatibility/2006">
              <mc:Choice xmlns:v="urn:schemas-microsoft-com:vml" Requires="v">
                <p:oleObj spid="_x0000_s1275" name="Equation" r:id="rId55" imgW="228600" imgH="177480" progId="Equation.DSMT4">
                  <p:embed/>
                </p:oleObj>
              </mc:Choice>
              <mc:Fallback>
                <p:oleObj name="Equation" r:id="rId55" imgW="228600" imgH="177480" progId="Equation.DSMT4">
                  <p:embed/>
                  <p:pic>
                    <p:nvPicPr>
                      <p:cNvPr id="0" name=""/>
                      <p:cNvPicPr/>
                      <p:nvPr/>
                    </p:nvPicPr>
                    <p:blipFill>
                      <a:blip r:embed="rId56"/>
                      <a:stretch>
                        <a:fillRect/>
                      </a:stretch>
                    </p:blipFill>
                    <p:spPr>
                      <a:xfrm>
                        <a:off x="3432198" y="5094657"/>
                        <a:ext cx="317455" cy="246912"/>
                      </a:xfrm>
                      <a:prstGeom prst="rect">
                        <a:avLst/>
                      </a:prstGeom>
                    </p:spPr>
                  </p:pic>
                </p:oleObj>
              </mc:Fallback>
            </mc:AlternateContent>
          </a:graphicData>
        </a:graphic>
      </p:graphicFrame>
      <p:graphicFrame>
        <p:nvGraphicFramePr>
          <p:cNvPr id="35" name="Object 34">
            <a:extLst>
              <a:ext uri="{FF2B5EF4-FFF2-40B4-BE49-F238E27FC236}">
                <a16:creationId xmlns:a16="http://schemas.microsoft.com/office/drawing/2014/main" id="{531B355C-A197-4356-941F-D5A2FB6CAB46}"/>
              </a:ext>
            </a:extLst>
          </p:cNvPr>
          <p:cNvGraphicFramePr>
            <a:graphicFrameLocks noChangeAspect="1"/>
          </p:cNvGraphicFramePr>
          <p:nvPr>
            <p:extLst>
              <p:ext uri="{D42A27DB-BD31-4B8C-83A1-F6EECF244321}">
                <p14:modId xmlns:p14="http://schemas.microsoft.com/office/powerpoint/2010/main" val="2615909763"/>
              </p:ext>
            </p:extLst>
          </p:nvPr>
        </p:nvGraphicFramePr>
        <p:xfrm>
          <a:off x="5076039" y="5128047"/>
          <a:ext cx="630223" cy="259507"/>
        </p:xfrm>
        <a:graphic>
          <a:graphicData uri="http://schemas.openxmlformats.org/presentationml/2006/ole">
            <mc:AlternateContent xmlns:mc="http://schemas.openxmlformats.org/markup-compatibility/2006">
              <mc:Choice xmlns:v="urn:schemas-microsoft-com:vml" Requires="v">
                <p:oleObj spid="_x0000_s1276" name="Equation" r:id="rId57" imgW="431640" imgH="177480" progId="Equation.DSMT4">
                  <p:embed/>
                </p:oleObj>
              </mc:Choice>
              <mc:Fallback>
                <p:oleObj name="Equation" r:id="rId57" imgW="431640" imgH="177480" progId="Equation.DSMT4">
                  <p:embed/>
                  <p:pic>
                    <p:nvPicPr>
                      <p:cNvPr id="0" name=""/>
                      <p:cNvPicPr/>
                      <p:nvPr/>
                    </p:nvPicPr>
                    <p:blipFill>
                      <a:blip r:embed="rId58"/>
                      <a:stretch>
                        <a:fillRect/>
                      </a:stretch>
                    </p:blipFill>
                    <p:spPr>
                      <a:xfrm>
                        <a:off x="5076039" y="5128047"/>
                        <a:ext cx="630223" cy="259507"/>
                      </a:xfrm>
                      <a:prstGeom prst="rect">
                        <a:avLst/>
                      </a:prstGeom>
                    </p:spPr>
                  </p:pic>
                </p:oleObj>
              </mc:Fallback>
            </mc:AlternateContent>
          </a:graphicData>
        </a:graphic>
      </p:graphicFrame>
      <p:graphicFrame>
        <p:nvGraphicFramePr>
          <p:cNvPr id="36" name="Object 35">
            <a:extLst>
              <a:ext uri="{FF2B5EF4-FFF2-40B4-BE49-F238E27FC236}">
                <a16:creationId xmlns:a16="http://schemas.microsoft.com/office/drawing/2014/main" id="{78C6F59A-2E8B-4219-8DE4-6567884D22DD}"/>
              </a:ext>
            </a:extLst>
          </p:cNvPr>
          <p:cNvGraphicFramePr>
            <a:graphicFrameLocks noChangeAspect="1"/>
          </p:cNvGraphicFramePr>
          <p:nvPr>
            <p:extLst>
              <p:ext uri="{D42A27DB-BD31-4B8C-83A1-F6EECF244321}">
                <p14:modId xmlns:p14="http://schemas.microsoft.com/office/powerpoint/2010/main" val="249916932"/>
              </p:ext>
            </p:extLst>
          </p:nvPr>
        </p:nvGraphicFramePr>
        <p:xfrm>
          <a:off x="446119" y="5755110"/>
          <a:ext cx="574612" cy="259507"/>
        </p:xfrm>
        <a:graphic>
          <a:graphicData uri="http://schemas.openxmlformats.org/presentationml/2006/ole">
            <mc:AlternateContent xmlns:mc="http://schemas.openxmlformats.org/markup-compatibility/2006">
              <mc:Choice xmlns:v="urn:schemas-microsoft-com:vml" Requires="v">
                <p:oleObj spid="_x0000_s1277" name="Equation" r:id="rId59" imgW="393480" imgH="177480" progId="Equation.DSMT4">
                  <p:embed/>
                </p:oleObj>
              </mc:Choice>
              <mc:Fallback>
                <p:oleObj name="Equation" r:id="rId59" imgW="393480" imgH="177480" progId="Equation.DSMT4">
                  <p:embed/>
                  <p:pic>
                    <p:nvPicPr>
                      <p:cNvPr id="0" name=""/>
                      <p:cNvPicPr/>
                      <p:nvPr/>
                    </p:nvPicPr>
                    <p:blipFill>
                      <a:blip r:embed="rId60"/>
                      <a:stretch>
                        <a:fillRect/>
                      </a:stretch>
                    </p:blipFill>
                    <p:spPr>
                      <a:xfrm>
                        <a:off x="446119" y="5755110"/>
                        <a:ext cx="574612" cy="259507"/>
                      </a:xfrm>
                      <a:prstGeom prst="rect">
                        <a:avLst/>
                      </a:prstGeom>
                    </p:spPr>
                  </p:pic>
                </p:oleObj>
              </mc:Fallback>
            </mc:AlternateContent>
          </a:graphicData>
        </a:graphic>
      </p:graphicFrame>
      <p:graphicFrame>
        <p:nvGraphicFramePr>
          <p:cNvPr id="13" name="Object 12"/>
          <p:cNvGraphicFramePr>
            <a:graphicFrameLocks noChangeAspect="1"/>
          </p:cNvGraphicFramePr>
          <p:nvPr>
            <p:extLst>
              <p:ext uri="{D42A27DB-BD31-4B8C-83A1-F6EECF244321}">
                <p14:modId xmlns:p14="http://schemas.microsoft.com/office/powerpoint/2010/main" val="4127905611"/>
              </p:ext>
            </p:extLst>
          </p:nvPr>
        </p:nvGraphicFramePr>
        <p:xfrm>
          <a:off x="1819961" y="5657027"/>
          <a:ext cx="596900" cy="571500"/>
        </p:xfrm>
        <a:graphic>
          <a:graphicData uri="http://schemas.openxmlformats.org/presentationml/2006/ole">
            <mc:AlternateContent xmlns:mc="http://schemas.openxmlformats.org/markup-compatibility/2006">
              <mc:Choice xmlns:v="urn:schemas-microsoft-com:vml" Requires="v">
                <p:oleObj spid="_x0000_s1278" name="Equation" r:id="rId61" imgW="596880" imgH="571320" progId="Equation.DSMT4">
                  <p:embed/>
                </p:oleObj>
              </mc:Choice>
              <mc:Fallback>
                <p:oleObj name="Equation" r:id="rId61" imgW="596880" imgH="571320" progId="Equation.DSMT4">
                  <p:embed/>
                  <p:pic>
                    <p:nvPicPr>
                      <p:cNvPr id="0" name=""/>
                      <p:cNvPicPr/>
                      <p:nvPr/>
                    </p:nvPicPr>
                    <p:blipFill>
                      <a:blip r:embed="rId62"/>
                      <a:stretch>
                        <a:fillRect/>
                      </a:stretch>
                    </p:blipFill>
                    <p:spPr>
                      <a:xfrm>
                        <a:off x="1819961" y="5657027"/>
                        <a:ext cx="596900" cy="571500"/>
                      </a:xfrm>
                      <a:prstGeom prst="rect">
                        <a:avLst/>
                      </a:prstGeom>
                    </p:spPr>
                  </p:pic>
                </p:oleObj>
              </mc:Fallback>
            </mc:AlternateContent>
          </a:graphicData>
        </a:graphic>
      </p:graphicFrame>
      <p:graphicFrame>
        <p:nvGraphicFramePr>
          <p:cNvPr id="38" name="Object 37">
            <a:extLst>
              <a:ext uri="{FF2B5EF4-FFF2-40B4-BE49-F238E27FC236}">
                <a16:creationId xmlns:a16="http://schemas.microsoft.com/office/drawing/2014/main" id="{D5E7DAAF-8A4E-4C50-89ED-0CB745D421AA}"/>
              </a:ext>
            </a:extLst>
          </p:cNvPr>
          <p:cNvGraphicFramePr>
            <a:graphicFrameLocks noChangeAspect="1"/>
          </p:cNvGraphicFramePr>
          <p:nvPr>
            <p:extLst>
              <p:ext uri="{D42A27DB-BD31-4B8C-83A1-F6EECF244321}">
                <p14:modId xmlns:p14="http://schemas.microsoft.com/office/powerpoint/2010/main" val="124540962"/>
              </p:ext>
            </p:extLst>
          </p:nvPr>
        </p:nvGraphicFramePr>
        <p:xfrm>
          <a:off x="3400425" y="5781675"/>
          <a:ext cx="419100" cy="228600"/>
        </p:xfrm>
        <a:graphic>
          <a:graphicData uri="http://schemas.openxmlformats.org/presentationml/2006/ole">
            <mc:AlternateContent xmlns:mc="http://schemas.openxmlformats.org/markup-compatibility/2006">
              <mc:Choice xmlns:v="urn:schemas-microsoft-com:vml" Requires="v">
                <p:oleObj spid="_x0000_s1279" name="Equation" r:id="rId63" imgW="419040" imgH="228600" progId="Equation.DSMT4">
                  <p:embed/>
                </p:oleObj>
              </mc:Choice>
              <mc:Fallback>
                <p:oleObj name="Equation" r:id="rId63" imgW="419040" imgH="228600" progId="Equation.DSMT4">
                  <p:embed/>
                  <p:pic>
                    <p:nvPicPr>
                      <p:cNvPr id="0" name=""/>
                      <p:cNvPicPr/>
                      <p:nvPr/>
                    </p:nvPicPr>
                    <p:blipFill>
                      <a:blip r:embed="rId64"/>
                      <a:stretch>
                        <a:fillRect/>
                      </a:stretch>
                    </p:blipFill>
                    <p:spPr>
                      <a:xfrm>
                        <a:off x="3400425" y="5781675"/>
                        <a:ext cx="419100" cy="228600"/>
                      </a:xfrm>
                      <a:prstGeom prst="rect">
                        <a:avLst/>
                      </a:prstGeom>
                    </p:spPr>
                  </p:pic>
                </p:oleObj>
              </mc:Fallback>
            </mc:AlternateContent>
          </a:graphicData>
        </a:graphic>
      </p:graphicFrame>
      <p:graphicFrame>
        <p:nvGraphicFramePr>
          <p:cNvPr id="39" name="Object 38">
            <a:extLst>
              <a:ext uri="{FF2B5EF4-FFF2-40B4-BE49-F238E27FC236}">
                <a16:creationId xmlns:a16="http://schemas.microsoft.com/office/drawing/2014/main" id="{35DE521B-947F-4E96-80D4-8B83EE3F9896}"/>
              </a:ext>
            </a:extLst>
          </p:cNvPr>
          <p:cNvGraphicFramePr>
            <a:graphicFrameLocks noChangeAspect="1"/>
          </p:cNvGraphicFramePr>
          <p:nvPr>
            <p:extLst>
              <p:ext uri="{D42A27DB-BD31-4B8C-83A1-F6EECF244321}">
                <p14:modId xmlns:p14="http://schemas.microsoft.com/office/powerpoint/2010/main" val="3624858096"/>
              </p:ext>
            </p:extLst>
          </p:nvPr>
        </p:nvGraphicFramePr>
        <p:xfrm>
          <a:off x="4905375" y="5781675"/>
          <a:ext cx="838200" cy="228600"/>
        </p:xfrm>
        <a:graphic>
          <a:graphicData uri="http://schemas.openxmlformats.org/presentationml/2006/ole">
            <mc:AlternateContent xmlns:mc="http://schemas.openxmlformats.org/markup-compatibility/2006">
              <mc:Choice xmlns:v="urn:schemas-microsoft-com:vml" Requires="v">
                <p:oleObj spid="_x0000_s1280" name="Equation" r:id="rId65" imgW="838080" imgH="228600" progId="Equation.DSMT4">
                  <p:embed/>
                </p:oleObj>
              </mc:Choice>
              <mc:Fallback>
                <p:oleObj name="Equation" r:id="rId65" imgW="838080" imgH="228600" progId="Equation.DSMT4">
                  <p:embed/>
                  <p:pic>
                    <p:nvPicPr>
                      <p:cNvPr id="0" name=""/>
                      <p:cNvPicPr/>
                      <p:nvPr/>
                    </p:nvPicPr>
                    <p:blipFill>
                      <a:blip r:embed="rId66"/>
                      <a:stretch>
                        <a:fillRect/>
                      </a:stretch>
                    </p:blipFill>
                    <p:spPr>
                      <a:xfrm>
                        <a:off x="4905375" y="5781675"/>
                        <a:ext cx="838200" cy="228600"/>
                      </a:xfrm>
                      <a:prstGeom prst="rect">
                        <a:avLst/>
                      </a:prstGeom>
                    </p:spPr>
                  </p:pic>
                </p:oleObj>
              </mc:Fallback>
            </mc:AlternateContent>
          </a:graphicData>
        </a:graphic>
      </p:graphicFrame>
      <p:pic>
        <p:nvPicPr>
          <p:cNvPr id="14" name="Picture 13" descr="A pictograph shows marbles of six different colors with their percentage and decimal values."/>
          <p:cNvPicPr>
            <a:picLocks noChangeAspect="1"/>
          </p:cNvPicPr>
          <p:nvPr/>
        </p:nvPicPr>
        <p:blipFill>
          <a:blip r:embed="rId67"/>
          <a:stretch>
            <a:fillRect/>
          </a:stretch>
        </p:blipFill>
        <p:spPr>
          <a:xfrm>
            <a:off x="6588060" y="1498657"/>
            <a:ext cx="2213040" cy="4011516"/>
          </a:xfrm>
          <a:prstGeom prst="rect">
            <a:avLst/>
          </a:prstGeom>
        </p:spPr>
      </p:pic>
      <p:sp>
        <p:nvSpPr>
          <p:cNvPr id="15" name="Text Placeholder 3"/>
          <p:cNvSpPr>
            <a:spLocks noGrp="1"/>
          </p:cNvSpPr>
          <p:nvPr>
            <p:ph type="body" sz="quarter" idx="12"/>
          </p:nvPr>
        </p:nvSpPr>
        <p:spPr>
          <a:xfrm>
            <a:off x="3006491" y="6355762"/>
            <a:ext cx="3133053" cy="215900"/>
          </a:xfrm>
        </p:spPr>
        <p:txBody>
          <a:bodyPr/>
          <a:lstStyle/>
          <a:p>
            <a:r>
              <a:rPr lang="en-US" sz="1200" dirty="0">
                <a:hlinkClick r:id="rId68" action="ppaction://hlinksldjump"/>
              </a:rPr>
              <a:t>Access the text alternative for slide images</a:t>
            </a:r>
          </a:p>
        </p:txBody>
      </p:sp>
      <p:sp>
        <p:nvSpPr>
          <p:cNvPr id="6" name="Slide Number Placeholder 5"/>
          <p:cNvSpPr>
            <a:spLocks noGrp="1"/>
          </p:cNvSpPr>
          <p:nvPr>
            <p:ph type="sldNum" sz="quarter" idx="4"/>
          </p:nvPr>
        </p:nvSpPr>
        <p:spPr/>
        <p:txBody>
          <a:bodyPr/>
          <a:lstStyle/>
          <a:p>
            <a:fld id="{68151E55-6873-49E2-B8D5-2F265E6F1973}" type="slidenum">
              <a:rPr lang="en-US" smtClean="0"/>
              <a:pPr/>
              <a:t>3</a:t>
            </a:fld>
            <a:endParaRPr lang="en-US" dirty="0"/>
          </a:p>
        </p:txBody>
      </p:sp>
    </p:spTree>
    <p:extLst>
      <p:ext uri="{BB962C8B-B14F-4D97-AF65-F5344CB8AC3E}">
        <p14:creationId xmlns:p14="http://schemas.microsoft.com/office/powerpoint/2010/main" val="3021137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t>Converting Decimals to Percents</a:t>
            </a:r>
          </a:p>
        </p:txBody>
      </p:sp>
      <p:sp>
        <p:nvSpPr>
          <p:cNvPr id="3" name="Content Placeholder 2"/>
          <p:cNvSpPr>
            <a:spLocks noGrp="1"/>
          </p:cNvSpPr>
          <p:nvPr>
            <p:ph sz="quarter" idx="11"/>
          </p:nvPr>
        </p:nvSpPr>
        <p:spPr>
          <a:xfrm>
            <a:off x="342900" y="1276709"/>
            <a:ext cx="8458200" cy="476677"/>
          </a:xfrm>
        </p:spPr>
        <p:txBody>
          <a:bodyPr/>
          <a:lstStyle/>
          <a:p>
            <a:r>
              <a:rPr lang="en-IN" b="1" i="1" dirty="0"/>
              <a:t>2 Steps</a:t>
            </a:r>
          </a:p>
        </p:txBody>
      </p:sp>
      <p:sp>
        <p:nvSpPr>
          <p:cNvPr id="4" name="Content Placeholder 3"/>
          <p:cNvSpPr>
            <a:spLocks noGrp="1"/>
          </p:cNvSpPr>
          <p:nvPr>
            <p:ph sz="quarter" idx="14"/>
          </p:nvPr>
        </p:nvSpPr>
        <p:spPr>
          <a:xfrm>
            <a:off x="342900" y="1934374"/>
            <a:ext cx="8458200" cy="1676092"/>
          </a:xfrm>
        </p:spPr>
        <p:txBody>
          <a:bodyPr/>
          <a:lstStyle/>
          <a:p>
            <a:pPr marL="402336" indent="-402336">
              <a:buFont typeface="+mj-lt"/>
              <a:buAutoNum type="arabicPeriod"/>
            </a:pPr>
            <a:r>
              <a:rPr lang="en-US" dirty="0"/>
              <a:t>Move decimal point </a:t>
            </a:r>
            <a:r>
              <a:rPr lang="en-US" b="1" dirty="0">
                <a:solidFill>
                  <a:srgbClr val="A9131A"/>
                </a:solidFill>
              </a:rPr>
              <a:t>two</a:t>
            </a:r>
            <a:r>
              <a:rPr lang="en-US" dirty="0"/>
              <a:t> places to the right. You are multiplying by 100. If necessary, add zeros. This rule is also used for whole numbers and mixed decimals.</a:t>
            </a:r>
          </a:p>
          <a:p>
            <a:pPr marL="402336" indent="-402336">
              <a:buFont typeface="+mj-lt"/>
              <a:buAutoNum type="arabicPeriod"/>
            </a:pPr>
            <a:r>
              <a:rPr lang="en-US" dirty="0"/>
              <a:t>Add a percent symbol at the end of the number.</a:t>
            </a:r>
          </a:p>
        </p:txBody>
      </p:sp>
      <p:pic>
        <p:nvPicPr>
          <p:cNvPr id="9" name="Picture 8" descr="An illustration shows two steps of converting decimals to percentages."/>
          <p:cNvPicPr>
            <a:picLocks noChangeAspect="1"/>
          </p:cNvPicPr>
          <p:nvPr/>
        </p:nvPicPr>
        <p:blipFill>
          <a:blip r:embed="rId2"/>
          <a:stretch>
            <a:fillRect/>
          </a:stretch>
        </p:blipFill>
        <p:spPr>
          <a:xfrm>
            <a:off x="564918" y="3791454"/>
            <a:ext cx="8014164" cy="2244631"/>
          </a:xfrm>
          <a:prstGeom prst="rect">
            <a:avLst/>
          </a:prstGeom>
        </p:spPr>
      </p:pic>
      <p:sp>
        <p:nvSpPr>
          <p:cNvPr id="10" name="Text Placeholder 3"/>
          <p:cNvSpPr>
            <a:spLocks noGrp="1"/>
          </p:cNvSpPr>
          <p:nvPr>
            <p:ph type="body" sz="quarter" idx="12"/>
          </p:nvPr>
        </p:nvSpPr>
        <p:spPr>
          <a:xfrm>
            <a:off x="3006491" y="6299200"/>
            <a:ext cx="3133053" cy="215900"/>
          </a:xfrm>
        </p:spPr>
        <p:txBody>
          <a:bodyPr/>
          <a:lstStyle/>
          <a:p>
            <a:r>
              <a:rPr lang="en-US" sz="1200" dirty="0">
                <a:hlinkClick r:id="rId3" action="ppaction://hlinksldjump"/>
              </a:rPr>
              <a:t>Access the text alternative for slide images</a:t>
            </a:r>
          </a:p>
        </p:txBody>
      </p:sp>
      <p:sp>
        <p:nvSpPr>
          <p:cNvPr id="7" name="Slide Number Placeholder 6"/>
          <p:cNvSpPr>
            <a:spLocks noGrp="1"/>
          </p:cNvSpPr>
          <p:nvPr>
            <p:ph type="sldNum" sz="quarter" idx="10"/>
          </p:nvPr>
        </p:nvSpPr>
        <p:spPr/>
        <p:txBody>
          <a:bodyPr/>
          <a:lstStyle/>
          <a:p>
            <a:fld id="{68151E55-6873-49E2-B8D5-2F265E6F1973}" type="slidenum">
              <a:rPr lang="en-US" smtClean="0"/>
              <a:t>4</a:t>
            </a:fld>
            <a:endParaRPr lang="en-US"/>
          </a:p>
        </p:txBody>
      </p:sp>
    </p:spTree>
    <p:extLst>
      <p:ext uri="{BB962C8B-B14F-4D97-AF65-F5344CB8AC3E}">
        <p14:creationId xmlns:p14="http://schemas.microsoft.com/office/powerpoint/2010/main" val="18006313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t>Rounding </a:t>
            </a:r>
            <a:r>
              <a:rPr lang="en-IN" sz="3600" dirty="0" err="1"/>
              <a:t>Percents</a:t>
            </a:r>
            <a:endParaRPr lang="en-IN" sz="3600" dirty="0"/>
          </a:p>
        </p:txBody>
      </p:sp>
      <p:sp>
        <p:nvSpPr>
          <p:cNvPr id="3" name="Content Placeholder 2"/>
          <p:cNvSpPr>
            <a:spLocks noGrp="1"/>
          </p:cNvSpPr>
          <p:nvPr>
            <p:ph sz="quarter" idx="11"/>
          </p:nvPr>
        </p:nvSpPr>
        <p:spPr>
          <a:xfrm>
            <a:off x="342900" y="1276710"/>
            <a:ext cx="8458200" cy="401261"/>
          </a:xfrm>
        </p:spPr>
        <p:txBody>
          <a:bodyPr/>
          <a:lstStyle/>
          <a:p>
            <a:r>
              <a:rPr lang="en-IN" sz="2000" b="1" i="1" dirty="0"/>
              <a:t>3 Steps</a:t>
            </a:r>
          </a:p>
        </p:txBody>
      </p:sp>
      <p:sp>
        <p:nvSpPr>
          <p:cNvPr id="4" name="Content Placeholder 3"/>
          <p:cNvSpPr>
            <a:spLocks noGrp="1"/>
          </p:cNvSpPr>
          <p:nvPr>
            <p:ph sz="quarter" idx="14"/>
          </p:nvPr>
        </p:nvSpPr>
        <p:spPr>
          <a:xfrm>
            <a:off x="342900" y="1734531"/>
            <a:ext cx="8458200" cy="1885361"/>
          </a:xfrm>
        </p:spPr>
        <p:txBody>
          <a:bodyPr/>
          <a:lstStyle/>
          <a:p>
            <a:pPr marL="457200" indent="-457200">
              <a:buFont typeface="+mj-lt"/>
              <a:buAutoNum type="arabicPeriod"/>
            </a:pPr>
            <a:r>
              <a:rPr lang="en-US" sz="2000" dirty="0"/>
              <a:t>When you convert from a fraction or decimal, be sure your answer is in percent form before rounding.</a:t>
            </a:r>
          </a:p>
          <a:p>
            <a:pPr marL="457200" indent="-457200">
              <a:buFont typeface="+mj-lt"/>
              <a:buAutoNum type="arabicPeriod"/>
            </a:pPr>
            <a:r>
              <a:rPr lang="en-US" sz="2000" dirty="0"/>
              <a:t>Identify the specific digit. If the digit to the right of the identified digit is 5 or greater, round up the identified digit.</a:t>
            </a:r>
          </a:p>
          <a:p>
            <a:pPr marL="457200" indent="-457200">
              <a:buFont typeface="+mj-lt"/>
              <a:buAutoNum type="arabicPeriod"/>
            </a:pPr>
            <a:r>
              <a:rPr lang="en-US" sz="2000" dirty="0"/>
              <a:t>Delete digits to the right of the identified digit.</a:t>
            </a:r>
          </a:p>
        </p:txBody>
      </p:sp>
      <p:sp>
        <p:nvSpPr>
          <p:cNvPr id="5" name="Content Placeholder 4"/>
          <p:cNvSpPr>
            <a:spLocks noGrp="1"/>
          </p:cNvSpPr>
          <p:nvPr>
            <p:ph sz="quarter" idx="15"/>
          </p:nvPr>
        </p:nvSpPr>
        <p:spPr>
          <a:xfrm>
            <a:off x="342900" y="3676452"/>
            <a:ext cx="8458200" cy="395926"/>
          </a:xfrm>
        </p:spPr>
        <p:txBody>
          <a:bodyPr/>
          <a:lstStyle/>
          <a:p>
            <a:r>
              <a:rPr lang="en-IN" sz="2000" b="1" i="1" dirty="0"/>
              <a:t>Example</a:t>
            </a:r>
          </a:p>
        </p:txBody>
      </p:sp>
      <p:graphicFrame>
        <p:nvGraphicFramePr>
          <p:cNvPr id="13" name="Object 12"/>
          <p:cNvGraphicFramePr>
            <a:graphicFrameLocks noChangeAspect="1"/>
          </p:cNvGraphicFramePr>
          <p:nvPr>
            <p:extLst>
              <p:ext uri="{D42A27DB-BD31-4B8C-83A1-F6EECF244321}">
                <p14:modId xmlns:p14="http://schemas.microsoft.com/office/powerpoint/2010/main" val="1929642468"/>
              </p:ext>
            </p:extLst>
          </p:nvPr>
        </p:nvGraphicFramePr>
        <p:xfrm>
          <a:off x="333473" y="4138365"/>
          <a:ext cx="1104900" cy="635000"/>
        </p:xfrm>
        <a:graphic>
          <a:graphicData uri="http://schemas.openxmlformats.org/presentationml/2006/ole">
            <mc:AlternateContent xmlns:mc="http://schemas.openxmlformats.org/markup-compatibility/2006">
              <mc:Choice xmlns:v="urn:schemas-microsoft-com:vml" Requires="v">
                <p:oleObj spid="_x0000_s2064" name="Equation" r:id="rId3" imgW="1104840" imgH="634680" progId="Equation.DSMT4">
                  <p:embed/>
                </p:oleObj>
              </mc:Choice>
              <mc:Fallback>
                <p:oleObj name="Equation" r:id="rId3" imgW="1104840" imgH="634680" progId="Equation.DSMT4">
                  <p:embed/>
                  <p:pic>
                    <p:nvPicPr>
                      <p:cNvPr id="0" name=""/>
                      <p:cNvPicPr/>
                      <p:nvPr/>
                    </p:nvPicPr>
                    <p:blipFill>
                      <a:blip r:embed="rId4"/>
                      <a:stretch>
                        <a:fillRect/>
                      </a:stretch>
                    </p:blipFill>
                    <p:spPr>
                      <a:xfrm>
                        <a:off x="333473" y="4138365"/>
                        <a:ext cx="1104900" cy="635000"/>
                      </a:xfrm>
                      <a:prstGeom prst="rect">
                        <a:avLst/>
                      </a:prstGeom>
                    </p:spPr>
                  </p:pic>
                </p:oleObj>
              </mc:Fallback>
            </mc:AlternateContent>
          </a:graphicData>
        </a:graphic>
      </p:graphicFrame>
      <p:sp>
        <p:nvSpPr>
          <p:cNvPr id="6" name="Content Placeholder 5"/>
          <p:cNvSpPr>
            <a:spLocks noGrp="1"/>
          </p:cNvSpPr>
          <p:nvPr>
            <p:ph sz="quarter" idx="16"/>
          </p:nvPr>
        </p:nvSpPr>
        <p:spPr>
          <a:xfrm>
            <a:off x="1489435" y="4270341"/>
            <a:ext cx="7311665" cy="395925"/>
          </a:xfrm>
        </p:spPr>
        <p:txBody>
          <a:bodyPr/>
          <a:lstStyle/>
          <a:p>
            <a:r>
              <a:rPr lang="en-US" sz="2000" dirty="0"/>
              <a:t>to the nearest hundredth percent:</a:t>
            </a:r>
            <a:endParaRPr lang="en-IN" sz="2000" dirty="0"/>
          </a:p>
        </p:txBody>
      </p:sp>
      <p:pic>
        <p:nvPicPr>
          <p:cNvPr id="14" name="Picture 13" descr="An illustration shows steps involved in rounding percentages."/>
          <p:cNvPicPr>
            <a:picLocks noChangeAspect="1"/>
          </p:cNvPicPr>
          <p:nvPr/>
        </p:nvPicPr>
        <p:blipFill>
          <a:blip r:embed="rId5"/>
          <a:stretch>
            <a:fillRect/>
          </a:stretch>
        </p:blipFill>
        <p:spPr>
          <a:xfrm>
            <a:off x="885923" y="4845377"/>
            <a:ext cx="6988335" cy="1380536"/>
          </a:xfrm>
          <a:prstGeom prst="rect">
            <a:avLst/>
          </a:prstGeom>
        </p:spPr>
      </p:pic>
      <p:sp>
        <p:nvSpPr>
          <p:cNvPr id="15" name="Text Placeholder 3"/>
          <p:cNvSpPr>
            <a:spLocks noGrp="1"/>
          </p:cNvSpPr>
          <p:nvPr>
            <p:ph type="body" sz="quarter" idx="12"/>
          </p:nvPr>
        </p:nvSpPr>
        <p:spPr>
          <a:xfrm>
            <a:off x="3006491" y="6299200"/>
            <a:ext cx="3133053" cy="215900"/>
          </a:xfrm>
        </p:spPr>
        <p:txBody>
          <a:bodyPr/>
          <a:lstStyle/>
          <a:p>
            <a:r>
              <a:rPr lang="en-US" sz="1200" dirty="0">
                <a:hlinkClick r:id="rId6" action="ppaction://hlinksldjump"/>
              </a:rPr>
              <a:t>Access the text alternative for slide images</a:t>
            </a:r>
          </a:p>
        </p:txBody>
      </p:sp>
      <p:sp>
        <p:nvSpPr>
          <p:cNvPr id="11" name="Slide Number Placeholder 10"/>
          <p:cNvSpPr>
            <a:spLocks noGrp="1"/>
          </p:cNvSpPr>
          <p:nvPr>
            <p:ph type="sldNum" sz="quarter" idx="10"/>
          </p:nvPr>
        </p:nvSpPr>
        <p:spPr/>
        <p:txBody>
          <a:bodyPr/>
          <a:lstStyle/>
          <a:p>
            <a:fld id="{68151E55-6873-49E2-B8D5-2F265E6F1973}" type="slidenum">
              <a:rPr lang="en-US" smtClean="0"/>
              <a:t>5</a:t>
            </a:fld>
            <a:endParaRPr lang="en-US" dirty="0"/>
          </a:p>
        </p:txBody>
      </p:sp>
    </p:spTree>
    <p:extLst>
      <p:ext uri="{BB962C8B-B14F-4D97-AF65-F5344CB8AC3E}">
        <p14:creationId xmlns:p14="http://schemas.microsoft.com/office/powerpoint/2010/main" val="2895898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t>Converting Percents to Decimals</a:t>
            </a:r>
          </a:p>
        </p:txBody>
      </p:sp>
      <p:sp>
        <p:nvSpPr>
          <p:cNvPr id="3" name="Content Placeholder 2"/>
          <p:cNvSpPr>
            <a:spLocks noGrp="1"/>
          </p:cNvSpPr>
          <p:nvPr>
            <p:ph sz="quarter" idx="11"/>
          </p:nvPr>
        </p:nvSpPr>
        <p:spPr>
          <a:xfrm>
            <a:off x="342900" y="1276709"/>
            <a:ext cx="8458200" cy="391835"/>
          </a:xfrm>
        </p:spPr>
        <p:txBody>
          <a:bodyPr/>
          <a:lstStyle/>
          <a:p>
            <a:r>
              <a:rPr lang="en-IN" sz="2000" b="1" i="1" dirty="0"/>
              <a:t>2 Steps</a:t>
            </a:r>
          </a:p>
        </p:txBody>
      </p:sp>
      <p:sp>
        <p:nvSpPr>
          <p:cNvPr id="4" name="Content Placeholder 3"/>
          <p:cNvSpPr>
            <a:spLocks noGrp="1"/>
          </p:cNvSpPr>
          <p:nvPr>
            <p:ph sz="quarter" idx="14"/>
          </p:nvPr>
        </p:nvSpPr>
        <p:spPr>
          <a:xfrm>
            <a:off x="342900" y="1753385"/>
            <a:ext cx="8458200" cy="1131217"/>
          </a:xfrm>
        </p:spPr>
        <p:txBody>
          <a:bodyPr/>
          <a:lstStyle/>
          <a:p>
            <a:pPr marL="402336" indent="-402336">
              <a:buFont typeface="+mj-lt"/>
              <a:buAutoNum type="arabicPeriod"/>
            </a:pPr>
            <a:r>
              <a:rPr lang="en-US" sz="2000" dirty="0"/>
              <a:t>Drop the percent symbol.</a:t>
            </a:r>
          </a:p>
          <a:p>
            <a:pPr marL="402336" indent="-402336">
              <a:buFont typeface="+mj-lt"/>
              <a:buAutoNum type="arabicPeriod"/>
            </a:pPr>
            <a:r>
              <a:rPr lang="en-US" sz="2000" dirty="0"/>
              <a:t>Move decimal point </a:t>
            </a:r>
            <a:r>
              <a:rPr lang="en-US" sz="2000" b="1" dirty="0">
                <a:solidFill>
                  <a:srgbClr val="A9131A"/>
                </a:solidFill>
              </a:rPr>
              <a:t>two</a:t>
            </a:r>
            <a:r>
              <a:rPr lang="en-US" sz="2000" dirty="0"/>
              <a:t> places to the left. You are dividing by 100. If necessary, add zeros.</a:t>
            </a:r>
          </a:p>
        </p:txBody>
      </p:sp>
      <p:pic>
        <p:nvPicPr>
          <p:cNvPr id="5" name="Picture 4" descr="An illustration shows the conversion of percentages to decimals."/>
          <p:cNvPicPr>
            <a:picLocks noChangeAspect="1"/>
          </p:cNvPicPr>
          <p:nvPr/>
        </p:nvPicPr>
        <p:blipFill>
          <a:blip r:embed="rId2"/>
          <a:stretch>
            <a:fillRect/>
          </a:stretch>
        </p:blipFill>
        <p:spPr>
          <a:xfrm>
            <a:off x="1656785" y="3001428"/>
            <a:ext cx="5962405" cy="3017782"/>
          </a:xfrm>
          <a:prstGeom prst="rect">
            <a:avLst/>
          </a:prstGeom>
        </p:spPr>
      </p:pic>
      <p:sp>
        <p:nvSpPr>
          <p:cNvPr id="10" name="Text Placeholder 3"/>
          <p:cNvSpPr>
            <a:spLocks noGrp="1"/>
          </p:cNvSpPr>
          <p:nvPr>
            <p:ph type="body" sz="quarter" idx="12"/>
          </p:nvPr>
        </p:nvSpPr>
        <p:spPr>
          <a:xfrm>
            <a:off x="3006491" y="6299200"/>
            <a:ext cx="3133053" cy="215900"/>
          </a:xfrm>
        </p:spPr>
        <p:txBody>
          <a:bodyPr/>
          <a:lstStyle/>
          <a:p>
            <a:r>
              <a:rPr lang="en-US" sz="1200" dirty="0">
                <a:hlinkClick r:id="rId3" action="ppaction://hlinksldjump"/>
              </a:rPr>
              <a:t>Access the text alternative for slide images</a:t>
            </a:r>
          </a:p>
        </p:txBody>
      </p:sp>
      <p:sp>
        <p:nvSpPr>
          <p:cNvPr id="7" name="Slide Number Placeholder 6"/>
          <p:cNvSpPr>
            <a:spLocks noGrp="1"/>
          </p:cNvSpPr>
          <p:nvPr>
            <p:ph type="sldNum" sz="quarter" idx="10"/>
          </p:nvPr>
        </p:nvSpPr>
        <p:spPr/>
        <p:txBody>
          <a:bodyPr/>
          <a:lstStyle/>
          <a:p>
            <a:fld id="{68151E55-6873-49E2-B8D5-2F265E6F1973}" type="slidenum">
              <a:rPr lang="en-US" smtClean="0"/>
              <a:t>6</a:t>
            </a:fld>
            <a:endParaRPr lang="en-US"/>
          </a:p>
        </p:txBody>
      </p:sp>
    </p:spTree>
    <p:extLst>
      <p:ext uri="{BB962C8B-B14F-4D97-AF65-F5344CB8AC3E}">
        <p14:creationId xmlns:p14="http://schemas.microsoft.com/office/powerpoint/2010/main" val="32456124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a:t>Converting Fractional </a:t>
            </a:r>
            <a:r>
              <a:rPr lang="en-US" sz="3600" dirty="0" err="1"/>
              <a:t>Percents</a:t>
            </a:r>
            <a:r>
              <a:rPr lang="en-US" sz="3600" dirty="0"/>
              <a:t> To Decimals</a:t>
            </a:r>
            <a:endParaRPr lang="en-IN" sz="3600" dirty="0"/>
          </a:p>
        </p:txBody>
      </p:sp>
      <p:sp>
        <p:nvSpPr>
          <p:cNvPr id="3" name="Content Placeholder 2"/>
          <p:cNvSpPr>
            <a:spLocks noGrp="1"/>
          </p:cNvSpPr>
          <p:nvPr>
            <p:ph sz="quarter" idx="11"/>
          </p:nvPr>
        </p:nvSpPr>
        <p:spPr>
          <a:xfrm>
            <a:off x="342900" y="1276709"/>
            <a:ext cx="8458200" cy="391835"/>
          </a:xfrm>
        </p:spPr>
        <p:txBody>
          <a:bodyPr/>
          <a:lstStyle/>
          <a:p>
            <a:r>
              <a:rPr lang="en-IN" sz="2000" b="1" i="1" dirty="0"/>
              <a:t>3 Steps</a:t>
            </a:r>
          </a:p>
        </p:txBody>
      </p:sp>
      <p:sp>
        <p:nvSpPr>
          <p:cNvPr id="4" name="Content Placeholder 3"/>
          <p:cNvSpPr>
            <a:spLocks noGrp="1"/>
          </p:cNvSpPr>
          <p:nvPr>
            <p:ph sz="quarter" idx="14"/>
          </p:nvPr>
        </p:nvSpPr>
        <p:spPr>
          <a:xfrm>
            <a:off x="342900" y="1753385"/>
            <a:ext cx="8458200" cy="2799761"/>
          </a:xfrm>
        </p:spPr>
        <p:txBody>
          <a:bodyPr/>
          <a:lstStyle/>
          <a:p>
            <a:pPr marL="402336" indent="-402336">
              <a:buFont typeface="+mj-lt"/>
              <a:buAutoNum type="arabicPeriod"/>
            </a:pPr>
            <a:r>
              <a:rPr lang="en-US" sz="2000" dirty="0"/>
              <a:t>Convert a single fractional percent to its decimal equivalent by dividing the numerator by the denominator. If necessary, round the answer.</a:t>
            </a:r>
          </a:p>
          <a:p>
            <a:pPr marL="402336" indent="-402336">
              <a:buFont typeface="+mj-lt"/>
              <a:buAutoNum type="arabicPeriod"/>
            </a:pPr>
            <a:r>
              <a:rPr lang="en-US" sz="2000" dirty="0"/>
              <a:t>If a fractional percent is combined with a whole number (mixed fractional percent), convert the fractional percent first. Then combine the whole number and the fractional percent.</a:t>
            </a:r>
          </a:p>
          <a:p>
            <a:pPr marL="402336" indent="-402336">
              <a:buFont typeface="+mj-lt"/>
              <a:buAutoNum type="arabicPeriod"/>
            </a:pPr>
            <a:r>
              <a:rPr lang="en-US" sz="2000" dirty="0"/>
              <a:t>Drop the percent symbol; move the decimal point </a:t>
            </a:r>
            <a:r>
              <a:rPr lang="en-US" sz="2000" b="1" dirty="0">
                <a:solidFill>
                  <a:srgbClr val="A9131A"/>
                </a:solidFill>
              </a:rPr>
              <a:t>two</a:t>
            </a:r>
            <a:r>
              <a:rPr lang="en-US" sz="2000" dirty="0"/>
              <a:t> places to the left (this divides the number by 100).</a:t>
            </a:r>
          </a:p>
        </p:txBody>
      </p:sp>
      <p:pic>
        <p:nvPicPr>
          <p:cNvPr id="6" name="Picture 5" descr="An illustration shows the conversion of fractional percentages to decimals."/>
          <p:cNvPicPr>
            <a:picLocks noChangeAspect="1"/>
          </p:cNvPicPr>
          <p:nvPr/>
        </p:nvPicPr>
        <p:blipFill>
          <a:blip r:embed="rId2"/>
          <a:stretch>
            <a:fillRect/>
          </a:stretch>
        </p:blipFill>
        <p:spPr>
          <a:xfrm>
            <a:off x="685463" y="4685122"/>
            <a:ext cx="7773074" cy="1347333"/>
          </a:xfrm>
          <a:prstGeom prst="rect">
            <a:avLst/>
          </a:prstGeom>
        </p:spPr>
      </p:pic>
      <p:sp>
        <p:nvSpPr>
          <p:cNvPr id="10" name="Text Placeholder 3"/>
          <p:cNvSpPr>
            <a:spLocks noGrp="1"/>
          </p:cNvSpPr>
          <p:nvPr>
            <p:ph type="body" sz="quarter" idx="12"/>
          </p:nvPr>
        </p:nvSpPr>
        <p:spPr>
          <a:xfrm>
            <a:off x="3006491" y="6299200"/>
            <a:ext cx="3133053" cy="215900"/>
          </a:xfrm>
        </p:spPr>
        <p:txBody>
          <a:bodyPr/>
          <a:lstStyle/>
          <a:p>
            <a:r>
              <a:rPr lang="en-US" sz="1200" dirty="0">
                <a:hlinkClick r:id="rId3" action="ppaction://hlinksldjump"/>
              </a:rPr>
              <a:t>Access the text alternative for slide images</a:t>
            </a:r>
          </a:p>
        </p:txBody>
      </p:sp>
      <p:sp>
        <p:nvSpPr>
          <p:cNvPr id="7" name="Slide Number Placeholder 6"/>
          <p:cNvSpPr>
            <a:spLocks noGrp="1"/>
          </p:cNvSpPr>
          <p:nvPr>
            <p:ph type="sldNum" sz="quarter" idx="10"/>
          </p:nvPr>
        </p:nvSpPr>
        <p:spPr/>
        <p:txBody>
          <a:bodyPr/>
          <a:lstStyle/>
          <a:p>
            <a:fld id="{68151E55-6873-49E2-B8D5-2F265E6F1973}" type="slidenum">
              <a:rPr lang="en-US" smtClean="0"/>
              <a:t>7</a:t>
            </a:fld>
            <a:endParaRPr lang="en-US"/>
          </a:p>
        </p:txBody>
      </p:sp>
    </p:spTree>
    <p:extLst>
      <p:ext uri="{BB962C8B-B14F-4D97-AF65-F5344CB8AC3E}">
        <p14:creationId xmlns:p14="http://schemas.microsoft.com/office/powerpoint/2010/main" val="28062734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Converting Fractions to </a:t>
            </a:r>
            <a:r>
              <a:rPr lang="en-US" sz="3600" dirty="0" err="1"/>
              <a:t>Percents</a:t>
            </a:r>
            <a:endParaRPr lang="en-IN" sz="3600" dirty="0"/>
          </a:p>
        </p:txBody>
      </p:sp>
      <p:sp>
        <p:nvSpPr>
          <p:cNvPr id="3" name="Content Placeholder 2"/>
          <p:cNvSpPr>
            <a:spLocks noGrp="1"/>
          </p:cNvSpPr>
          <p:nvPr>
            <p:ph sz="quarter" idx="11"/>
          </p:nvPr>
        </p:nvSpPr>
        <p:spPr>
          <a:xfrm>
            <a:off x="342900" y="1276709"/>
            <a:ext cx="8458200" cy="391835"/>
          </a:xfrm>
        </p:spPr>
        <p:txBody>
          <a:bodyPr/>
          <a:lstStyle/>
          <a:p>
            <a:r>
              <a:rPr lang="en-IN" sz="2000" b="1" i="1" dirty="0"/>
              <a:t>2 Steps</a:t>
            </a:r>
          </a:p>
        </p:txBody>
      </p:sp>
      <p:sp>
        <p:nvSpPr>
          <p:cNvPr id="4" name="Content Placeholder 3"/>
          <p:cNvSpPr>
            <a:spLocks noGrp="1"/>
          </p:cNvSpPr>
          <p:nvPr>
            <p:ph sz="quarter" idx="14"/>
          </p:nvPr>
        </p:nvSpPr>
        <p:spPr>
          <a:xfrm>
            <a:off x="342900" y="1753385"/>
            <a:ext cx="8458200" cy="1178351"/>
          </a:xfrm>
        </p:spPr>
        <p:txBody>
          <a:bodyPr/>
          <a:lstStyle/>
          <a:p>
            <a:pPr marL="402336" indent="-402336">
              <a:buFont typeface="+mj-lt"/>
              <a:buAutoNum type="arabicPeriod"/>
            </a:pPr>
            <a:r>
              <a:rPr lang="en-US" sz="2000" dirty="0"/>
              <a:t>Divide the numerator by the denominator to convert the fraction to a decimal.</a:t>
            </a:r>
          </a:p>
          <a:p>
            <a:pPr marL="402336" indent="-402336">
              <a:buFont typeface="+mj-lt"/>
              <a:buAutoNum type="arabicPeriod"/>
            </a:pPr>
            <a:r>
              <a:rPr lang="en-US" sz="2000" dirty="0"/>
              <a:t>Move decimal point </a:t>
            </a:r>
            <a:r>
              <a:rPr lang="en-US" sz="2000" b="1" dirty="0">
                <a:solidFill>
                  <a:srgbClr val="A9131A"/>
                </a:solidFill>
              </a:rPr>
              <a:t>two</a:t>
            </a:r>
            <a:r>
              <a:rPr lang="en-US" sz="2000" dirty="0"/>
              <a:t> places to the right; add the percent symbol.</a:t>
            </a:r>
          </a:p>
        </p:txBody>
      </p:sp>
      <p:pic>
        <p:nvPicPr>
          <p:cNvPr id="5" name="Picture 4" descr="3 by 4 equals point 7 5 which in turn is shown as 75 percent by shifting the decimal point two places to the right and adding the percent symbol."/>
          <p:cNvPicPr>
            <a:picLocks noChangeAspect="1"/>
          </p:cNvPicPr>
          <p:nvPr/>
        </p:nvPicPr>
        <p:blipFill>
          <a:blip r:embed="rId2"/>
          <a:stretch>
            <a:fillRect/>
          </a:stretch>
        </p:blipFill>
        <p:spPr>
          <a:xfrm>
            <a:off x="607051" y="3528459"/>
            <a:ext cx="3706689" cy="1274174"/>
          </a:xfrm>
          <a:prstGeom prst="rect">
            <a:avLst/>
          </a:prstGeom>
        </p:spPr>
      </p:pic>
      <p:pic>
        <p:nvPicPr>
          <p:cNvPr id="8" name="Picture 7" descr="1 by 5 equals point 2 0 which in turn is shown as 20 percent by shifting the decimal point two places to the right and adding the percent symbol."/>
          <p:cNvPicPr>
            <a:picLocks noChangeAspect="1"/>
          </p:cNvPicPr>
          <p:nvPr/>
        </p:nvPicPr>
        <p:blipFill>
          <a:blip r:embed="rId3"/>
          <a:stretch>
            <a:fillRect/>
          </a:stretch>
        </p:blipFill>
        <p:spPr>
          <a:xfrm>
            <a:off x="4572000" y="3552845"/>
            <a:ext cx="3603048" cy="1225402"/>
          </a:xfrm>
          <a:prstGeom prst="rect">
            <a:avLst/>
          </a:prstGeom>
        </p:spPr>
      </p:pic>
      <p:sp>
        <p:nvSpPr>
          <p:cNvPr id="7" name="Slide Number Placeholder 6"/>
          <p:cNvSpPr>
            <a:spLocks noGrp="1"/>
          </p:cNvSpPr>
          <p:nvPr>
            <p:ph type="sldNum" sz="quarter" idx="10"/>
          </p:nvPr>
        </p:nvSpPr>
        <p:spPr/>
        <p:txBody>
          <a:bodyPr/>
          <a:lstStyle/>
          <a:p>
            <a:fld id="{68151E55-6873-49E2-B8D5-2F265E6F1973}" type="slidenum">
              <a:rPr lang="en-US" smtClean="0"/>
              <a:t>8</a:t>
            </a:fld>
            <a:endParaRPr lang="en-US"/>
          </a:p>
        </p:txBody>
      </p:sp>
    </p:spTree>
    <p:extLst>
      <p:ext uri="{BB962C8B-B14F-4D97-AF65-F5344CB8AC3E}">
        <p14:creationId xmlns:p14="http://schemas.microsoft.com/office/powerpoint/2010/main" val="39721226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a:t>Converting a Whole Percent (or a Fractional Percent) to a Fraction</a:t>
            </a:r>
            <a:endParaRPr lang="en-IN" sz="3600" dirty="0"/>
          </a:p>
        </p:txBody>
      </p:sp>
      <p:sp>
        <p:nvSpPr>
          <p:cNvPr id="3" name="Content Placeholder 2"/>
          <p:cNvSpPr>
            <a:spLocks noGrp="1"/>
          </p:cNvSpPr>
          <p:nvPr>
            <p:ph sz="quarter" idx="11"/>
          </p:nvPr>
        </p:nvSpPr>
        <p:spPr>
          <a:xfrm>
            <a:off x="342900" y="1276710"/>
            <a:ext cx="8458200" cy="401261"/>
          </a:xfrm>
        </p:spPr>
        <p:txBody>
          <a:bodyPr/>
          <a:lstStyle/>
          <a:p>
            <a:r>
              <a:rPr lang="en-IN" sz="2000" b="1" i="1" dirty="0"/>
              <a:t>3 Steps</a:t>
            </a:r>
          </a:p>
        </p:txBody>
      </p:sp>
      <p:sp>
        <p:nvSpPr>
          <p:cNvPr id="4" name="Content Placeholder 3"/>
          <p:cNvSpPr>
            <a:spLocks noGrp="1"/>
          </p:cNvSpPr>
          <p:nvPr>
            <p:ph sz="quarter" idx="14"/>
          </p:nvPr>
        </p:nvSpPr>
        <p:spPr>
          <a:xfrm>
            <a:off x="342900" y="1734532"/>
            <a:ext cx="8458200" cy="405354"/>
          </a:xfrm>
        </p:spPr>
        <p:txBody>
          <a:bodyPr/>
          <a:lstStyle/>
          <a:p>
            <a:pPr marL="402336" indent="-402336">
              <a:buFont typeface="+mj-lt"/>
              <a:buAutoNum type="arabicPeriod"/>
            </a:pPr>
            <a:r>
              <a:rPr lang="en-US" sz="2000" dirty="0"/>
              <a:t>Drop the percent symbol.</a:t>
            </a:r>
          </a:p>
        </p:txBody>
      </p:sp>
      <p:sp>
        <p:nvSpPr>
          <p:cNvPr id="5" name="Content Placeholder 4"/>
          <p:cNvSpPr>
            <a:spLocks noGrp="1"/>
          </p:cNvSpPr>
          <p:nvPr>
            <p:ph sz="quarter" idx="15"/>
          </p:nvPr>
        </p:nvSpPr>
        <p:spPr>
          <a:xfrm>
            <a:off x="342900" y="2318991"/>
            <a:ext cx="3211005" cy="395926"/>
          </a:xfrm>
        </p:spPr>
        <p:txBody>
          <a:bodyPr/>
          <a:lstStyle/>
          <a:p>
            <a:pPr marL="402336" indent="-402336">
              <a:buFont typeface="+mj-lt"/>
              <a:buAutoNum type="arabicPeriod" startAt="2"/>
            </a:pPr>
            <a:r>
              <a:rPr lang="en-IN" sz="2000" dirty="0"/>
              <a:t>Multiply the number by</a:t>
            </a:r>
          </a:p>
        </p:txBody>
      </p:sp>
      <p:graphicFrame>
        <p:nvGraphicFramePr>
          <p:cNvPr id="7" name="Object 6"/>
          <p:cNvGraphicFramePr>
            <a:graphicFrameLocks noChangeAspect="1"/>
          </p:cNvGraphicFramePr>
          <p:nvPr>
            <p:extLst>
              <p:ext uri="{D42A27DB-BD31-4B8C-83A1-F6EECF244321}">
                <p14:modId xmlns:p14="http://schemas.microsoft.com/office/powerpoint/2010/main" val="2977698434"/>
              </p:ext>
            </p:extLst>
          </p:nvPr>
        </p:nvGraphicFramePr>
        <p:xfrm>
          <a:off x="3591613" y="2196448"/>
          <a:ext cx="508000" cy="635000"/>
        </p:xfrm>
        <a:graphic>
          <a:graphicData uri="http://schemas.openxmlformats.org/presentationml/2006/ole">
            <mc:AlternateContent xmlns:mc="http://schemas.openxmlformats.org/markup-compatibility/2006">
              <mc:Choice xmlns:v="urn:schemas-microsoft-com:vml" Requires="v">
                <p:oleObj spid="_x0000_s3088" name="Equation" r:id="rId3" imgW="507960" imgH="634680" progId="Equation.DSMT4">
                  <p:embed/>
                </p:oleObj>
              </mc:Choice>
              <mc:Fallback>
                <p:oleObj name="Equation" r:id="rId3" imgW="507960" imgH="634680" progId="Equation.DSMT4">
                  <p:embed/>
                  <p:pic>
                    <p:nvPicPr>
                      <p:cNvPr id="0" name=""/>
                      <p:cNvPicPr/>
                      <p:nvPr/>
                    </p:nvPicPr>
                    <p:blipFill>
                      <a:blip r:embed="rId4"/>
                      <a:stretch>
                        <a:fillRect/>
                      </a:stretch>
                    </p:blipFill>
                    <p:spPr>
                      <a:xfrm>
                        <a:off x="3591613" y="2196448"/>
                        <a:ext cx="508000" cy="635000"/>
                      </a:xfrm>
                      <a:prstGeom prst="rect">
                        <a:avLst/>
                      </a:prstGeom>
                    </p:spPr>
                  </p:pic>
                </p:oleObj>
              </mc:Fallback>
            </mc:AlternateContent>
          </a:graphicData>
        </a:graphic>
      </p:graphicFrame>
      <p:sp>
        <p:nvSpPr>
          <p:cNvPr id="6" name="Content Placeholder 5"/>
          <p:cNvSpPr>
            <a:spLocks noGrp="1"/>
          </p:cNvSpPr>
          <p:nvPr>
            <p:ph sz="quarter" idx="16"/>
          </p:nvPr>
        </p:nvSpPr>
        <p:spPr>
          <a:xfrm>
            <a:off x="342901" y="2894031"/>
            <a:ext cx="8458200" cy="443060"/>
          </a:xfrm>
        </p:spPr>
        <p:txBody>
          <a:bodyPr/>
          <a:lstStyle/>
          <a:p>
            <a:pPr marL="402336" indent="-402336">
              <a:buFont typeface="+mj-lt"/>
              <a:buAutoNum type="arabicPeriod" startAt="3"/>
            </a:pPr>
            <a:r>
              <a:rPr lang="en-US" sz="2000" dirty="0"/>
              <a:t>Reduce to lowest terms.</a:t>
            </a:r>
          </a:p>
        </p:txBody>
      </p:sp>
      <p:pic>
        <p:nvPicPr>
          <p:cNvPr id="8" name="Picture 7" descr="An illustration shows the conversion of a whole percent and a fractional percent to a fraction."/>
          <p:cNvPicPr>
            <a:picLocks noChangeAspect="1"/>
          </p:cNvPicPr>
          <p:nvPr/>
        </p:nvPicPr>
        <p:blipFill>
          <a:blip r:embed="rId5"/>
          <a:stretch>
            <a:fillRect/>
          </a:stretch>
        </p:blipFill>
        <p:spPr>
          <a:xfrm>
            <a:off x="1197571" y="3507392"/>
            <a:ext cx="6748857" cy="2621507"/>
          </a:xfrm>
          <a:prstGeom prst="rect">
            <a:avLst/>
          </a:prstGeom>
        </p:spPr>
      </p:pic>
      <p:sp>
        <p:nvSpPr>
          <p:cNvPr id="15" name="Text Placeholder 3"/>
          <p:cNvSpPr>
            <a:spLocks noGrp="1"/>
          </p:cNvSpPr>
          <p:nvPr>
            <p:ph type="body" sz="quarter" idx="12"/>
          </p:nvPr>
        </p:nvSpPr>
        <p:spPr>
          <a:xfrm>
            <a:off x="3006491" y="6299200"/>
            <a:ext cx="3133053" cy="215900"/>
          </a:xfrm>
        </p:spPr>
        <p:txBody>
          <a:bodyPr/>
          <a:lstStyle/>
          <a:p>
            <a:r>
              <a:rPr lang="en-US" sz="1200" dirty="0">
                <a:hlinkClick r:id="rId6" action="ppaction://hlinksldjump"/>
              </a:rPr>
              <a:t>Access the text alternative for slide images</a:t>
            </a:r>
          </a:p>
        </p:txBody>
      </p:sp>
      <p:sp>
        <p:nvSpPr>
          <p:cNvPr id="11" name="Slide Number Placeholder 10"/>
          <p:cNvSpPr>
            <a:spLocks noGrp="1"/>
          </p:cNvSpPr>
          <p:nvPr>
            <p:ph type="sldNum" sz="quarter" idx="10"/>
          </p:nvPr>
        </p:nvSpPr>
        <p:spPr/>
        <p:txBody>
          <a:bodyPr/>
          <a:lstStyle/>
          <a:p>
            <a:fld id="{68151E55-6873-49E2-B8D5-2F265E6F1973}" type="slidenum">
              <a:rPr lang="en-US" smtClean="0"/>
              <a:t>9</a:t>
            </a:fld>
            <a:endParaRPr lang="en-US" dirty="0"/>
          </a:p>
        </p:txBody>
      </p:sp>
    </p:spTree>
    <p:extLst>
      <p:ext uri="{BB962C8B-B14F-4D97-AF65-F5344CB8AC3E}">
        <p14:creationId xmlns:p14="http://schemas.microsoft.com/office/powerpoint/2010/main" val="26034516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a:t>Converting a Mixed or Decimal Percent to a Fraction</a:t>
            </a:r>
            <a:endParaRPr lang="en-IN" sz="3600" dirty="0"/>
          </a:p>
        </p:txBody>
      </p:sp>
      <p:sp>
        <p:nvSpPr>
          <p:cNvPr id="3" name="Content Placeholder 2"/>
          <p:cNvSpPr>
            <a:spLocks noGrp="1"/>
          </p:cNvSpPr>
          <p:nvPr>
            <p:ph sz="quarter" idx="11"/>
          </p:nvPr>
        </p:nvSpPr>
        <p:spPr>
          <a:xfrm>
            <a:off x="342900" y="1276710"/>
            <a:ext cx="8458200" cy="391834"/>
          </a:xfrm>
        </p:spPr>
        <p:txBody>
          <a:bodyPr/>
          <a:lstStyle/>
          <a:p>
            <a:r>
              <a:rPr lang="en-IN" sz="2000" b="1" i="1" dirty="0"/>
              <a:t>4 Steps</a:t>
            </a:r>
          </a:p>
        </p:txBody>
      </p:sp>
      <p:sp>
        <p:nvSpPr>
          <p:cNvPr id="4" name="Content Placeholder 3"/>
          <p:cNvSpPr>
            <a:spLocks noGrp="1"/>
          </p:cNvSpPr>
          <p:nvPr>
            <p:ph sz="quarter" idx="14"/>
          </p:nvPr>
        </p:nvSpPr>
        <p:spPr>
          <a:xfrm>
            <a:off x="342900" y="1725104"/>
            <a:ext cx="8458200" cy="838986"/>
          </a:xfrm>
        </p:spPr>
        <p:txBody>
          <a:bodyPr/>
          <a:lstStyle/>
          <a:p>
            <a:pPr marL="402336" indent="-402336">
              <a:buFont typeface="+mj-lt"/>
              <a:buAutoNum type="arabicPeriod"/>
            </a:pPr>
            <a:r>
              <a:rPr lang="en-US" sz="2000" dirty="0"/>
              <a:t>Drop the percent symbol.</a:t>
            </a:r>
          </a:p>
          <a:p>
            <a:pPr marL="402336" indent="-402336">
              <a:buFont typeface="+mj-lt"/>
              <a:buAutoNum type="arabicPeriod"/>
            </a:pPr>
            <a:r>
              <a:rPr lang="en-US" sz="2000" dirty="0"/>
              <a:t>Change the mixed percent to an improper fraction.</a:t>
            </a:r>
          </a:p>
        </p:txBody>
      </p:sp>
      <p:sp>
        <p:nvSpPr>
          <p:cNvPr id="5" name="Content Placeholder 4"/>
          <p:cNvSpPr>
            <a:spLocks noGrp="1"/>
          </p:cNvSpPr>
          <p:nvPr>
            <p:ph sz="quarter" idx="15"/>
          </p:nvPr>
        </p:nvSpPr>
        <p:spPr>
          <a:xfrm>
            <a:off x="342900" y="2724345"/>
            <a:ext cx="3229859" cy="395926"/>
          </a:xfrm>
        </p:spPr>
        <p:txBody>
          <a:bodyPr/>
          <a:lstStyle/>
          <a:p>
            <a:pPr marL="402336" indent="-402336">
              <a:buFont typeface="+mj-lt"/>
              <a:buAutoNum type="arabicPeriod" startAt="3"/>
            </a:pPr>
            <a:r>
              <a:rPr lang="en-IN" sz="2000" dirty="0"/>
              <a:t>Multiply the number by</a:t>
            </a:r>
          </a:p>
        </p:txBody>
      </p:sp>
      <p:graphicFrame>
        <p:nvGraphicFramePr>
          <p:cNvPr id="10" name="Object 9"/>
          <p:cNvGraphicFramePr>
            <a:graphicFrameLocks noChangeAspect="1"/>
          </p:cNvGraphicFramePr>
          <p:nvPr>
            <p:extLst>
              <p:ext uri="{D42A27DB-BD31-4B8C-83A1-F6EECF244321}">
                <p14:modId xmlns:p14="http://schemas.microsoft.com/office/powerpoint/2010/main" val="3575274643"/>
              </p:ext>
            </p:extLst>
          </p:nvPr>
        </p:nvGraphicFramePr>
        <p:xfrm>
          <a:off x="3629321" y="2604808"/>
          <a:ext cx="508000" cy="635000"/>
        </p:xfrm>
        <a:graphic>
          <a:graphicData uri="http://schemas.openxmlformats.org/presentationml/2006/ole">
            <mc:AlternateContent xmlns:mc="http://schemas.openxmlformats.org/markup-compatibility/2006">
              <mc:Choice xmlns:v="urn:schemas-microsoft-com:vml" Requires="v">
                <p:oleObj spid="_x0000_s4112" name="Equation" r:id="rId3" imgW="507960" imgH="634680" progId="Equation.DSMT4">
                  <p:embed/>
                </p:oleObj>
              </mc:Choice>
              <mc:Fallback>
                <p:oleObj name="Equation" r:id="rId3" imgW="507960" imgH="634680" progId="Equation.DSMT4">
                  <p:embed/>
                  <p:pic>
                    <p:nvPicPr>
                      <p:cNvPr id="0" name=""/>
                      <p:cNvPicPr/>
                      <p:nvPr/>
                    </p:nvPicPr>
                    <p:blipFill>
                      <a:blip r:embed="rId4"/>
                      <a:stretch>
                        <a:fillRect/>
                      </a:stretch>
                    </p:blipFill>
                    <p:spPr>
                      <a:xfrm>
                        <a:off x="3629321" y="2604808"/>
                        <a:ext cx="508000" cy="635000"/>
                      </a:xfrm>
                      <a:prstGeom prst="rect">
                        <a:avLst/>
                      </a:prstGeom>
                    </p:spPr>
                  </p:pic>
                </p:oleObj>
              </mc:Fallback>
            </mc:AlternateContent>
          </a:graphicData>
        </a:graphic>
      </p:graphicFrame>
      <p:sp>
        <p:nvSpPr>
          <p:cNvPr id="6" name="Content Placeholder 5"/>
          <p:cNvSpPr>
            <a:spLocks noGrp="1"/>
          </p:cNvSpPr>
          <p:nvPr>
            <p:ph sz="quarter" idx="16"/>
          </p:nvPr>
        </p:nvSpPr>
        <p:spPr>
          <a:xfrm>
            <a:off x="342900" y="3280525"/>
            <a:ext cx="8458200" cy="405353"/>
          </a:xfrm>
        </p:spPr>
        <p:txBody>
          <a:bodyPr/>
          <a:lstStyle/>
          <a:p>
            <a:pPr marL="402336" indent="-402336">
              <a:buFont typeface="+mj-lt"/>
              <a:buAutoNum type="arabicPeriod" startAt="4"/>
            </a:pPr>
            <a:r>
              <a:rPr lang="en-US" sz="2000" dirty="0"/>
              <a:t>Reduce to lowest terms.</a:t>
            </a:r>
          </a:p>
        </p:txBody>
      </p:sp>
      <p:sp>
        <p:nvSpPr>
          <p:cNvPr id="8" name="Content Placeholder 7"/>
          <p:cNvSpPr>
            <a:spLocks noGrp="1"/>
          </p:cNvSpPr>
          <p:nvPr>
            <p:ph sz="quarter" idx="17"/>
          </p:nvPr>
        </p:nvSpPr>
        <p:spPr>
          <a:xfrm>
            <a:off x="342900" y="3754876"/>
            <a:ext cx="8458200" cy="713428"/>
          </a:xfrm>
        </p:spPr>
        <p:txBody>
          <a:bodyPr/>
          <a:lstStyle/>
          <a:p>
            <a:r>
              <a:rPr lang="en-US" sz="2000" i="1" dirty="0"/>
              <a:t>Note: If you have a mixed or decimal percent, change the decimal portion to its fractional equivalent and continue with Steps 1 to 4.</a:t>
            </a:r>
          </a:p>
        </p:txBody>
      </p:sp>
      <p:pic>
        <p:nvPicPr>
          <p:cNvPr id="16" name="Picture 15" descr="An illustration shows the conversion of a mixed or decimal percent to a fraction."/>
          <p:cNvPicPr>
            <a:picLocks noChangeAspect="1"/>
          </p:cNvPicPr>
          <p:nvPr/>
        </p:nvPicPr>
        <p:blipFill>
          <a:blip r:embed="rId5"/>
          <a:stretch>
            <a:fillRect/>
          </a:stretch>
        </p:blipFill>
        <p:spPr>
          <a:xfrm>
            <a:off x="1957829" y="4556156"/>
            <a:ext cx="4651200" cy="1628128"/>
          </a:xfrm>
          <a:prstGeom prst="rect">
            <a:avLst/>
          </a:prstGeom>
        </p:spPr>
      </p:pic>
      <p:sp>
        <p:nvSpPr>
          <p:cNvPr id="15" name="Text Placeholder 3"/>
          <p:cNvSpPr>
            <a:spLocks noGrp="1"/>
          </p:cNvSpPr>
          <p:nvPr>
            <p:ph type="body" sz="quarter" idx="12"/>
          </p:nvPr>
        </p:nvSpPr>
        <p:spPr>
          <a:xfrm>
            <a:off x="2931737" y="6278253"/>
            <a:ext cx="3195686" cy="236848"/>
          </a:xfrm>
        </p:spPr>
        <p:txBody>
          <a:bodyPr/>
          <a:lstStyle/>
          <a:p>
            <a:r>
              <a:rPr lang="en-US" sz="1200" dirty="0">
                <a:hlinkClick r:id="rId6" action="ppaction://hlinksldjump"/>
              </a:rPr>
              <a:t>Access the text alternative for slide images</a:t>
            </a:r>
          </a:p>
        </p:txBody>
      </p:sp>
      <p:sp>
        <p:nvSpPr>
          <p:cNvPr id="11" name="Slide Number Placeholder 10"/>
          <p:cNvSpPr>
            <a:spLocks noGrp="1"/>
          </p:cNvSpPr>
          <p:nvPr>
            <p:ph type="sldNum" sz="quarter" idx="10"/>
          </p:nvPr>
        </p:nvSpPr>
        <p:spPr/>
        <p:txBody>
          <a:bodyPr/>
          <a:lstStyle/>
          <a:p>
            <a:fld id="{68151E55-6873-49E2-B8D5-2F265E6F1973}" type="slidenum">
              <a:rPr lang="en-US" smtClean="0"/>
              <a:t>10</a:t>
            </a:fld>
            <a:endParaRPr lang="en-US" dirty="0"/>
          </a:p>
        </p:txBody>
      </p:sp>
    </p:spTree>
    <p:extLst>
      <p:ext uri="{BB962C8B-B14F-4D97-AF65-F5344CB8AC3E}">
        <p14:creationId xmlns:p14="http://schemas.microsoft.com/office/powerpoint/2010/main" val="14660784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Solving </a:t>
            </a:r>
            <a:r>
              <a:rPr lang="en-US" sz="3200" dirty="0" err="1"/>
              <a:t>Percents</a:t>
            </a:r>
            <a:r>
              <a:rPr lang="en-US" sz="3200" dirty="0"/>
              <a:t> with the Portion Formula</a:t>
            </a:r>
            <a:endParaRPr lang="en-IN" sz="1000" b="0" dirty="0"/>
          </a:p>
        </p:txBody>
      </p:sp>
      <p:sp>
        <p:nvSpPr>
          <p:cNvPr id="3" name="Content Placeholder 2"/>
          <p:cNvSpPr>
            <a:spLocks noGrp="1"/>
          </p:cNvSpPr>
          <p:nvPr>
            <p:ph sz="quarter" idx="11"/>
          </p:nvPr>
        </p:nvSpPr>
        <p:spPr>
          <a:xfrm>
            <a:off x="342900" y="1276709"/>
            <a:ext cx="8458200" cy="1296809"/>
          </a:xfrm>
        </p:spPr>
        <p:txBody>
          <a:bodyPr/>
          <a:lstStyle/>
          <a:p>
            <a:pPr marL="292608" indent="-292608">
              <a:buFont typeface="Arial" panose="020B0604020202020204" pitchFamily="34" charset="0"/>
              <a:buChar char="•"/>
            </a:pPr>
            <a:r>
              <a:rPr lang="en-US" dirty="0"/>
              <a:t>When solving problems involving portion, base, or rate, you must be given two of these elements.</a:t>
            </a:r>
          </a:p>
          <a:p>
            <a:pPr marL="292608" indent="-292608">
              <a:buFont typeface="Arial" panose="020B0604020202020204" pitchFamily="34" charset="0"/>
              <a:buChar char="•"/>
            </a:pPr>
            <a:r>
              <a:rPr lang="en-US" dirty="0"/>
              <a:t>You solve for the third.</a:t>
            </a:r>
          </a:p>
        </p:txBody>
      </p:sp>
      <p:sp>
        <p:nvSpPr>
          <p:cNvPr id="4" name="Content Placeholder 3"/>
          <p:cNvSpPr>
            <a:spLocks noGrp="1"/>
          </p:cNvSpPr>
          <p:nvPr>
            <p:ph sz="quarter" idx="14"/>
          </p:nvPr>
        </p:nvSpPr>
        <p:spPr>
          <a:xfrm>
            <a:off x="2300140" y="2754506"/>
            <a:ext cx="4967926" cy="478888"/>
          </a:xfrm>
        </p:spPr>
        <p:style>
          <a:lnRef idx="2">
            <a:schemeClr val="accent3"/>
          </a:lnRef>
          <a:fillRef idx="1">
            <a:schemeClr val="lt1"/>
          </a:fillRef>
          <a:effectRef idx="0">
            <a:schemeClr val="accent3"/>
          </a:effectRef>
          <a:fontRef idx="minor">
            <a:schemeClr val="dk1"/>
          </a:fontRef>
        </p:style>
        <p:txBody>
          <a:bodyPr/>
          <a:lstStyle/>
          <a:p>
            <a:pPr algn="ctr"/>
            <a:r>
              <a:rPr lang="en-US" b="1" dirty="0">
                <a:solidFill>
                  <a:srgbClr val="A9131A"/>
                </a:solidFill>
              </a:rPr>
              <a:t>Portion (P) = Base (B) × Rate (R)</a:t>
            </a:r>
          </a:p>
        </p:txBody>
      </p:sp>
      <p:pic>
        <p:nvPicPr>
          <p:cNvPr id="5" name="Picture 4" descr="An illustration shows the portion formula."/>
          <p:cNvPicPr>
            <a:picLocks noChangeAspect="1"/>
          </p:cNvPicPr>
          <p:nvPr/>
        </p:nvPicPr>
        <p:blipFill>
          <a:blip r:embed="rId2"/>
          <a:stretch>
            <a:fillRect/>
          </a:stretch>
        </p:blipFill>
        <p:spPr>
          <a:xfrm>
            <a:off x="2999432" y="3338966"/>
            <a:ext cx="3371380" cy="2767824"/>
          </a:xfrm>
          <a:prstGeom prst="rect">
            <a:avLst/>
          </a:prstGeom>
        </p:spPr>
      </p:pic>
      <p:sp>
        <p:nvSpPr>
          <p:cNvPr id="8" name="Text Placeholder 3"/>
          <p:cNvSpPr>
            <a:spLocks noGrp="1"/>
          </p:cNvSpPr>
          <p:nvPr>
            <p:ph type="body" sz="quarter" idx="12"/>
          </p:nvPr>
        </p:nvSpPr>
        <p:spPr>
          <a:xfrm>
            <a:off x="2931737" y="6278253"/>
            <a:ext cx="3195686" cy="236848"/>
          </a:xfrm>
        </p:spPr>
        <p:txBody>
          <a:bodyPr/>
          <a:lstStyle/>
          <a:p>
            <a:r>
              <a:rPr lang="en-US" sz="1200" dirty="0">
                <a:hlinkClick r:id="rId3" action="ppaction://hlinksldjump"/>
              </a:rPr>
              <a:t>Access the text alternative for slide images</a:t>
            </a:r>
          </a:p>
        </p:txBody>
      </p:sp>
      <p:sp>
        <p:nvSpPr>
          <p:cNvPr id="7" name="Slide Number Placeholder 6"/>
          <p:cNvSpPr>
            <a:spLocks noGrp="1"/>
          </p:cNvSpPr>
          <p:nvPr>
            <p:ph type="sldNum" sz="quarter" idx="10"/>
          </p:nvPr>
        </p:nvSpPr>
        <p:spPr/>
        <p:txBody>
          <a:bodyPr/>
          <a:lstStyle/>
          <a:p>
            <a:fld id="{68151E55-6873-49E2-B8D5-2F265E6F1973}" type="slidenum">
              <a:rPr lang="en-US" smtClean="0"/>
              <a:t>11</a:t>
            </a:fld>
            <a:endParaRPr lang="en-US"/>
          </a:p>
        </p:txBody>
      </p:sp>
    </p:spTree>
    <p:extLst>
      <p:ext uri="{BB962C8B-B14F-4D97-AF65-F5344CB8AC3E}">
        <p14:creationId xmlns:p14="http://schemas.microsoft.com/office/powerpoint/2010/main" val="18221783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Solving for Portion</a:t>
            </a:r>
            <a:endParaRPr lang="en-IN" sz="3600" b="0" dirty="0"/>
          </a:p>
        </p:txBody>
      </p:sp>
      <p:sp>
        <p:nvSpPr>
          <p:cNvPr id="3" name="Content Placeholder 2"/>
          <p:cNvSpPr>
            <a:spLocks noGrp="1"/>
          </p:cNvSpPr>
          <p:nvPr>
            <p:ph sz="quarter" idx="11"/>
          </p:nvPr>
        </p:nvSpPr>
        <p:spPr>
          <a:xfrm>
            <a:off x="342900" y="1276709"/>
            <a:ext cx="8458200" cy="1023431"/>
          </a:xfrm>
        </p:spPr>
        <p:txBody>
          <a:bodyPr/>
          <a:lstStyle/>
          <a:p>
            <a:r>
              <a:rPr lang="en-US" sz="1800" dirty="0"/>
              <a:t>Sales of Milk Chocolate M&amp;M’S® are 80% of total M&amp;M’S® sales. Total M&amp;M’S® sales are $400,000. What are the sales of Milk Chocolate M&amp;M’S®?</a:t>
            </a:r>
          </a:p>
          <a:p>
            <a:r>
              <a:rPr lang="en-US" sz="1800" dirty="0"/>
              <a:t>P = $400,000 × .80 − $320,000</a:t>
            </a:r>
          </a:p>
        </p:txBody>
      </p:sp>
      <p:pic>
        <p:nvPicPr>
          <p:cNvPr id="9" name="Picture 8" descr="Blueprint is shown in the form of a table with four columns solving for portion."/>
          <p:cNvPicPr>
            <a:picLocks noChangeAspect="1"/>
          </p:cNvPicPr>
          <p:nvPr/>
        </p:nvPicPr>
        <p:blipFill>
          <a:blip r:embed="rId2"/>
          <a:stretch>
            <a:fillRect/>
          </a:stretch>
        </p:blipFill>
        <p:spPr>
          <a:xfrm>
            <a:off x="930190" y="2429755"/>
            <a:ext cx="7415595" cy="3718883"/>
          </a:xfrm>
          <a:prstGeom prst="rect">
            <a:avLst/>
          </a:prstGeom>
        </p:spPr>
      </p:pic>
      <p:sp>
        <p:nvSpPr>
          <p:cNvPr id="8" name="Text Placeholder 3"/>
          <p:cNvSpPr>
            <a:spLocks noGrp="1"/>
          </p:cNvSpPr>
          <p:nvPr>
            <p:ph type="body" sz="quarter" idx="12"/>
          </p:nvPr>
        </p:nvSpPr>
        <p:spPr>
          <a:xfrm>
            <a:off x="2931737" y="6278253"/>
            <a:ext cx="3195686" cy="236848"/>
          </a:xfrm>
        </p:spPr>
        <p:txBody>
          <a:bodyPr/>
          <a:lstStyle/>
          <a:p>
            <a:r>
              <a:rPr lang="en-US" sz="1200" dirty="0">
                <a:hlinkClick r:id="rId3" action="ppaction://hlinksldjump"/>
              </a:rPr>
              <a:t>Access the text alternative for slide images</a:t>
            </a:r>
          </a:p>
        </p:txBody>
      </p:sp>
      <p:sp>
        <p:nvSpPr>
          <p:cNvPr id="7" name="Slide Number Placeholder 6"/>
          <p:cNvSpPr>
            <a:spLocks noGrp="1"/>
          </p:cNvSpPr>
          <p:nvPr>
            <p:ph type="sldNum" sz="quarter" idx="10"/>
          </p:nvPr>
        </p:nvSpPr>
        <p:spPr/>
        <p:txBody>
          <a:bodyPr/>
          <a:lstStyle/>
          <a:p>
            <a:fld id="{68151E55-6873-49E2-B8D5-2F265E6F1973}" type="slidenum">
              <a:rPr lang="en-US" smtClean="0"/>
              <a:t>12</a:t>
            </a:fld>
            <a:endParaRPr lang="en-US"/>
          </a:p>
        </p:txBody>
      </p:sp>
    </p:spTree>
    <p:extLst>
      <p:ext uri="{BB962C8B-B14F-4D97-AF65-F5344CB8AC3E}">
        <p14:creationId xmlns:p14="http://schemas.microsoft.com/office/powerpoint/2010/main" val="14824767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Solving for Rate</a:t>
            </a:r>
            <a:endParaRPr lang="en-IN" sz="3600" b="0" dirty="0"/>
          </a:p>
        </p:txBody>
      </p:sp>
      <p:sp>
        <p:nvSpPr>
          <p:cNvPr id="3" name="Content Placeholder 2"/>
          <p:cNvSpPr>
            <a:spLocks noGrp="1"/>
          </p:cNvSpPr>
          <p:nvPr>
            <p:ph sz="quarter" idx="11"/>
          </p:nvPr>
        </p:nvSpPr>
        <p:spPr>
          <a:xfrm>
            <a:off x="342900" y="1276709"/>
            <a:ext cx="8458200" cy="875941"/>
          </a:xfrm>
        </p:spPr>
        <p:txBody>
          <a:bodyPr/>
          <a:lstStyle/>
          <a:p>
            <a:r>
              <a:rPr lang="en-US" sz="1800" dirty="0"/>
              <a:t>Sales of Milk Chocolate M&amp;M’S® are $320,000. Total M&amp;M’S® sales are $400,000. What is the percent of Milk Chocolate M&amp;M’S® sales compared to total M&amp;M’S® sales?</a:t>
            </a:r>
          </a:p>
        </p:txBody>
      </p:sp>
      <p:graphicFrame>
        <p:nvGraphicFramePr>
          <p:cNvPr id="5" name="Object 4">
            <a:extLst>
              <a:ext uri="{FF2B5EF4-FFF2-40B4-BE49-F238E27FC236}">
                <a16:creationId xmlns:a16="http://schemas.microsoft.com/office/drawing/2014/main" id="{2C01890C-2153-4EAF-9643-74733A7C9717}"/>
              </a:ext>
            </a:extLst>
          </p:cNvPr>
          <p:cNvGraphicFramePr>
            <a:graphicFrameLocks noChangeAspect="1"/>
          </p:cNvGraphicFramePr>
          <p:nvPr>
            <p:extLst>
              <p:ext uri="{D42A27DB-BD31-4B8C-83A1-F6EECF244321}">
                <p14:modId xmlns:p14="http://schemas.microsoft.com/office/powerpoint/2010/main" val="2870497844"/>
              </p:ext>
            </p:extLst>
          </p:nvPr>
        </p:nvGraphicFramePr>
        <p:xfrm>
          <a:off x="391516" y="2255546"/>
          <a:ext cx="3255569" cy="327608"/>
        </p:xfrm>
        <a:graphic>
          <a:graphicData uri="http://schemas.openxmlformats.org/presentationml/2006/ole">
            <mc:AlternateContent xmlns:mc="http://schemas.openxmlformats.org/markup-compatibility/2006">
              <mc:Choice xmlns:v="urn:schemas-microsoft-com:vml" Requires="v">
                <p:oleObj spid="_x0000_s12299" name="Equation" r:id="rId3" imgW="2019240" imgH="203040" progId="Equation.DSMT4">
                  <p:embed/>
                </p:oleObj>
              </mc:Choice>
              <mc:Fallback>
                <p:oleObj name="Equation" r:id="rId3" imgW="2019240" imgH="203040" progId="Equation.DSMT4">
                  <p:embed/>
                  <p:pic>
                    <p:nvPicPr>
                      <p:cNvPr id="0" name=""/>
                      <p:cNvPicPr/>
                      <p:nvPr/>
                    </p:nvPicPr>
                    <p:blipFill>
                      <a:blip r:embed="rId4"/>
                      <a:stretch>
                        <a:fillRect/>
                      </a:stretch>
                    </p:blipFill>
                    <p:spPr>
                      <a:xfrm>
                        <a:off x="391516" y="2255546"/>
                        <a:ext cx="3255569" cy="327608"/>
                      </a:xfrm>
                      <a:prstGeom prst="rect">
                        <a:avLst/>
                      </a:prstGeom>
                    </p:spPr>
                  </p:pic>
                </p:oleObj>
              </mc:Fallback>
            </mc:AlternateContent>
          </a:graphicData>
        </a:graphic>
      </p:graphicFrame>
      <p:pic>
        <p:nvPicPr>
          <p:cNvPr id="4" name="Picture 3" descr="Blueprint is shown in the form of a table with four columns solving for rate."/>
          <p:cNvPicPr>
            <a:picLocks noChangeAspect="1"/>
          </p:cNvPicPr>
          <p:nvPr/>
        </p:nvPicPr>
        <p:blipFill>
          <a:blip r:embed="rId5"/>
          <a:stretch>
            <a:fillRect/>
          </a:stretch>
        </p:blipFill>
        <p:spPr>
          <a:xfrm>
            <a:off x="643945" y="2696068"/>
            <a:ext cx="8157155" cy="3438442"/>
          </a:xfrm>
          <a:prstGeom prst="rect">
            <a:avLst/>
          </a:prstGeom>
        </p:spPr>
      </p:pic>
      <p:sp>
        <p:nvSpPr>
          <p:cNvPr id="8" name="Text Placeholder 3"/>
          <p:cNvSpPr>
            <a:spLocks noGrp="1"/>
          </p:cNvSpPr>
          <p:nvPr>
            <p:ph type="body" sz="quarter" idx="12"/>
          </p:nvPr>
        </p:nvSpPr>
        <p:spPr>
          <a:xfrm>
            <a:off x="2931737" y="6278253"/>
            <a:ext cx="3195686" cy="236848"/>
          </a:xfrm>
        </p:spPr>
        <p:txBody>
          <a:bodyPr/>
          <a:lstStyle/>
          <a:p>
            <a:r>
              <a:rPr lang="en-US" sz="1200" dirty="0">
                <a:hlinkClick r:id="rId6" action="ppaction://hlinksldjump"/>
              </a:rPr>
              <a:t>Access the text alternative for slide images</a:t>
            </a:r>
          </a:p>
        </p:txBody>
      </p:sp>
      <p:sp>
        <p:nvSpPr>
          <p:cNvPr id="7" name="Slide Number Placeholder 6"/>
          <p:cNvSpPr>
            <a:spLocks noGrp="1"/>
          </p:cNvSpPr>
          <p:nvPr>
            <p:ph type="sldNum" sz="quarter" idx="10"/>
          </p:nvPr>
        </p:nvSpPr>
        <p:spPr/>
        <p:txBody>
          <a:bodyPr/>
          <a:lstStyle/>
          <a:p>
            <a:fld id="{68151E55-6873-49E2-B8D5-2F265E6F1973}" type="slidenum">
              <a:rPr lang="en-US" smtClean="0"/>
              <a:t>13</a:t>
            </a:fld>
            <a:endParaRPr lang="en-US"/>
          </a:p>
        </p:txBody>
      </p:sp>
    </p:spTree>
    <p:extLst>
      <p:ext uri="{BB962C8B-B14F-4D97-AF65-F5344CB8AC3E}">
        <p14:creationId xmlns:p14="http://schemas.microsoft.com/office/powerpoint/2010/main" val="16958197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Solving for Base</a:t>
            </a:r>
            <a:endParaRPr lang="en-IN" sz="3600" b="0" dirty="0"/>
          </a:p>
        </p:txBody>
      </p:sp>
      <p:sp>
        <p:nvSpPr>
          <p:cNvPr id="3" name="Content Placeholder 2"/>
          <p:cNvSpPr>
            <a:spLocks noGrp="1"/>
          </p:cNvSpPr>
          <p:nvPr>
            <p:ph sz="quarter" idx="11"/>
          </p:nvPr>
        </p:nvSpPr>
        <p:spPr>
          <a:xfrm>
            <a:off x="342900" y="1276709"/>
            <a:ext cx="8458200" cy="875941"/>
          </a:xfrm>
        </p:spPr>
        <p:txBody>
          <a:bodyPr/>
          <a:lstStyle/>
          <a:p>
            <a:r>
              <a:rPr lang="en-US" sz="1800" dirty="0"/>
              <a:t>Sales of Peanut and other M&amp;M’S® chocolate candies are 20% of total M&amp;M’S® sales. The remaining sales are from Milk Chocolate M&amp;M’S®, which are $320,000. What are the total sales of all M&amp;M’S®?</a:t>
            </a:r>
          </a:p>
        </p:txBody>
      </p:sp>
      <p:graphicFrame>
        <p:nvGraphicFramePr>
          <p:cNvPr id="9" name="Object 8">
            <a:extLst>
              <a:ext uri="{FF2B5EF4-FFF2-40B4-BE49-F238E27FC236}">
                <a16:creationId xmlns:a16="http://schemas.microsoft.com/office/drawing/2014/main" id="{DA604D03-D1CF-4DC0-A801-0E4042E6D9C1}"/>
              </a:ext>
            </a:extLst>
          </p:cNvPr>
          <p:cNvGraphicFramePr>
            <a:graphicFrameLocks noChangeAspect="1"/>
          </p:cNvGraphicFramePr>
          <p:nvPr>
            <p:extLst>
              <p:ext uri="{D42A27DB-BD31-4B8C-83A1-F6EECF244321}">
                <p14:modId xmlns:p14="http://schemas.microsoft.com/office/powerpoint/2010/main" val="3515048237"/>
              </p:ext>
            </p:extLst>
          </p:nvPr>
        </p:nvGraphicFramePr>
        <p:xfrm>
          <a:off x="385763" y="2322513"/>
          <a:ext cx="2865437" cy="327025"/>
        </p:xfrm>
        <a:graphic>
          <a:graphicData uri="http://schemas.openxmlformats.org/presentationml/2006/ole">
            <mc:AlternateContent xmlns:mc="http://schemas.openxmlformats.org/markup-compatibility/2006">
              <mc:Choice xmlns:v="urn:schemas-microsoft-com:vml" Requires="v">
                <p:oleObj spid="_x0000_s13323" name="Equation" r:id="rId3" imgW="1777680" imgH="203040" progId="Equation.DSMT4">
                  <p:embed/>
                </p:oleObj>
              </mc:Choice>
              <mc:Fallback>
                <p:oleObj name="Equation" r:id="rId3" imgW="1777680" imgH="203040" progId="Equation.DSMT4">
                  <p:embed/>
                  <p:pic>
                    <p:nvPicPr>
                      <p:cNvPr id="5" name="Object 4">
                        <a:extLst>
                          <a:ext uri="{FF2B5EF4-FFF2-40B4-BE49-F238E27FC236}">
                            <a16:creationId xmlns:a16="http://schemas.microsoft.com/office/drawing/2014/main" id="{2C01890C-2153-4EAF-9643-74733A7C9717}"/>
                          </a:ext>
                        </a:extLst>
                      </p:cNvPr>
                      <p:cNvPicPr/>
                      <p:nvPr/>
                    </p:nvPicPr>
                    <p:blipFill>
                      <a:blip r:embed="rId4"/>
                      <a:stretch>
                        <a:fillRect/>
                      </a:stretch>
                    </p:blipFill>
                    <p:spPr>
                      <a:xfrm>
                        <a:off x="385763" y="2322513"/>
                        <a:ext cx="2865437" cy="327025"/>
                      </a:xfrm>
                      <a:prstGeom prst="rect">
                        <a:avLst/>
                      </a:prstGeom>
                    </p:spPr>
                  </p:pic>
                </p:oleObj>
              </mc:Fallback>
            </mc:AlternateContent>
          </a:graphicData>
        </a:graphic>
      </p:graphicFrame>
      <p:pic>
        <p:nvPicPr>
          <p:cNvPr id="5" name="Picture 4" descr="Blueprint is shown in the form of a table with four columns solving for base."/>
          <p:cNvPicPr>
            <a:picLocks noChangeAspect="1"/>
          </p:cNvPicPr>
          <p:nvPr/>
        </p:nvPicPr>
        <p:blipFill>
          <a:blip r:embed="rId5"/>
          <a:stretch>
            <a:fillRect/>
          </a:stretch>
        </p:blipFill>
        <p:spPr>
          <a:xfrm>
            <a:off x="408292" y="2830260"/>
            <a:ext cx="8218120" cy="3200677"/>
          </a:xfrm>
          <a:prstGeom prst="rect">
            <a:avLst/>
          </a:prstGeom>
        </p:spPr>
      </p:pic>
      <p:sp>
        <p:nvSpPr>
          <p:cNvPr id="8" name="Text Placeholder 3"/>
          <p:cNvSpPr>
            <a:spLocks noGrp="1"/>
          </p:cNvSpPr>
          <p:nvPr>
            <p:ph type="body" sz="quarter" idx="12"/>
          </p:nvPr>
        </p:nvSpPr>
        <p:spPr>
          <a:xfrm>
            <a:off x="2931737" y="6278253"/>
            <a:ext cx="3195686" cy="236848"/>
          </a:xfrm>
        </p:spPr>
        <p:txBody>
          <a:bodyPr/>
          <a:lstStyle/>
          <a:p>
            <a:r>
              <a:rPr lang="en-US" sz="1200" dirty="0">
                <a:hlinkClick r:id="rId6" action="ppaction://hlinksldjump"/>
              </a:rPr>
              <a:t>Access the text alternative for slide images</a:t>
            </a:r>
          </a:p>
        </p:txBody>
      </p:sp>
      <p:sp>
        <p:nvSpPr>
          <p:cNvPr id="7" name="Slide Number Placeholder 6"/>
          <p:cNvSpPr>
            <a:spLocks noGrp="1"/>
          </p:cNvSpPr>
          <p:nvPr>
            <p:ph type="sldNum" sz="quarter" idx="10"/>
          </p:nvPr>
        </p:nvSpPr>
        <p:spPr/>
        <p:txBody>
          <a:bodyPr/>
          <a:lstStyle/>
          <a:p>
            <a:fld id="{68151E55-6873-49E2-B8D5-2F265E6F1973}" type="slidenum">
              <a:rPr lang="en-US" smtClean="0"/>
              <a:t>14</a:t>
            </a:fld>
            <a:endParaRPr lang="en-US"/>
          </a:p>
        </p:txBody>
      </p:sp>
    </p:spTree>
    <p:extLst>
      <p:ext uri="{BB962C8B-B14F-4D97-AF65-F5344CB8AC3E}">
        <p14:creationId xmlns:p14="http://schemas.microsoft.com/office/powerpoint/2010/main" val="33289908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3600" dirty="0"/>
              <a:t>Calculating Percent Increases and Decreases</a:t>
            </a:r>
            <a:endParaRPr lang="en-IN" sz="3600" dirty="0"/>
          </a:p>
        </p:txBody>
      </p:sp>
      <p:sp>
        <p:nvSpPr>
          <p:cNvPr id="3" name="Content Placeholder 2"/>
          <p:cNvSpPr>
            <a:spLocks noGrp="1"/>
          </p:cNvSpPr>
          <p:nvPr>
            <p:ph sz="quarter" idx="11"/>
          </p:nvPr>
        </p:nvSpPr>
        <p:spPr>
          <a:xfrm>
            <a:off x="342900" y="1276709"/>
            <a:ext cx="8458200" cy="457823"/>
          </a:xfrm>
        </p:spPr>
        <p:txBody>
          <a:bodyPr/>
          <a:lstStyle/>
          <a:p>
            <a:r>
              <a:rPr lang="en-IN" b="1" i="1" dirty="0"/>
              <a:t>2 Steps</a:t>
            </a:r>
          </a:p>
        </p:txBody>
      </p:sp>
      <p:sp>
        <p:nvSpPr>
          <p:cNvPr id="4" name="Content Placeholder 3"/>
          <p:cNvSpPr>
            <a:spLocks noGrp="1"/>
          </p:cNvSpPr>
          <p:nvPr>
            <p:ph sz="quarter" idx="14"/>
          </p:nvPr>
        </p:nvSpPr>
        <p:spPr>
          <a:xfrm>
            <a:off x="342900" y="1885361"/>
            <a:ext cx="8458200" cy="3393649"/>
          </a:xfrm>
        </p:spPr>
        <p:txBody>
          <a:bodyPr/>
          <a:lstStyle/>
          <a:p>
            <a:pPr marL="402336" indent="-402336">
              <a:buFont typeface="+mj-lt"/>
              <a:buAutoNum type="arabicPeriod"/>
            </a:pPr>
            <a:r>
              <a:rPr lang="en-US" sz="2000" dirty="0"/>
              <a:t>Find the difference between amounts (such as price per load).</a:t>
            </a:r>
          </a:p>
          <a:p>
            <a:pPr marL="402336" indent="-402336">
              <a:buFont typeface="+mj-lt"/>
              <a:buAutoNum type="arabicPeriod"/>
            </a:pPr>
            <a:r>
              <a:rPr lang="en-US" sz="2000" dirty="0"/>
              <a:t>Using the formula </a:t>
            </a:r>
            <a:r>
              <a:rPr lang="en-US" sz="2000" i="1" dirty="0"/>
              <a:t>R</a:t>
            </a:r>
            <a:r>
              <a:rPr lang="en-US" sz="2000" dirty="0"/>
              <a:t> × </a:t>
            </a:r>
            <a:r>
              <a:rPr lang="en-US" sz="2000" i="1" dirty="0"/>
              <a:t>B</a:t>
            </a:r>
            <a:r>
              <a:rPr lang="en-US" sz="2000" dirty="0"/>
              <a:t> = </a:t>
            </a:r>
            <a:r>
              <a:rPr lang="en-US" sz="2000" i="1" dirty="0"/>
              <a:t>P</a:t>
            </a:r>
            <a:r>
              <a:rPr lang="en-US" sz="2000" dirty="0"/>
              <a:t>, solve for </a:t>
            </a:r>
            <a:r>
              <a:rPr lang="en-US" sz="2000" i="1" dirty="0"/>
              <a:t>R</a:t>
            </a:r>
            <a:r>
              <a:rPr lang="en-US" sz="2000" dirty="0"/>
              <a:t>. Be sure to express your answer in percent.</a:t>
            </a:r>
          </a:p>
        </p:txBody>
      </p:sp>
      <p:sp>
        <p:nvSpPr>
          <p:cNvPr id="7" name="Slide Number Placeholder 6"/>
          <p:cNvSpPr>
            <a:spLocks noGrp="1"/>
          </p:cNvSpPr>
          <p:nvPr>
            <p:ph type="sldNum" sz="quarter" idx="10"/>
          </p:nvPr>
        </p:nvSpPr>
        <p:spPr/>
        <p:txBody>
          <a:bodyPr/>
          <a:lstStyle/>
          <a:p>
            <a:fld id="{68151E55-6873-49E2-B8D5-2F265E6F1973}" type="slidenum">
              <a:rPr lang="en-US" smtClean="0"/>
              <a:t>15</a:t>
            </a:fld>
            <a:endParaRPr lang="en-US"/>
          </a:p>
        </p:txBody>
      </p:sp>
    </p:spTree>
    <p:extLst>
      <p:ext uri="{BB962C8B-B14F-4D97-AF65-F5344CB8AC3E}">
        <p14:creationId xmlns:p14="http://schemas.microsoft.com/office/powerpoint/2010/main" val="38632025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Rate of Percent Increase</a:t>
            </a:r>
          </a:p>
        </p:txBody>
      </p:sp>
      <p:sp>
        <p:nvSpPr>
          <p:cNvPr id="3" name="Content Placeholder 2"/>
          <p:cNvSpPr>
            <a:spLocks noGrp="1"/>
          </p:cNvSpPr>
          <p:nvPr>
            <p:ph sz="quarter" idx="11"/>
          </p:nvPr>
        </p:nvSpPr>
        <p:spPr>
          <a:xfrm>
            <a:off x="342900" y="1276710"/>
            <a:ext cx="8458200" cy="1205233"/>
          </a:xfrm>
        </p:spPr>
        <p:txBody>
          <a:bodyPr/>
          <a:lstStyle/>
          <a:p>
            <a:r>
              <a:rPr lang="en-US" sz="1800" dirty="0"/>
              <a:t>Sheila Leary went to her local supermarket and bought a bag of M&amp;M’S</a:t>
            </a:r>
            <a:r>
              <a:rPr lang="en-US" sz="1800" baseline="30000" dirty="0"/>
              <a:t>®</a:t>
            </a:r>
            <a:r>
              <a:rPr lang="en-US" sz="1800" dirty="0"/>
              <a:t>. The bag gave its weight as 18.40 ounces, which was 15% more than a regular 1-pound bag of M&amp;M’S</a:t>
            </a:r>
            <a:r>
              <a:rPr lang="en-US" sz="1800" baseline="30000" dirty="0"/>
              <a:t>®</a:t>
            </a:r>
            <a:r>
              <a:rPr lang="en-US" sz="1800" dirty="0"/>
              <a:t>. Sheila, who is a careful shopper, wanted to check and see if she was actually getting a 15% increase.</a:t>
            </a:r>
          </a:p>
        </p:txBody>
      </p:sp>
      <p:sp>
        <p:nvSpPr>
          <p:cNvPr id="4" name="Content Placeholder 3"/>
          <p:cNvSpPr>
            <a:spLocks noGrp="1"/>
          </p:cNvSpPr>
          <p:nvPr>
            <p:ph sz="quarter" idx="14"/>
          </p:nvPr>
        </p:nvSpPr>
        <p:spPr>
          <a:xfrm>
            <a:off x="342900" y="2554513"/>
            <a:ext cx="3024414" cy="377375"/>
          </a:xfrm>
        </p:spPr>
        <p:txBody>
          <a:bodyPr/>
          <a:lstStyle/>
          <a:p>
            <a:r>
              <a:rPr lang="en-US" sz="1800" b="1" dirty="0"/>
              <a:t>Steps to solving problem</a:t>
            </a:r>
          </a:p>
        </p:txBody>
      </p:sp>
      <p:sp>
        <p:nvSpPr>
          <p:cNvPr id="5" name="Content Placeholder 4"/>
          <p:cNvSpPr>
            <a:spLocks noGrp="1"/>
          </p:cNvSpPr>
          <p:nvPr>
            <p:ph sz="quarter" idx="15"/>
          </p:nvPr>
        </p:nvSpPr>
        <p:spPr>
          <a:xfrm>
            <a:off x="342900" y="3017060"/>
            <a:ext cx="2763157" cy="408311"/>
          </a:xfrm>
        </p:spPr>
        <p:txBody>
          <a:bodyPr/>
          <a:lstStyle/>
          <a:p>
            <a:pPr marL="402336" indent="-402336">
              <a:buFont typeface="+mj-lt"/>
              <a:buAutoNum type="arabicPeriod"/>
            </a:pPr>
            <a:r>
              <a:rPr lang="en-US" sz="1800" dirty="0"/>
              <a:t>Set up the formula.</a:t>
            </a:r>
          </a:p>
        </p:txBody>
      </p:sp>
      <p:sp>
        <p:nvSpPr>
          <p:cNvPr id="6" name="Content Placeholder 5"/>
          <p:cNvSpPr>
            <a:spLocks noGrp="1"/>
          </p:cNvSpPr>
          <p:nvPr>
            <p:ph sz="quarter" idx="16"/>
          </p:nvPr>
        </p:nvSpPr>
        <p:spPr>
          <a:xfrm>
            <a:off x="4107540" y="2959005"/>
            <a:ext cx="2757715" cy="800196"/>
          </a:xfrm>
        </p:spPr>
        <p:txBody>
          <a:bodyPr/>
          <a:lstStyle/>
          <a:p>
            <a:r>
              <a:rPr lang="en-US" sz="1800" dirty="0"/>
              <a:t>Rate × Base = Portion</a:t>
            </a:r>
          </a:p>
          <a:p>
            <a:r>
              <a:rPr lang="en-US" sz="1800" i="1" dirty="0"/>
              <a:t>R × B = P</a:t>
            </a:r>
          </a:p>
        </p:txBody>
      </p:sp>
      <p:sp>
        <p:nvSpPr>
          <p:cNvPr id="7" name="Content Placeholder 6"/>
          <p:cNvSpPr>
            <a:spLocks noGrp="1"/>
          </p:cNvSpPr>
          <p:nvPr>
            <p:ph sz="quarter" idx="17"/>
          </p:nvPr>
        </p:nvSpPr>
        <p:spPr>
          <a:xfrm>
            <a:off x="342900" y="3831770"/>
            <a:ext cx="2458357" cy="377371"/>
          </a:xfrm>
        </p:spPr>
        <p:txBody>
          <a:bodyPr/>
          <a:lstStyle/>
          <a:p>
            <a:pPr marL="402336" indent="-402336">
              <a:buFont typeface="+mj-lt"/>
              <a:buAutoNum type="arabicPeriod" startAt="2"/>
            </a:pPr>
            <a:r>
              <a:rPr lang="en-US" sz="1800" dirty="0"/>
              <a:t>Calculate the rate.</a:t>
            </a:r>
          </a:p>
        </p:txBody>
      </p:sp>
      <p:graphicFrame>
        <p:nvGraphicFramePr>
          <p:cNvPr id="18" name="Object 17"/>
          <p:cNvGraphicFramePr>
            <a:graphicFrameLocks noChangeAspect="1"/>
          </p:cNvGraphicFramePr>
          <p:nvPr>
            <p:extLst>
              <p:ext uri="{D42A27DB-BD31-4B8C-83A1-F6EECF244321}">
                <p14:modId xmlns:p14="http://schemas.microsoft.com/office/powerpoint/2010/main" val="2902382815"/>
              </p:ext>
            </p:extLst>
          </p:nvPr>
        </p:nvGraphicFramePr>
        <p:xfrm>
          <a:off x="4162286" y="3827038"/>
          <a:ext cx="2415992" cy="271183"/>
        </p:xfrm>
        <a:graphic>
          <a:graphicData uri="http://schemas.openxmlformats.org/presentationml/2006/ole">
            <mc:AlternateContent xmlns:mc="http://schemas.openxmlformats.org/markup-compatibility/2006">
              <mc:Choice xmlns:v="urn:schemas-microsoft-com:vml" Requires="v">
                <p:oleObj spid="_x0000_s5192" name="Equation" r:id="rId3" imgW="2489040" imgH="279360" progId="Equation.DSMT4">
                  <p:embed/>
                </p:oleObj>
              </mc:Choice>
              <mc:Fallback>
                <p:oleObj name="Equation" r:id="rId3" imgW="2489040" imgH="279360" progId="Equation.DSMT4">
                  <p:embed/>
                  <p:pic>
                    <p:nvPicPr>
                      <p:cNvPr id="0" name=""/>
                      <p:cNvPicPr/>
                      <p:nvPr/>
                    </p:nvPicPr>
                    <p:blipFill>
                      <a:blip r:embed="rId4"/>
                      <a:stretch>
                        <a:fillRect/>
                      </a:stretch>
                    </p:blipFill>
                    <p:spPr>
                      <a:xfrm>
                        <a:off x="4162286" y="3827038"/>
                        <a:ext cx="2415992" cy="271183"/>
                      </a:xfrm>
                      <a:prstGeom prst="rect">
                        <a:avLst/>
                      </a:prstGeom>
                    </p:spPr>
                  </p:pic>
                </p:oleObj>
              </mc:Fallback>
            </mc:AlternateContent>
          </a:graphicData>
        </a:graphic>
      </p:graphicFrame>
      <p:graphicFrame>
        <p:nvGraphicFramePr>
          <p:cNvPr id="19" name="Object 18"/>
          <p:cNvGraphicFramePr>
            <a:graphicFrameLocks noChangeAspect="1"/>
          </p:cNvGraphicFramePr>
          <p:nvPr>
            <p:extLst>
              <p:ext uri="{D42A27DB-BD31-4B8C-83A1-F6EECF244321}">
                <p14:modId xmlns:p14="http://schemas.microsoft.com/office/powerpoint/2010/main" val="2706595349"/>
              </p:ext>
            </p:extLst>
          </p:nvPr>
        </p:nvGraphicFramePr>
        <p:xfrm>
          <a:off x="4125682" y="4174597"/>
          <a:ext cx="1473200" cy="228600"/>
        </p:xfrm>
        <a:graphic>
          <a:graphicData uri="http://schemas.openxmlformats.org/presentationml/2006/ole">
            <mc:AlternateContent xmlns:mc="http://schemas.openxmlformats.org/markup-compatibility/2006">
              <mc:Choice xmlns:v="urn:schemas-microsoft-com:vml" Requires="v">
                <p:oleObj spid="_x0000_s5193" name="Equation" r:id="rId5" imgW="1473120" imgH="228600" progId="Equation.DSMT4">
                  <p:embed/>
                </p:oleObj>
              </mc:Choice>
              <mc:Fallback>
                <p:oleObj name="Equation" r:id="rId5" imgW="1473120" imgH="228600" progId="Equation.DSMT4">
                  <p:embed/>
                  <p:pic>
                    <p:nvPicPr>
                      <p:cNvPr id="0" name=""/>
                      <p:cNvPicPr/>
                      <p:nvPr/>
                    </p:nvPicPr>
                    <p:blipFill>
                      <a:blip r:embed="rId6"/>
                      <a:stretch>
                        <a:fillRect/>
                      </a:stretch>
                    </p:blipFill>
                    <p:spPr>
                      <a:xfrm>
                        <a:off x="4125682" y="4174597"/>
                        <a:ext cx="1473200" cy="228600"/>
                      </a:xfrm>
                      <a:prstGeom prst="rect">
                        <a:avLst/>
                      </a:prstGeom>
                    </p:spPr>
                  </p:pic>
                </p:oleObj>
              </mc:Fallback>
            </mc:AlternateContent>
          </a:graphicData>
        </a:graphic>
      </p:graphicFrame>
      <p:pic>
        <p:nvPicPr>
          <p:cNvPr id="24" name="Picture 23" descr="Rate equals point 1 5 or 15 percent increase. The decimal point is shifted two places to the right."/>
          <p:cNvPicPr>
            <a:picLocks noChangeAspect="1"/>
          </p:cNvPicPr>
          <p:nvPr/>
        </p:nvPicPr>
        <p:blipFill>
          <a:blip r:embed="rId7"/>
          <a:stretch>
            <a:fillRect/>
          </a:stretch>
        </p:blipFill>
        <p:spPr>
          <a:xfrm>
            <a:off x="709779" y="4385463"/>
            <a:ext cx="2615411" cy="670618"/>
          </a:xfrm>
          <a:prstGeom prst="rect">
            <a:avLst/>
          </a:prstGeom>
        </p:spPr>
      </p:pic>
      <p:graphicFrame>
        <p:nvGraphicFramePr>
          <p:cNvPr id="20" name="Object 19"/>
          <p:cNvGraphicFramePr>
            <a:graphicFrameLocks noChangeAspect="1"/>
          </p:cNvGraphicFramePr>
          <p:nvPr>
            <p:extLst>
              <p:ext uri="{D42A27DB-BD31-4B8C-83A1-F6EECF244321}">
                <p14:modId xmlns:p14="http://schemas.microsoft.com/office/powerpoint/2010/main" val="724206321"/>
              </p:ext>
            </p:extLst>
          </p:nvPr>
        </p:nvGraphicFramePr>
        <p:xfrm>
          <a:off x="4078802" y="4482448"/>
          <a:ext cx="1574222" cy="606368"/>
        </p:xfrm>
        <a:graphic>
          <a:graphicData uri="http://schemas.openxmlformats.org/presentationml/2006/ole">
            <mc:AlternateContent xmlns:mc="http://schemas.openxmlformats.org/markup-compatibility/2006">
              <mc:Choice xmlns:v="urn:schemas-microsoft-com:vml" Requires="v">
                <p:oleObj spid="_x0000_s5194" name="Equation" r:id="rId8" imgW="1714320" imgH="660240" progId="Equation.DSMT4">
                  <p:embed/>
                </p:oleObj>
              </mc:Choice>
              <mc:Fallback>
                <p:oleObj name="Equation" r:id="rId8" imgW="1714320" imgH="660240" progId="Equation.DSMT4">
                  <p:embed/>
                  <p:pic>
                    <p:nvPicPr>
                      <p:cNvPr id="0" name=""/>
                      <p:cNvPicPr/>
                      <p:nvPr/>
                    </p:nvPicPr>
                    <p:blipFill>
                      <a:blip r:embed="rId9"/>
                      <a:stretch>
                        <a:fillRect/>
                      </a:stretch>
                    </p:blipFill>
                    <p:spPr>
                      <a:xfrm>
                        <a:off x="4078802" y="4482448"/>
                        <a:ext cx="1574222" cy="606368"/>
                      </a:xfrm>
                      <a:prstGeom prst="rect">
                        <a:avLst/>
                      </a:prstGeom>
                    </p:spPr>
                  </p:pic>
                </p:oleObj>
              </mc:Fallback>
            </mc:AlternateContent>
          </a:graphicData>
        </a:graphic>
      </p:graphicFrame>
      <p:sp>
        <p:nvSpPr>
          <p:cNvPr id="8" name="Content Placeholder 7"/>
          <p:cNvSpPr>
            <a:spLocks noGrp="1"/>
          </p:cNvSpPr>
          <p:nvPr>
            <p:ph sz="quarter" idx="18"/>
          </p:nvPr>
        </p:nvSpPr>
        <p:spPr>
          <a:xfrm>
            <a:off x="342900" y="5152119"/>
            <a:ext cx="8191500" cy="363311"/>
          </a:xfrm>
        </p:spPr>
        <p:txBody>
          <a:bodyPr/>
          <a:lstStyle/>
          <a:p>
            <a:r>
              <a:rPr lang="en-US" sz="1800" dirty="0"/>
              <a:t>The new weight of the bag of M&amp;M'S</a:t>
            </a:r>
            <a:r>
              <a:rPr lang="en-US" sz="1800" baseline="30000" dirty="0"/>
              <a:t>®</a:t>
            </a:r>
            <a:r>
              <a:rPr lang="en-US" sz="1800" dirty="0"/>
              <a:t> is really 115% of the old weight:</a:t>
            </a:r>
          </a:p>
        </p:txBody>
      </p:sp>
      <p:graphicFrame>
        <p:nvGraphicFramePr>
          <p:cNvPr id="21" name="Object 20"/>
          <p:cNvGraphicFramePr>
            <a:graphicFrameLocks noChangeAspect="1"/>
          </p:cNvGraphicFramePr>
          <p:nvPr>
            <p:extLst>
              <p:ext uri="{D42A27DB-BD31-4B8C-83A1-F6EECF244321}">
                <p14:modId xmlns:p14="http://schemas.microsoft.com/office/powerpoint/2010/main" val="3901461225"/>
              </p:ext>
            </p:extLst>
          </p:nvPr>
        </p:nvGraphicFramePr>
        <p:xfrm>
          <a:off x="4105727" y="5618391"/>
          <a:ext cx="1752600" cy="279400"/>
        </p:xfrm>
        <a:graphic>
          <a:graphicData uri="http://schemas.openxmlformats.org/presentationml/2006/ole">
            <mc:AlternateContent xmlns:mc="http://schemas.openxmlformats.org/markup-compatibility/2006">
              <mc:Choice xmlns:v="urn:schemas-microsoft-com:vml" Requires="v">
                <p:oleObj spid="_x0000_s5195" name="Equation" r:id="rId10" imgW="1752480" imgH="279360" progId="Equation.DSMT4">
                  <p:embed/>
                </p:oleObj>
              </mc:Choice>
              <mc:Fallback>
                <p:oleObj name="Equation" r:id="rId10" imgW="1752480" imgH="279360" progId="Equation.DSMT4">
                  <p:embed/>
                  <p:pic>
                    <p:nvPicPr>
                      <p:cNvPr id="0" name=""/>
                      <p:cNvPicPr/>
                      <p:nvPr/>
                    </p:nvPicPr>
                    <p:blipFill>
                      <a:blip r:embed="rId11"/>
                      <a:stretch>
                        <a:fillRect/>
                      </a:stretch>
                    </p:blipFill>
                    <p:spPr>
                      <a:xfrm>
                        <a:off x="4105727" y="5618391"/>
                        <a:ext cx="1752600" cy="279400"/>
                      </a:xfrm>
                      <a:prstGeom prst="rect">
                        <a:avLst/>
                      </a:prstGeom>
                    </p:spPr>
                  </p:pic>
                </p:oleObj>
              </mc:Fallback>
            </mc:AlternateContent>
          </a:graphicData>
        </a:graphic>
      </p:graphicFrame>
      <p:graphicFrame>
        <p:nvGraphicFramePr>
          <p:cNvPr id="22" name="Object 21"/>
          <p:cNvGraphicFramePr>
            <a:graphicFrameLocks noChangeAspect="1"/>
          </p:cNvGraphicFramePr>
          <p:nvPr>
            <p:extLst>
              <p:ext uri="{D42A27DB-BD31-4B8C-83A1-F6EECF244321}">
                <p14:modId xmlns:p14="http://schemas.microsoft.com/office/powerpoint/2010/main" val="1464981866"/>
              </p:ext>
            </p:extLst>
          </p:nvPr>
        </p:nvGraphicFramePr>
        <p:xfrm>
          <a:off x="4071005" y="5972533"/>
          <a:ext cx="2489703" cy="616139"/>
        </p:xfrm>
        <a:graphic>
          <a:graphicData uri="http://schemas.openxmlformats.org/presentationml/2006/ole">
            <mc:AlternateContent xmlns:mc="http://schemas.openxmlformats.org/markup-compatibility/2006">
              <mc:Choice xmlns:v="urn:schemas-microsoft-com:vml" Requires="v">
                <p:oleObj spid="_x0000_s5196" name="Equation" r:id="rId12" imgW="2514600" imgH="622080" progId="Equation.DSMT4">
                  <p:embed/>
                </p:oleObj>
              </mc:Choice>
              <mc:Fallback>
                <p:oleObj name="Equation" r:id="rId12" imgW="2514600" imgH="622080" progId="Equation.DSMT4">
                  <p:embed/>
                  <p:pic>
                    <p:nvPicPr>
                      <p:cNvPr id="0" name=""/>
                      <p:cNvPicPr/>
                      <p:nvPr/>
                    </p:nvPicPr>
                    <p:blipFill>
                      <a:blip r:embed="rId13"/>
                      <a:stretch>
                        <a:fillRect/>
                      </a:stretch>
                    </p:blipFill>
                    <p:spPr>
                      <a:xfrm>
                        <a:off x="4071005" y="5972533"/>
                        <a:ext cx="2489703" cy="616139"/>
                      </a:xfrm>
                      <a:prstGeom prst="rect">
                        <a:avLst/>
                      </a:prstGeom>
                    </p:spPr>
                  </p:pic>
                </p:oleObj>
              </mc:Fallback>
            </mc:AlternateContent>
          </a:graphicData>
        </a:graphic>
      </p:graphicFrame>
      <p:sp>
        <p:nvSpPr>
          <p:cNvPr id="17" name="Slide Number Placeholder 16"/>
          <p:cNvSpPr>
            <a:spLocks noGrp="1"/>
          </p:cNvSpPr>
          <p:nvPr>
            <p:ph type="sldNum" sz="quarter" idx="10"/>
          </p:nvPr>
        </p:nvSpPr>
        <p:spPr/>
        <p:txBody>
          <a:bodyPr/>
          <a:lstStyle/>
          <a:p>
            <a:fld id="{68151E55-6873-49E2-B8D5-2F265E6F1973}" type="slidenum">
              <a:rPr lang="en-US" smtClean="0"/>
              <a:t>16</a:t>
            </a:fld>
            <a:endParaRPr lang="en-US"/>
          </a:p>
        </p:txBody>
      </p:sp>
    </p:spTree>
    <p:extLst>
      <p:ext uri="{BB962C8B-B14F-4D97-AF65-F5344CB8AC3E}">
        <p14:creationId xmlns:p14="http://schemas.microsoft.com/office/powerpoint/2010/main" val="31428888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Rate of Percent Decrease</a:t>
            </a:r>
          </a:p>
        </p:txBody>
      </p:sp>
      <p:sp>
        <p:nvSpPr>
          <p:cNvPr id="3" name="Content Placeholder 2"/>
          <p:cNvSpPr>
            <a:spLocks noGrp="1"/>
          </p:cNvSpPr>
          <p:nvPr>
            <p:ph sz="quarter" idx="11"/>
          </p:nvPr>
        </p:nvSpPr>
        <p:spPr>
          <a:xfrm>
            <a:off x="342900" y="1276710"/>
            <a:ext cx="8458200" cy="929461"/>
          </a:xfrm>
        </p:spPr>
        <p:txBody>
          <a:bodyPr/>
          <a:lstStyle/>
          <a:p>
            <a:r>
              <a:rPr lang="en-US" sz="1800" dirty="0"/>
              <a:t>The increase in the price of sugar caused the M&amp;M/Mars company to decrease the weight of each 1-pound bag of M&amp;M’S® to 12 ounces. What is the rate of percent decrease?</a:t>
            </a:r>
          </a:p>
        </p:txBody>
      </p:sp>
      <p:sp>
        <p:nvSpPr>
          <p:cNvPr id="4" name="Content Placeholder 3"/>
          <p:cNvSpPr>
            <a:spLocks noGrp="1"/>
          </p:cNvSpPr>
          <p:nvPr>
            <p:ph sz="quarter" idx="14"/>
          </p:nvPr>
        </p:nvSpPr>
        <p:spPr>
          <a:xfrm>
            <a:off x="342900" y="2278741"/>
            <a:ext cx="3024414" cy="377375"/>
          </a:xfrm>
        </p:spPr>
        <p:txBody>
          <a:bodyPr/>
          <a:lstStyle/>
          <a:p>
            <a:r>
              <a:rPr lang="en-US" sz="1800" b="1" dirty="0"/>
              <a:t>Steps to solving problem</a:t>
            </a:r>
          </a:p>
        </p:txBody>
      </p:sp>
      <p:sp>
        <p:nvSpPr>
          <p:cNvPr id="5" name="Content Placeholder 4"/>
          <p:cNvSpPr>
            <a:spLocks noGrp="1"/>
          </p:cNvSpPr>
          <p:nvPr>
            <p:ph sz="quarter" idx="15"/>
          </p:nvPr>
        </p:nvSpPr>
        <p:spPr>
          <a:xfrm>
            <a:off x="342900" y="2741288"/>
            <a:ext cx="2763157" cy="408311"/>
          </a:xfrm>
        </p:spPr>
        <p:txBody>
          <a:bodyPr/>
          <a:lstStyle/>
          <a:p>
            <a:pPr marL="402336" indent="-402336">
              <a:buFont typeface="+mj-lt"/>
              <a:buAutoNum type="arabicPeriod"/>
            </a:pPr>
            <a:r>
              <a:rPr lang="en-US" sz="1800" dirty="0"/>
              <a:t>Set up the formula.</a:t>
            </a:r>
          </a:p>
        </p:txBody>
      </p:sp>
      <p:sp>
        <p:nvSpPr>
          <p:cNvPr id="6" name="Content Placeholder 5"/>
          <p:cNvSpPr>
            <a:spLocks noGrp="1"/>
          </p:cNvSpPr>
          <p:nvPr>
            <p:ph sz="quarter" idx="16"/>
          </p:nvPr>
        </p:nvSpPr>
        <p:spPr>
          <a:xfrm>
            <a:off x="4107540" y="2567120"/>
            <a:ext cx="2757715" cy="800196"/>
          </a:xfrm>
        </p:spPr>
        <p:txBody>
          <a:bodyPr/>
          <a:lstStyle/>
          <a:p>
            <a:r>
              <a:rPr lang="en-US" sz="1800" dirty="0"/>
              <a:t>Rate × Base = Portion</a:t>
            </a:r>
          </a:p>
          <a:p>
            <a:r>
              <a:rPr lang="en-US" sz="1800" i="1" dirty="0"/>
              <a:t>R × B = P</a:t>
            </a:r>
          </a:p>
        </p:txBody>
      </p:sp>
      <p:sp>
        <p:nvSpPr>
          <p:cNvPr id="7" name="Content Placeholder 6"/>
          <p:cNvSpPr>
            <a:spLocks noGrp="1"/>
          </p:cNvSpPr>
          <p:nvPr>
            <p:ph sz="quarter" idx="17"/>
          </p:nvPr>
        </p:nvSpPr>
        <p:spPr>
          <a:xfrm>
            <a:off x="342900" y="3541485"/>
            <a:ext cx="2458357" cy="377371"/>
          </a:xfrm>
        </p:spPr>
        <p:txBody>
          <a:bodyPr/>
          <a:lstStyle/>
          <a:p>
            <a:pPr marL="402336" indent="-402336">
              <a:buFont typeface="+mj-lt"/>
              <a:buAutoNum type="arabicPeriod" startAt="2"/>
            </a:pPr>
            <a:r>
              <a:rPr lang="en-US" sz="1800" dirty="0"/>
              <a:t>Calculate the rate.</a:t>
            </a:r>
          </a:p>
        </p:txBody>
      </p:sp>
      <p:graphicFrame>
        <p:nvGraphicFramePr>
          <p:cNvPr id="18" name="Object 17"/>
          <p:cNvGraphicFramePr>
            <a:graphicFrameLocks noChangeAspect="1"/>
          </p:cNvGraphicFramePr>
          <p:nvPr>
            <p:extLst>
              <p:ext uri="{D42A27DB-BD31-4B8C-83A1-F6EECF244321}">
                <p14:modId xmlns:p14="http://schemas.microsoft.com/office/powerpoint/2010/main" val="2207220768"/>
              </p:ext>
            </p:extLst>
          </p:nvPr>
        </p:nvGraphicFramePr>
        <p:xfrm>
          <a:off x="4162286" y="3464180"/>
          <a:ext cx="2415992" cy="271183"/>
        </p:xfrm>
        <a:graphic>
          <a:graphicData uri="http://schemas.openxmlformats.org/presentationml/2006/ole">
            <mc:AlternateContent xmlns:mc="http://schemas.openxmlformats.org/markup-compatibility/2006">
              <mc:Choice xmlns:v="urn:schemas-microsoft-com:vml" Requires="v">
                <p:oleObj spid="_x0000_s6230" name="Equation" r:id="rId3" imgW="2489040" imgH="279360" progId="Equation.DSMT4">
                  <p:embed/>
                </p:oleObj>
              </mc:Choice>
              <mc:Fallback>
                <p:oleObj name="Equation" r:id="rId3" imgW="2489040" imgH="279360" progId="Equation.DSMT4">
                  <p:embed/>
                  <p:pic>
                    <p:nvPicPr>
                      <p:cNvPr id="18" name="Object 17"/>
                      <p:cNvPicPr/>
                      <p:nvPr/>
                    </p:nvPicPr>
                    <p:blipFill>
                      <a:blip r:embed="rId4"/>
                      <a:stretch>
                        <a:fillRect/>
                      </a:stretch>
                    </p:blipFill>
                    <p:spPr>
                      <a:xfrm>
                        <a:off x="4162286" y="3464180"/>
                        <a:ext cx="2415992" cy="271183"/>
                      </a:xfrm>
                      <a:prstGeom prst="rect">
                        <a:avLst/>
                      </a:prstGeom>
                    </p:spPr>
                  </p:pic>
                </p:oleObj>
              </mc:Fallback>
            </mc:AlternateContent>
          </a:graphicData>
        </a:graphic>
      </p:graphicFrame>
      <p:graphicFrame>
        <p:nvGraphicFramePr>
          <p:cNvPr id="19" name="Object 18"/>
          <p:cNvGraphicFramePr>
            <a:graphicFrameLocks noChangeAspect="1"/>
          </p:cNvGraphicFramePr>
          <p:nvPr>
            <p:extLst>
              <p:ext uri="{D42A27DB-BD31-4B8C-83A1-F6EECF244321}">
                <p14:modId xmlns:p14="http://schemas.microsoft.com/office/powerpoint/2010/main" val="320805701"/>
              </p:ext>
            </p:extLst>
          </p:nvPr>
        </p:nvGraphicFramePr>
        <p:xfrm>
          <a:off x="4168933" y="3838472"/>
          <a:ext cx="1502811" cy="233195"/>
        </p:xfrm>
        <a:graphic>
          <a:graphicData uri="http://schemas.openxmlformats.org/presentationml/2006/ole">
            <mc:AlternateContent xmlns:mc="http://schemas.openxmlformats.org/markup-compatibility/2006">
              <mc:Choice xmlns:v="urn:schemas-microsoft-com:vml" Requires="v">
                <p:oleObj spid="_x0000_s6231" name="Equation" r:id="rId5" imgW="1473120" imgH="228600" progId="Equation.DSMT4">
                  <p:embed/>
                </p:oleObj>
              </mc:Choice>
              <mc:Fallback>
                <p:oleObj name="Equation" r:id="rId5" imgW="1473120" imgH="228600" progId="Equation.DSMT4">
                  <p:embed/>
                  <p:pic>
                    <p:nvPicPr>
                      <p:cNvPr id="19" name="Object 18"/>
                      <p:cNvPicPr/>
                      <p:nvPr/>
                    </p:nvPicPr>
                    <p:blipFill>
                      <a:blip r:embed="rId6"/>
                      <a:stretch>
                        <a:fillRect/>
                      </a:stretch>
                    </p:blipFill>
                    <p:spPr>
                      <a:xfrm>
                        <a:off x="4168933" y="3838472"/>
                        <a:ext cx="1502811" cy="233195"/>
                      </a:xfrm>
                      <a:prstGeom prst="rect">
                        <a:avLst/>
                      </a:prstGeom>
                    </p:spPr>
                  </p:pic>
                </p:oleObj>
              </mc:Fallback>
            </mc:AlternateContent>
          </a:graphicData>
        </a:graphic>
      </p:graphicFrame>
      <p:pic>
        <p:nvPicPr>
          <p:cNvPr id="11" name="Picture 10" descr="Rate equals point 2 5 or 25 percent decrease. The decimal point is shifted two places to the right."/>
          <p:cNvPicPr>
            <a:picLocks noChangeAspect="1"/>
          </p:cNvPicPr>
          <p:nvPr/>
        </p:nvPicPr>
        <p:blipFill>
          <a:blip r:embed="rId7"/>
          <a:stretch>
            <a:fillRect/>
          </a:stretch>
        </p:blipFill>
        <p:spPr>
          <a:xfrm>
            <a:off x="518466" y="4309983"/>
            <a:ext cx="2969009" cy="792549"/>
          </a:xfrm>
          <a:prstGeom prst="rect">
            <a:avLst/>
          </a:prstGeom>
        </p:spPr>
      </p:pic>
      <p:graphicFrame>
        <p:nvGraphicFramePr>
          <p:cNvPr id="20" name="Object 19"/>
          <p:cNvGraphicFramePr>
            <a:graphicFrameLocks noChangeAspect="1"/>
          </p:cNvGraphicFramePr>
          <p:nvPr>
            <p:extLst>
              <p:ext uri="{D42A27DB-BD31-4B8C-83A1-F6EECF244321}">
                <p14:modId xmlns:p14="http://schemas.microsoft.com/office/powerpoint/2010/main" val="150635540"/>
              </p:ext>
            </p:extLst>
          </p:nvPr>
        </p:nvGraphicFramePr>
        <p:xfrm>
          <a:off x="4165886" y="4206678"/>
          <a:ext cx="1574222" cy="606368"/>
        </p:xfrm>
        <a:graphic>
          <a:graphicData uri="http://schemas.openxmlformats.org/presentationml/2006/ole">
            <mc:AlternateContent xmlns:mc="http://schemas.openxmlformats.org/markup-compatibility/2006">
              <mc:Choice xmlns:v="urn:schemas-microsoft-com:vml" Requires="v">
                <p:oleObj spid="_x0000_s6232" name="Equation" r:id="rId8" imgW="1714320" imgH="660240" progId="Equation.DSMT4">
                  <p:embed/>
                </p:oleObj>
              </mc:Choice>
              <mc:Fallback>
                <p:oleObj name="Equation" r:id="rId8" imgW="1714320" imgH="660240" progId="Equation.DSMT4">
                  <p:embed/>
                  <p:pic>
                    <p:nvPicPr>
                      <p:cNvPr id="20" name="Object 19"/>
                      <p:cNvPicPr/>
                      <p:nvPr/>
                    </p:nvPicPr>
                    <p:blipFill>
                      <a:blip r:embed="rId9"/>
                      <a:stretch>
                        <a:fillRect/>
                      </a:stretch>
                    </p:blipFill>
                    <p:spPr>
                      <a:xfrm>
                        <a:off x="4165886" y="4206678"/>
                        <a:ext cx="1574222" cy="606368"/>
                      </a:xfrm>
                      <a:prstGeom prst="rect">
                        <a:avLst/>
                      </a:prstGeom>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3531205968"/>
              </p:ext>
            </p:extLst>
          </p:nvPr>
        </p:nvGraphicFramePr>
        <p:xfrm>
          <a:off x="4216402" y="4852083"/>
          <a:ext cx="1473200" cy="241300"/>
        </p:xfrm>
        <a:graphic>
          <a:graphicData uri="http://schemas.openxmlformats.org/presentationml/2006/ole">
            <mc:AlternateContent xmlns:mc="http://schemas.openxmlformats.org/markup-compatibility/2006">
              <mc:Choice xmlns:v="urn:schemas-microsoft-com:vml" Requires="v">
                <p:oleObj spid="_x0000_s6233" name="Equation" r:id="rId10" imgW="1473120" imgH="241200" progId="Equation.DSMT4">
                  <p:embed/>
                </p:oleObj>
              </mc:Choice>
              <mc:Fallback>
                <p:oleObj name="Equation" r:id="rId10" imgW="1473120" imgH="241200" progId="Equation.DSMT4">
                  <p:embed/>
                  <p:pic>
                    <p:nvPicPr>
                      <p:cNvPr id="0" name=""/>
                      <p:cNvPicPr/>
                      <p:nvPr/>
                    </p:nvPicPr>
                    <p:blipFill>
                      <a:blip r:embed="rId11"/>
                      <a:stretch>
                        <a:fillRect/>
                      </a:stretch>
                    </p:blipFill>
                    <p:spPr>
                      <a:xfrm>
                        <a:off x="4216402" y="4852083"/>
                        <a:ext cx="1473200" cy="241300"/>
                      </a:xfrm>
                      <a:prstGeom prst="rect">
                        <a:avLst/>
                      </a:prstGeom>
                    </p:spPr>
                  </p:pic>
                </p:oleObj>
              </mc:Fallback>
            </mc:AlternateContent>
          </a:graphicData>
        </a:graphic>
      </p:graphicFrame>
      <p:sp>
        <p:nvSpPr>
          <p:cNvPr id="8" name="Content Placeholder 7"/>
          <p:cNvSpPr>
            <a:spLocks noGrp="1"/>
          </p:cNvSpPr>
          <p:nvPr>
            <p:ph sz="quarter" idx="18"/>
          </p:nvPr>
        </p:nvSpPr>
        <p:spPr>
          <a:xfrm>
            <a:off x="342900" y="5166633"/>
            <a:ext cx="8191500" cy="363311"/>
          </a:xfrm>
        </p:spPr>
        <p:txBody>
          <a:bodyPr/>
          <a:lstStyle/>
          <a:p>
            <a:r>
              <a:rPr lang="en-US" sz="1800" dirty="0"/>
              <a:t>The new weight of the bag of M&amp;M'S</a:t>
            </a:r>
            <a:r>
              <a:rPr lang="en-US" sz="1800" baseline="30000" dirty="0"/>
              <a:t>®</a:t>
            </a:r>
            <a:r>
              <a:rPr lang="en-US" sz="1800" dirty="0"/>
              <a:t> is really 75% of the old weight:</a:t>
            </a:r>
          </a:p>
        </p:txBody>
      </p:sp>
      <p:graphicFrame>
        <p:nvGraphicFramePr>
          <p:cNvPr id="21" name="Object 20"/>
          <p:cNvGraphicFramePr>
            <a:graphicFrameLocks noChangeAspect="1"/>
          </p:cNvGraphicFramePr>
          <p:nvPr>
            <p:extLst>
              <p:ext uri="{D42A27DB-BD31-4B8C-83A1-F6EECF244321}">
                <p14:modId xmlns:p14="http://schemas.microsoft.com/office/powerpoint/2010/main" val="383084517"/>
              </p:ext>
            </p:extLst>
          </p:nvPr>
        </p:nvGraphicFramePr>
        <p:xfrm>
          <a:off x="4264025" y="5618163"/>
          <a:ext cx="1435100" cy="279400"/>
        </p:xfrm>
        <a:graphic>
          <a:graphicData uri="http://schemas.openxmlformats.org/presentationml/2006/ole">
            <mc:AlternateContent xmlns:mc="http://schemas.openxmlformats.org/markup-compatibility/2006">
              <mc:Choice xmlns:v="urn:schemas-microsoft-com:vml" Requires="v">
                <p:oleObj spid="_x0000_s6234" name="Equation" r:id="rId12" imgW="1434960" imgH="279360" progId="Equation.DSMT4">
                  <p:embed/>
                </p:oleObj>
              </mc:Choice>
              <mc:Fallback>
                <p:oleObj name="Equation" r:id="rId12" imgW="1434960" imgH="279360" progId="Equation.DSMT4">
                  <p:embed/>
                  <p:pic>
                    <p:nvPicPr>
                      <p:cNvPr id="21" name="Object 20"/>
                      <p:cNvPicPr/>
                      <p:nvPr/>
                    </p:nvPicPr>
                    <p:blipFill>
                      <a:blip r:embed="rId13"/>
                      <a:stretch>
                        <a:fillRect/>
                      </a:stretch>
                    </p:blipFill>
                    <p:spPr>
                      <a:xfrm>
                        <a:off x="4264025" y="5618163"/>
                        <a:ext cx="1435100" cy="279400"/>
                      </a:xfrm>
                      <a:prstGeom prst="rect">
                        <a:avLst/>
                      </a:prstGeom>
                    </p:spPr>
                  </p:pic>
                </p:oleObj>
              </mc:Fallback>
            </mc:AlternateContent>
          </a:graphicData>
        </a:graphic>
      </p:graphicFrame>
      <p:graphicFrame>
        <p:nvGraphicFramePr>
          <p:cNvPr id="22" name="Object 21"/>
          <p:cNvGraphicFramePr>
            <a:graphicFrameLocks noChangeAspect="1"/>
          </p:cNvGraphicFramePr>
          <p:nvPr>
            <p:extLst>
              <p:ext uri="{D42A27DB-BD31-4B8C-83A1-F6EECF244321}">
                <p14:modId xmlns:p14="http://schemas.microsoft.com/office/powerpoint/2010/main" val="2157932058"/>
              </p:ext>
            </p:extLst>
          </p:nvPr>
        </p:nvGraphicFramePr>
        <p:xfrm>
          <a:off x="4317999" y="5972175"/>
          <a:ext cx="1384300" cy="615950"/>
        </p:xfrm>
        <a:graphic>
          <a:graphicData uri="http://schemas.openxmlformats.org/presentationml/2006/ole">
            <mc:AlternateContent xmlns:mc="http://schemas.openxmlformats.org/markup-compatibility/2006">
              <mc:Choice xmlns:v="urn:schemas-microsoft-com:vml" Requires="v">
                <p:oleObj spid="_x0000_s6235" name="Equation" r:id="rId14" imgW="1396800" imgH="622080" progId="Equation.DSMT4">
                  <p:embed/>
                </p:oleObj>
              </mc:Choice>
              <mc:Fallback>
                <p:oleObj name="Equation" r:id="rId14" imgW="1396800" imgH="622080" progId="Equation.DSMT4">
                  <p:embed/>
                  <p:pic>
                    <p:nvPicPr>
                      <p:cNvPr id="22" name="Object 21"/>
                      <p:cNvPicPr/>
                      <p:nvPr/>
                    </p:nvPicPr>
                    <p:blipFill>
                      <a:blip r:embed="rId15"/>
                      <a:stretch>
                        <a:fillRect/>
                      </a:stretch>
                    </p:blipFill>
                    <p:spPr>
                      <a:xfrm>
                        <a:off x="4317999" y="5972175"/>
                        <a:ext cx="1384300" cy="615950"/>
                      </a:xfrm>
                      <a:prstGeom prst="rect">
                        <a:avLst/>
                      </a:prstGeom>
                    </p:spPr>
                  </p:pic>
                </p:oleObj>
              </mc:Fallback>
            </mc:AlternateContent>
          </a:graphicData>
        </a:graphic>
      </p:graphicFrame>
      <p:sp>
        <p:nvSpPr>
          <p:cNvPr id="17" name="Slide Number Placeholder 16"/>
          <p:cNvSpPr>
            <a:spLocks noGrp="1"/>
          </p:cNvSpPr>
          <p:nvPr>
            <p:ph type="sldNum" sz="quarter" idx="10"/>
          </p:nvPr>
        </p:nvSpPr>
        <p:spPr/>
        <p:txBody>
          <a:bodyPr/>
          <a:lstStyle/>
          <a:p>
            <a:fld id="{68151E55-6873-49E2-B8D5-2F265E6F1973}" type="slidenum">
              <a:rPr lang="en-US" smtClean="0"/>
              <a:t>17</a:t>
            </a:fld>
            <a:endParaRPr lang="en-US"/>
          </a:p>
        </p:txBody>
      </p:sp>
    </p:spTree>
    <p:extLst>
      <p:ext uri="{BB962C8B-B14F-4D97-AF65-F5344CB8AC3E}">
        <p14:creationId xmlns:p14="http://schemas.microsoft.com/office/powerpoint/2010/main" val="39992476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t>Textbook Problem 3-6</a:t>
            </a:r>
          </a:p>
        </p:txBody>
      </p:sp>
      <p:sp>
        <p:nvSpPr>
          <p:cNvPr id="3" name="Content Placeholder 2"/>
          <p:cNvSpPr>
            <a:spLocks noGrp="1"/>
          </p:cNvSpPr>
          <p:nvPr>
            <p:ph sz="quarter" idx="11"/>
          </p:nvPr>
        </p:nvSpPr>
        <p:spPr>
          <a:xfrm>
            <a:off x="342900" y="1276709"/>
            <a:ext cx="8458200" cy="948017"/>
          </a:xfrm>
        </p:spPr>
        <p:txBody>
          <a:bodyPr/>
          <a:lstStyle/>
          <a:p>
            <a:r>
              <a:rPr lang="en-US" b="1" i="1" dirty="0"/>
              <a:t>Problem Statement:</a:t>
            </a:r>
          </a:p>
          <a:p>
            <a:r>
              <a:rPr lang="en-US" dirty="0"/>
              <a:t>Convert the following decimal to percent: </a:t>
            </a:r>
            <a:r>
              <a:rPr lang="en-US" i="1" dirty="0"/>
              <a:t>L</a:t>
            </a:r>
            <a:r>
              <a:rPr lang="en-US" sz="100" i="1" dirty="0"/>
              <a:t> </a:t>
            </a:r>
            <a:r>
              <a:rPr lang="en-US" i="1" dirty="0"/>
              <a:t>U 3-1(1)</a:t>
            </a:r>
          </a:p>
        </p:txBody>
      </p:sp>
      <p:sp>
        <p:nvSpPr>
          <p:cNvPr id="4" name="Content Placeholder 3"/>
          <p:cNvSpPr>
            <a:spLocks noGrp="1"/>
          </p:cNvSpPr>
          <p:nvPr>
            <p:ph sz="quarter" idx="14"/>
          </p:nvPr>
        </p:nvSpPr>
        <p:spPr>
          <a:xfrm>
            <a:off x="2865749" y="2366129"/>
            <a:ext cx="999242" cy="461912"/>
          </a:xfrm>
        </p:spPr>
        <p:txBody>
          <a:bodyPr/>
          <a:lstStyle/>
          <a:p>
            <a:r>
              <a:rPr lang="en-IN" dirty="0"/>
              <a:t>6.006</a:t>
            </a:r>
          </a:p>
        </p:txBody>
      </p:sp>
      <p:sp>
        <p:nvSpPr>
          <p:cNvPr id="8" name="Content Placeholder 7"/>
          <p:cNvSpPr>
            <a:spLocks noGrp="1"/>
          </p:cNvSpPr>
          <p:nvPr>
            <p:ph sz="quarter" idx="15"/>
          </p:nvPr>
        </p:nvSpPr>
        <p:spPr>
          <a:xfrm>
            <a:off x="356750" y="2969445"/>
            <a:ext cx="8458200" cy="471339"/>
          </a:xfrm>
        </p:spPr>
        <p:txBody>
          <a:bodyPr/>
          <a:lstStyle/>
          <a:p>
            <a:r>
              <a:rPr lang="en-IN" b="1" i="1" dirty="0"/>
              <a:t>Solution:</a:t>
            </a:r>
          </a:p>
        </p:txBody>
      </p:sp>
      <p:pic>
        <p:nvPicPr>
          <p:cNvPr id="9" name="Picture 8" descr="Percent sign is added to 600.6 percent in which decimal point is shifted two places to the right."/>
          <p:cNvPicPr>
            <a:picLocks noChangeAspect="1"/>
          </p:cNvPicPr>
          <p:nvPr/>
        </p:nvPicPr>
        <p:blipFill>
          <a:blip r:embed="rId2"/>
          <a:stretch>
            <a:fillRect/>
          </a:stretch>
        </p:blipFill>
        <p:spPr>
          <a:xfrm>
            <a:off x="2387414" y="3738755"/>
            <a:ext cx="4029805" cy="719390"/>
          </a:xfrm>
          <a:prstGeom prst="rect">
            <a:avLst/>
          </a:prstGeom>
        </p:spPr>
      </p:pic>
      <p:sp>
        <p:nvSpPr>
          <p:cNvPr id="7" name="Slide Number Placeholder 6"/>
          <p:cNvSpPr>
            <a:spLocks noGrp="1"/>
          </p:cNvSpPr>
          <p:nvPr>
            <p:ph type="sldNum" sz="quarter" idx="10"/>
          </p:nvPr>
        </p:nvSpPr>
        <p:spPr/>
        <p:txBody>
          <a:bodyPr/>
          <a:lstStyle/>
          <a:p>
            <a:fld id="{68151E55-6873-49E2-B8D5-2F265E6F1973}" type="slidenum">
              <a:rPr lang="en-US" smtClean="0"/>
              <a:t>18</a:t>
            </a:fld>
            <a:endParaRPr lang="en-US"/>
          </a:p>
        </p:txBody>
      </p:sp>
    </p:spTree>
    <p:extLst>
      <p:ext uri="{BB962C8B-B14F-4D97-AF65-F5344CB8AC3E}">
        <p14:creationId xmlns:p14="http://schemas.microsoft.com/office/powerpoint/2010/main" val="22352887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t>Textbook Problem 3-11</a:t>
            </a:r>
          </a:p>
        </p:txBody>
      </p:sp>
      <p:sp>
        <p:nvSpPr>
          <p:cNvPr id="3" name="Content Placeholder 2"/>
          <p:cNvSpPr>
            <a:spLocks noGrp="1"/>
          </p:cNvSpPr>
          <p:nvPr>
            <p:ph sz="quarter" idx="11"/>
          </p:nvPr>
        </p:nvSpPr>
        <p:spPr>
          <a:xfrm>
            <a:off x="342900" y="1276709"/>
            <a:ext cx="8458200" cy="948017"/>
          </a:xfrm>
        </p:spPr>
        <p:txBody>
          <a:bodyPr/>
          <a:lstStyle/>
          <a:p>
            <a:r>
              <a:rPr lang="en-US" b="1" i="1" dirty="0"/>
              <a:t>Problem Statement:</a:t>
            </a:r>
          </a:p>
          <a:p>
            <a:r>
              <a:rPr lang="en-US" dirty="0"/>
              <a:t>Convert the following percent to decimal: </a:t>
            </a:r>
            <a:r>
              <a:rPr lang="en-US" i="1" dirty="0"/>
              <a:t>L</a:t>
            </a:r>
            <a:r>
              <a:rPr lang="en-US" sz="100" i="1" dirty="0"/>
              <a:t> </a:t>
            </a:r>
            <a:r>
              <a:rPr lang="en-US" i="1" dirty="0"/>
              <a:t>U 3-1(1)</a:t>
            </a:r>
          </a:p>
        </p:txBody>
      </p:sp>
      <p:sp>
        <p:nvSpPr>
          <p:cNvPr id="4" name="Content Placeholder 3"/>
          <p:cNvSpPr>
            <a:spLocks noGrp="1"/>
          </p:cNvSpPr>
          <p:nvPr>
            <p:ph sz="quarter" idx="14"/>
          </p:nvPr>
        </p:nvSpPr>
        <p:spPr>
          <a:xfrm>
            <a:off x="2865749" y="2366129"/>
            <a:ext cx="999242" cy="461912"/>
          </a:xfrm>
        </p:spPr>
        <p:txBody>
          <a:bodyPr/>
          <a:lstStyle/>
          <a:p>
            <a:r>
              <a:rPr lang="en-IN" dirty="0"/>
              <a:t>119%</a:t>
            </a:r>
          </a:p>
        </p:txBody>
      </p:sp>
      <p:sp>
        <p:nvSpPr>
          <p:cNvPr id="8" name="Content Placeholder 7"/>
          <p:cNvSpPr>
            <a:spLocks noGrp="1"/>
          </p:cNvSpPr>
          <p:nvPr>
            <p:ph sz="quarter" idx="15"/>
          </p:nvPr>
        </p:nvSpPr>
        <p:spPr>
          <a:xfrm>
            <a:off x="356750" y="2969445"/>
            <a:ext cx="8458200" cy="471339"/>
          </a:xfrm>
        </p:spPr>
        <p:txBody>
          <a:bodyPr/>
          <a:lstStyle/>
          <a:p>
            <a:r>
              <a:rPr lang="en-IN" b="1" i="1" dirty="0"/>
              <a:t>Solution:</a:t>
            </a:r>
          </a:p>
        </p:txBody>
      </p:sp>
      <p:pic>
        <p:nvPicPr>
          <p:cNvPr id="5" name="Picture 4" descr="Percent sign is dropped in 1.19 where decimal point is shifted two places to the left."/>
          <p:cNvPicPr>
            <a:picLocks noChangeAspect="1"/>
          </p:cNvPicPr>
          <p:nvPr/>
        </p:nvPicPr>
        <p:blipFill>
          <a:blip r:embed="rId2"/>
          <a:stretch>
            <a:fillRect/>
          </a:stretch>
        </p:blipFill>
        <p:spPr>
          <a:xfrm>
            <a:off x="2401529" y="3572760"/>
            <a:ext cx="3926164" cy="652329"/>
          </a:xfrm>
          <a:prstGeom prst="rect">
            <a:avLst/>
          </a:prstGeom>
        </p:spPr>
      </p:pic>
      <p:sp>
        <p:nvSpPr>
          <p:cNvPr id="7" name="Slide Number Placeholder 6"/>
          <p:cNvSpPr>
            <a:spLocks noGrp="1"/>
          </p:cNvSpPr>
          <p:nvPr>
            <p:ph type="sldNum" sz="quarter" idx="10"/>
          </p:nvPr>
        </p:nvSpPr>
        <p:spPr/>
        <p:txBody>
          <a:bodyPr/>
          <a:lstStyle/>
          <a:p>
            <a:fld id="{68151E55-6873-49E2-B8D5-2F265E6F1973}" type="slidenum">
              <a:rPr lang="en-US" smtClean="0"/>
              <a:t>19</a:t>
            </a:fld>
            <a:endParaRPr lang="en-US"/>
          </a:p>
        </p:txBody>
      </p:sp>
    </p:spTree>
    <p:extLst>
      <p:ext uri="{BB962C8B-B14F-4D97-AF65-F5344CB8AC3E}">
        <p14:creationId xmlns:p14="http://schemas.microsoft.com/office/powerpoint/2010/main" val="25636694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t>Textbook Problem 3-15</a:t>
            </a:r>
          </a:p>
        </p:txBody>
      </p:sp>
      <p:sp>
        <p:nvSpPr>
          <p:cNvPr id="3" name="Content Placeholder 2"/>
          <p:cNvSpPr>
            <a:spLocks noGrp="1"/>
          </p:cNvSpPr>
          <p:nvPr>
            <p:ph sz="quarter" idx="11"/>
          </p:nvPr>
        </p:nvSpPr>
        <p:spPr>
          <a:xfrm>
            <a:off x="342900" y="1276709"/>
            <a:ext cx="8458200" cy="1315662"/>
          </a:xfrm>
        </p:spPr>
        <p:txBody>
          <a:bodyPr/>
          <a:lstStyle/>
          <a:p>
            <a:r>
              <a:rPr lang="en-US" b="1" i="1" dirty="0"/>
              <a:t>Problem Statement:</a:t>
            </a:r>
          </a:p>
          <a:p>
            <a:r>
              <a:rPr lang="en-US" dirty="0"/>
              <a:t>Convert the following fraction to percent (round to the nearest tenth percent as needed): </a:t>
            </a:r>
            <a:r>
              <a:rPr lang="en-US" i="1" dirty="0"/>
              <a:t>L</a:t>
            </a:r>
            <a:r>
              <a:rPr lang="en-US" sz="100" i="1" dirty="0"/>
              <a:t> </a:t>
            </a:r>
            <a:r>
              <a:rPr lang="en-US" i="1" dirty="0"/>
              <a:t>U 3-1(2)</a:t>
            </a:r>
          </a:p>
        </p:txBody>
      </p:sp>
      <p:graphicFrame>
        <p:nvGraphicFramePr>
          <p:cNvPr id="9" name="Object 8"/>
          <p:cNvGraphicFramePr>
            <a:graphicFrameLocks noChangeAspect="1"/>
          </p:cNvGraphicFramePr>
          <p:nvPr>
            <p:extLst>
              <p:ext uri="{D42A27DB-BD31-4B8C-83A1-F6EECF244321}">
                <p14:modId xmlns:p14="http://schemas.microsoft.com/office/powerpoint/2010/main" val="3638539069"/>
              </p:ext>
            </p:extLst>
          </p:nvPr>
        </p:nvGraphicFramePr>
        <p:xfrm>
          <a:off x="2931737" y="2685331"/>
          <a:ext cx="241300" cy="736600"/>
        </p:xfrm>
        <a:graphic>
          <a:graphicData uri="http://schemas.openxmlformats.org/presentationml/2006/ole">
            <mc:AlternateContent xmlns:mc="http://schemas.openxmlformats.org/markup-compatibility/2006">
              <mc:Choice xmlns:v="urn:schemas-microsoft-com:vml" Requires="v">
                <p:oleObj spid="_x0000_s7184" name="Equation" r:id="rId3" imgW="241200" imgH="736560" progId="Equation.DSMT4">
                  <p:embed/>
                </p:oleObj>
              </mc:Choice>
              <mc:Fallback>
                <p:oleObj name="Equation" r:id="rId3" imgW="241200" imgH="736560" progId="Equation.DSMT4">
                  <p:embed/>
                  <p:pic>
                    <p:nvPicPr>
                      <p:cNvPr id="0" name=""/>
                      <p:cNvPicPr/>
                      <p:nvPr/>
                    </p:nvPicPr>
                    <p:blipFill>
                      <a:blip r:embed="rId4"/>
                      <a:stretch>
                        <a:fillRect/>
                      </a:stretch>
                    </p:blipFill>
                    <p:spPr>
                      <a:xfrm>
                        <a:off x="2931737" y="2685331"/>
                        <a:ext cx="241300" cy="736600"/>
                      </a:xfrm>
                      <a:prstGeom prst="rect">
                        <a:avLst/>
                      </a:prstGeom>
                    </p:spPr>
                  </p:pic>
                </p:oleObj>
              </mc:Fallback>
            </mc:AlternateContent>
          </a:graphicData>
        </a:graphic>
      </p:graphicFrame>
      <p:sp>
        <p:nvSpPr>
          <p:cNvPr id="8" name="Content Placeholder 7"/>
          <p:cNvSpPr>
            <a:spLocks noGrp="1"/>
          </p:cNvSpPr>
          <p:nvPr>
            <p:ph sz="quarter" idx="15"/>
          </p:nvPr>
        </p:nvSpPr>
        <p:spPr>
          <a:xfrm>
            <a:off x="356750" y="3638749"/>
            <a:ext cx="1679440" cy="471339"/>
          </a:xfrm>
        </p:spPr>
        <p:txBody>
          <a:bodyPr/>
          <a:lstStyle/>
          <a:p>
            <a:r>
              <a:rPr lang="en-IN" b="1" i="1" dirty="0"/>
              <a:t>Solution:</a:t>
            </a:r>
          </a:p>
        </p:txBody>
      </p:sp>
      <p:pic>
        <p:nvPicPr>
          <p:cNvPr id="11" name="Picture 10" descr="7 over 8 equals point 8 7 5 in which the decimal point is shifted two places to the right to give 87.5 percent, where percent sign is added."/>
          <p:cNvPicPr>
            <a:picLocks noChangeAspect="1"/>
          </p:cNvPicPr>
          <p:nvPr/>
        </p:nvPicPr>
        <p:blipFill>
          <a:blip r:embed="rId5"/>
          <a:stretch>
            <a:fillRect/>
          </a:stretch>
        </p:blipFill>
        <p:spPr>
          <a:xfrm>
            <a:off x="1676149" y="4386756"/>
            <a:ext cx="5791702" cy="926672"/>
          </a:xfrm>
          <a:prstGeom prst="rect">
            <a:avLst/>
          </a:prstGeom>
        </p:spPr>
      </p:pic>
      <p:sp>
        <p:nvSpPr>
          <p:cNvPr id="7" name="Slide Number Placeholder 6"/>
          <p:cNvSpPr>
            <a:spLocks noGrp="1"/>
          </p:cNvSpPr>
          <p:nvPr>
            <p:ph type="sldNum" sz="quarter" idx="10"/>
          </p:nvPr>
        </p:nvSpPr>
        <p:spPr/>
        <p:txBody>
          <a:bodyPr/>
          <a:lstStyle/>
          <a:p>
            <a:fld id="{68151E55-6873-49E2-B8D5-2F265E6F1973}" type="slidenum">
              <a:rPr lang="en-US" smtClean="0"/>
              <a:t>20</a:t>
            </a:fld>
            <a:endParaRPr lang="en-US"/>
          </a:p>
        </p:txBody>
      </p:sp>
    </p:spTree>
    <p:extLst>
      <p:ext uri="{BB962C8B-B14F-4D97-AF65-F5344CB8AC3E}">
        <p14:creationId xmlns:p14="http://schemas.microsoft.com/office/powerpoint/2010/main" val="26850087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t>Textbook Problem 3-19</a:t>
            </a:r>
          </a:p>
        </p:txBody>
      </p:sp>
      <p:sp>
        <p:nvSpPr>
          <p:cNvPr id="3" name="Content Placeholder 2"/>
          <p:cNvSpPr>
            <a:spLocks noGrp="1"/>
          </p:cNvSpPr>
          <p:nvPr>
            <p:ph sz="quarter" idx="11"/>
          </p:nvPr>
        </p:nvSpPr>
        <p:spPr>
          <a:xfrm>
            <a:off x="342900" y="1276709"/>
            <a:ext cx="8458200" cy="1315662"/>
          </a:xfrm>
        </p:spPr>
        <p:txBody>
          <a:bodyPr/>
          <a:lstStyle/>
          <a:p>
            <a:r>
              <a:rPr lang="en-US" b="1" i="1" dirty="0"/>
              <a:t>Problem Statement:</a:t>
            </a:r>
          </a:p>
          <a:p>
            <a:r>
              <a:rPr lang="en-US" dirty="0"/>
              <a:t>Convert the following percent to a fraction and reduce to the lowest terms: </a:t>
            </a:r>
            <a:r>
              <a:rPr lang="en-US" i="1" dirty="0"/>
              <a:t>L</a:t>
            </a:r>
            <a:r>
              <a:rPr lang="en-US" sz="100" i="1" dirty="0"/>
              <a:t> </a:t>
            </a:r>
            <a:r>
              <a:rPr lang="en-US" i="1" dirty="0"/>
              <a:t>U 3-1(2)</a:t>
            </a:r>
          </a:p>
        </p:txBody>
      </p:sp>
      <p:graphicFrame>
        <p:nvGraphicFramePr>
          <p:cNvPr id="9" name="Object 8"/>
          <p:cNvGraphicFramePr>
            <a:graphicFrameLocks noChangeAspect="1"/>
          </p:cNvGraphicFramePr>
          <p:nvPr>
            <p:extLst>
              <p:ext uri="{D42A27DB-BD31-4B8C-83A1-F6EECF244321}">
                <p14:modId xmlns:p14="http://schemas.microsoft.com/office/powerpoint/2010/main" val="1544978196"/>
              </p:ext>
            </p:extLst>
          </p:nvPr>
        </p:nvGraphicFramePr>
        <p:xfrm>
          <a:off x="2633663" y="2686050"/>
          <a:ext cx="838200" cy="736600"/>
        </p:xfrm>
        <a:graphic>
          <a:graphicData uri="http://schemas.openxmlformats.org/presentationml/2006/ole">
            <mc:AlternateContent xmlns:mc="http://schemas.openxmlformats.org/markup-compatibility/2006">
              <mc:Choice xmlns:v="urn:schemas-microsoft-com:vml" Requires="v">
                <p:oleObj spid="_x0000_s8222" name="Equation" r:id="rId3" imgW="838080" imgH="736560" progId="Equation.DSMT4">
                  <p:embed/>
                </p:oleObj>
              </mc:Choice>
              <mc:Fallback>
                <p:oleObj name="Equation" r:id="rId3" imgW="838080" imgH="736560" progId="Equation.DSMT4">
                  <p:embed/>
                  <p:pic>
                    <p:nvPicPr>
                      <p:cNvPr id="9" name="Object 8"/>
                      <p:cNvPicPr/>
                      <p:nvPr/>
                    </p:nvPicPr>
                    <p:blipFill>
                      <a:blip r:embed="rId4"/>
                      <a:stretch>
                        <a:fillRect/>
                      </a:stretch>
                    </p:blipFill>
                    <p:spPr>
                      <a:xfrm>
                        <a:off x="2633663" y="2686050"/>
                        <a:ext cx="838200" cy="736600"/>
                      </a:xfrm>
                      <a:prstGeom prst="rect">
                        <a:avLst/>
                      </a:prstGeom>
                    </p:spPr>
                  </p:pic>
                </p:oleObj>
              </mc:Fallback>
            </mc:AlternateContent>
          </a:graphicData>
        </a:graphic>
      </p:graphicFrame>
      <p:sp>
        <p:nvSpPr>
          <p:cNvPr id="8" name="Content Placeholder 7"/>
          <p:cNvSpPr>
            <a:spLocks noGrp="1"/>
          </p:cNvSpPr>
          <p:nvPr>
            <p:ph sz="quarter" idx="15"/>
          </p:nvPr>
        </p:nvSpPr>
        <p:spPr>
          <a:xfrm>
            <a:off x="356750" y="3638749"/>
            <a:ext cx="1679440" cy="471339"/>
          </a:xfrm>
        </p:spPr>
        <p:txBody>
          <a:bodyPr/>
          <a:lstStyle/>
          <a:p>
            <a:r>
              <a:rPr lang="en-IN" b="1" i="1" dirty="0"/>
              <a:t>Solution:</a:t>
            </a:r>
          </a:p>
        </p:txBody>
      </p:sp>
      <p:graphicFrame>
        <p:nvGraphicFramePr>
          <p:cNvPr id="5" name="Object 4"/>
          <p:cNvGraphicFramePr>
            <a:graphicFrameLocks noChangeAspect="1"/>
          </p:cNvGraphicFramePr>
          <p:nvPr>
            <p:extLst>
              <p:ext uri="{D42A27DB-BD31-4B8C-83A1-F6EECF244321}">
                <p14:modId xmlns:p14="http://schemas.microsoft.com/office/powerpoint/2010/main" val="1136663204"/>
              </p:ext>
            </p:extLst>
          </p:nvPr>
        </p:nvGraphicFramePr>
        <p:xfrm>
          <a:off x="2274020" y="4264651"/>
          <a:ext cx="3644900" cy="736600"/>
        </p:xfrm>
        <a:graphic>
          <a:graphicData uri="http://schemas.openxmlformats.org/presentationml/2006/ole">
            <mc:AlternateContent xmlns:mc="http://schemas.openxmlformats.org/markup-compatibility/2006">
              <mc:Choice xmlns:v="urn:schemas-microsoft-com:vml" Requires="v">
                <p:oleObj spid="_x0000_s8223" name="Equation" r:id="rId5" imgW="3644640" imgH="736560" progId="Equation.DSMT4">
                  <p:embed/>
                </p:oleObj>
              </mc:Choice>
              <mc:Fallback>
                <p:oleObj name="Equation" r:id="rId5" imgW="3644640" imgH="736560" progId="Equation.DSMT4">
                  <p:embed/>
                  <p:pic>
                    <p:nvPicPr>
                      <p:cNvPr id="0" name=""/>
                      <p:cNvPicPr/>
                      <p:nvPr/>
                    </p:nvPicPr>
                    <p:blipFill>
                      <a:blip r:embed="rId6"/>
                      <a:stretch>
                        <a:fillRect/>
                      </a:stretch>
                    </p:blipFill>
                    <p:spPr>
                      <a:xfrm>
                        <a:off x="2274020" y="4264651"/>
                        <a:ext cx="3644900" cy="736600"/>
                      </a:xfrm>
                      <a:prstGeom prst="rect">
                        <a:avLst/>
                      </a:prstGeom>
                    </p:spPr>
                  </p:pic>
                </p:oleObj>
              </mc:Fallback>
            </mc:AlternateContent>
          </a:graphicData>
        </a:graphic>
      </p:graphicFrame>
      <p:sp>
        <p:nvSpPr>
          <p:cNvPr id="7" name="Slide Number Placeholder 6"/>
          <p:cNvSpPr>
            <a:spLocks noGrp="1"/>
          </p:cNvSpPr>
          <p:nvPr>
            <p:ph type="sldNum" sz="quarter" idx="10"/>
          </p:nvPr>
        </p:nvSpPr>
        <p:spPr/>
        <p:txBody>
          <a:bodyPr/>
          <a:lstStyle/>
          <a:p>
            <a:fld id="{68151E55-6873-49E2-B8D5-2F265E6F1973}" type="slidenum">
              <a:rPr lang="en-US" smtClean="0"/>
              <a:t>21</a:t>
            </a:fld>
            <a:endParaRPr lang="en-US"/>
          </a:p>
        </p:txBody>
      </p:sp>
    </p:spTree>
    <p:extLst>
      <p:ext uri="{BB962C8B-B14F-4D97-AF65-F5344CB8AC3E}">
        <p14:creationId xmlns:p14="http://schemas.microsoft.com/office/powerpoint/2010/main" val="29844074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t>Textbook Problem 3-26</a:t>
            </a:r>
          </a:p>
        </p:txBody>
      </p:sp>
      <p:sp>
        <p:nvSpPr>
          <p:cNvPr id="3" name="Content Placeholder 2"/>
          <p:cNvSpPr>
            <a:spLocks noGrp="1"/>
          </p:cNvSpPr>
          <p:nvPr>
            <p:ph sz="quarter" idx="11"/>
          </p:nvPr>
        </p:nvSpPr>
        <p:spPr>
          <a:xfrm>
            <a:off x="342900" y="1276709"/>
            <a:ext cx="8458200" cy="1315662"/>
          </a:xfrm>
        </p:spPr>
        <p:txBody>
          <a:bodyPr/>
          <a:lstStyle/>
          <a:p>
            <a:r>
              <a:rPr lang="en-US" b="1" i="1" dirty="0"/>
              <a:t>Problem Statement:</a:t>
            </a:r>
          </a:p>
          <a:p>
            <a:r>
              <a:rPr lang="en-US" dirty="0"/>
              <a:t>Solve for the portion (round to the nearest hundredth as needed): </a:t>
            </a:r>
            <a:r>
              <a:rPr lang="en-US" i="1" dirty="0"/>
              <a:t>L</a:t>
            </a:r>
            <a:r>
              <a:rPr lang="en-US" sz="100" i="1" dirty="0"/>
              <a:t> </a:t>
            </a:r>
            <a:r>
              <a:rPr lang="en-US" i="1" dirty="0"/>
              <a:t>U 3-2(2)</a:t>
            </a:r>
          </a:p>
        </p:txBody>
      </p:sp>
      <p:sp>
        <p:nvSpPr>
          <p:cNvPr id="4" name="Content Placeholder 3"/>
          <p:cNvSpPr>
            <a:spLocks noGrp="1"/>
          </p:cNvSpPr>
          <p:nvPr>
            <p:ph sz="quarter" idx="14"/>
          </p:nvPr>
        </p:nvSpPr>
        <p:spPr>
          <a:xfrm>
            <a:off x="2865748" y="2705495"/>
            <a:ext cx="2337847" cy="461912"/>
          </a:xfrm>
        </p:spPr>
        <p:txBody>
          <a:bodyPr/>
          <a:lstStyle/>
          <a:p>
            <a:r>
              <a:rPr lang="en-IN" dirty="0"/>
              <a:t>119% of 128.9</a:t>
            </a:r>
          </a:p>
        </p:txBody>
      </p:sp>
      <p:sp>
        <p:nvSpPr>
          <p:cNvPr id="8" name="Content Placeholder 7"/>
          <p:cNvSpPr>
            <a:spLocks noGrp="1"/>
          </p:cNvSpPr>
          <p:nvPr>
            <p:ph sz="quarter" idx="15"/>
          </p:nvPr>
        </p:nvSpPr>
        <p:spPr>
          <a:xfrm>
            <a:off x="356750" y="3271103"/>
            <a:ext cx="8458200" cy="471339"/>
          </a:xfrm>
        </p:spPr>
        <p:txBody>
          <a:bodyPr/>
          <a:lstStyle/>
          <a:p>
            <a:r>
              <a:rPr lang="en-IN" b="1" i="1" dirty="0"/>
              <a:t>Solution:</a:t>
            </a:r>
          </a:p>
        </p:txBody>
      </p:sp>
      <p:graphicFrame>
        <p:nvGraphicFramePr>
          <p:cNvPr id="6" name="Object 5"/>
          <p:cNvGraphicFramePr>
            <a:graphicFrameLocks noChangeAspect="1"/>
          </p:cNvGraphicFramePr>
          <p:nvPr>
            <p:extLst>
              <p:ext uri="{D42A27DB-BD31-4B8C-83A1-F6EECF244321}">
                <p14:modId xmlns:p14="http://schemas.microsoft.com/office/powerpoint/2010/main" val="207973147"/>
              </p:ext>
            </p:extLst>
          </p:nvPr>
        </p:nvGraphicFramePr>
        <p:xfrm>
          <a:off x="2931737" y="3846138"/>
          <a:ext cx="2705100" cy="279400"/>
        </p:xfrm>
        <a:graphic>
          <a:graphicData uri="http://schemas.openxmlformats.org/presentationml/2006/ole">
            <mc:AlternateContent xmlns:mc="http://schemas.openxmlformats.org/markup-compatibility/2006">
              <mc:Choice xmlns:v="urn:schemas-microsoft-com:vml" Requires="v">
                <p:oleObj spid="_x0000_s9260" name="Equation" r:id="rId3" imgW="2705040" imgH="279360" progId="Equation.DSMT4">
                  <p:embed/>
                </p:oleObj>
              </mc:Choice>
              <mc:Fallback>
                <p:oleObj name="Equation" r:id="rId3" imgW="2705040" imgH="279360" progId="Equation.DSMT4">
                  <p:embed/>
                  <p:pic>
                    <p:nvPicPr>
                      <p:cNvPr id="0" name=""/>
                      <p:cNvPicPr/>
                      <p:nvPr/>
                    </p:nvPicPr>
                    <p:blipFill>
                      <a:blip r:embed="rId4"/>
                      <a:stretch>
                        <a:fillRect/>
                      </a:stretch>
                    </p:blipFill>
                    <p:spPr>
                      <a:xfrm>
                        <a:off x="2931737" y="3846138"/>
                        <a:ext cx="2705100" cy="279400"/>
                      </a:xfrm>
                      <a:prstGeom prst="rect">
                        <a:avLst/>
                      </a:prstGeom>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1881653680"/>
              </p:ext>
            </p:extLst>
          </p:nvPr>
        </p:nvGraphicFramePr>
        <p:xfrm>
          <a:off x="2931737" y="4314466"/>
          <a:ext cx="2730500" cy="279400"/>
        </p:xfrm>
        <a:graphic>
          <a:graphicData uri="http://schemas.openxmlformats.org/presentationml/2006/ole">
            <mc:AlternateContent xmlns:mc="http://schemas.openxmlformats.org/markup-compatibility/2006">
              <mc:Choice xmlns:v="urn:schemas-microsoft-com:vml" Requires="v">
                <p:oleObj spid="_x0000_s9261" name="Equation" r:id="rId5" imgW="2730240" imgH="279360" progId="Equation.DSMT4">
                  <p:embed/>
                </p:oleObj>
              </mc:Choice>
              <mc:Fallback>
                <p:oleObj name="Equation" r:id="rId5" imgW="2730240" imgH="279360" progId="Equation.DSMT4">
                  <p:embed/>
                  <p:pic>
                    <p:nvPicPr>
                      <p:cNvPr id="0" name=""/>
                      <p:cNvPicPr/>
                      <p:nvPr/>
                    </p:nvPicPr>
                    <p:blipFill>
                      <a:blip r:embed="rId6"/>
                      <a:stretch>
                        <a:fillRect/>
                      </a:stretch>
                    </p:blipFill>
                    <p:spPr>
                      <a:xfrm>
                        <a:off x="2931737" y="4314466"/>
                        <a:ext cx="2730500" cy="279400"/>
                      </a:xfrm>
                      <a:prstGeom prst="rect">
                        <a:avLst/>
                      </a:prstGeom>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460505179"/>
              </p:ext>
            </p:extLst>
          </p:nvPr>
        </p:nvGraphicFramePr>
        <p:xfrm>
          <a:off x="2931737" y="4828031"/>
          <a:ext cx="2057400" cy="279400"/>
        </p:xfrm>
        <a:graphic>
          <a:graphicData uri="http://schemas.openxmlformats.org/presentationml/2006/ole">
            <mc:AlternateContent xmlns:mc="http://schemas.openxmlformats.org/markup-compatibility/2006">
              <mc:Choice xmlns:v="urn:schemas-microsoft-com:vml" Requires="v">
                <p:oleObj spid="_x0000_s9262" name="Equation" r:id="rId7" imgW="2057400" imgH="279360" progId="Equation.DSMT4">
                  <p:embed/>
                </p:oleObj>
              </mc:Choice>
              <mc:Fallback>
                <p:oleObj name="Equation" r:id="rId7" imgW="2057400" imgH="279360" progId="Equation.DSMT4">
                  <p:embed/>
                  <p:pic>
                    <p:nvPicPr>
                      <p:cNvPr id="0" name=""/>
                      <p:cNvPicPr/>
                      <p:nvPr/>
                    </p:nvPicPr>
                    <p:blipFill>
                      <a:blip r:embed="rId8"/>
                      <a:stretch>
                        <a:fillRect/>
                      </a:stretch>
                    </p:blipFill>
                    <p:spPr>
                      <a:xfrm>
                        <a:off x="2931737" y="4828031"/>
                        <a:ext cx="2057400" cy="279400"/>
                      </a:xfrm>
                      <a:prstGeom prst="rect">
                        <a:avLst/>
                      </a:prstGeom>
                    </p:spPr>
                  </p:pic>
                </p:oleObj>
              </mc:Fallback>
            </mc:AlternateContent>
          </a:graphicData>
        </a:graphic>
      </p:graphicFrame>
      <p:sp>
        <p:nvSpPr>
          <p:cNvPr id="7" name="Slide Number Placeholder 6"/>
          <p:cNvSpPr>
            <a:spLocks noGrp="1"/>
          </p:cNvSpPr>
          <p:nvPr>
            <p:ph type="sldNum" sz="quarter" idx="10"/>
          </p:nvPr>
        </p:nvSpPr>
        <p:spPr/>
        <p:txBody>
          <a:bodyPr/>
          <a:lstStyle/>
          <a:p>
            <a:fld id="{68151E55-6873-49E2-B8D5-2F265E6F1973}" type="slidenum">
              <a:rPr lang="en-US" smtClean="0"/>
              <a:t>22</a:t>
            </a:fld>
            <a:endParaRPr lang="en-US"/>
          </a:p>
        </p:txBody>
      </p:sp>
    </p:spTree>
    <p:extLst>
      <p:ext uri="{BB962C8B-B14F-4D97-AF65-F5344CB8AC3E}">
        <p14:creationId xmlns:p14="http://schemas.microsoft.com/office/powerpoint/2010/main" val="33084581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t>Textbook Problem 3-34</a:t>
            </a:r>
          </a:p>
        </p:txBody>
      </p:sp>
      <p:sp>
        <p:nvSpPr>
          <p:cNvPr id="3" name="Content Placeholder 2"/>
          <p:cNvSpPr>
            <a:spLocks noGrp="1"/>
          </p:cNvSpPr>
          <p:nvPr>
            <p:ph sz="quarter" idx="11"/>
          </p:nvPr>
        </p:nvSpPr>
        <p:spPr>
          <a:xfrm>
            <a:off x="342900" y="1276709"/>
            <a:ext cx="8458200" cy="1315662"/>
          </a:xfrm>
        </p:spPr>
        <p:txBody>
          <a:bodyPr/>
          <a:lstStyle/>
          <a:p>
            <a:r>
              <a:rPr lang="en-US" b="1" i="1" dirty="0"/>
              <a:t>Problem Statement:</a:t>
            </a:r>
          </a:p>
          <a:p>
            <a:r>
              <a:rPr lang="en-US" dirty="0"/>
              <a:t>Solve for the base (round to the nearest hundredth as needed): </a:t>
            </a:r>
            <a:r>
              <a:rPr lang="en-US" i="1" dirty="0"/>
              <a:t>L</a:t>
            </a:r>
            <a:r>
              <a:rPr lang="en-US" sz="100" i="1" dirty="0"/>
              <a:t> </a:t>
            </a:r>
            <a:r>
              <a:rPr lang="en-US" i="1" dirty="0"/>
              <a:t>U 3-2(2)</a:t>
            </a:r>
          </a:p>
        </p:txBody>
      </p:sp>
      <p:sp>
        <p:nvSpPr>
          <p:cNvPr id="4" name="Content Placeholder 3"/>
          <p:cNvSpPr>
            <a:spLocks noGrp="1"/>
          </p:cNvSpPr>
          <p:nvPr>
            <p:ph sz="quarter" idx="14"/>
          </p:nvPr>
        </p:nvSpPr>
        <p:spPr>
          <a:xfrm>
            <a:off x="2865748" y="2705495"/>
            <a:ext cx="4100660" cy="461912"/>
          </a:xfrm>
        </p:spPr>
        <p:txBody>
          <a:bodyPr/>
          <a:lstStyle/>
          <a:p>
            <a:r>
              <a:rPr lang="en-US" dirty="0"/>
              <a:t>36 is .75% of what number?</a:t>
            </a:r>
          </a:p>
        </p:txBody>
      </p:sp>
      <p:sp>
        <p:nvSpPr>
          <p:cNvPr id="8" name="Content Placeholder 7"/>
          <p:cNvSpPr>
            <a:spLocks noGrp="1"/>
          </p:cNvSpPr>
          <p:nvPr>
            <p:ph sz="quarter" idx="15"/>
          </p:nvPr>
        </p:nvSpPr>
        <p:spPr>
          <a:xfrm>
            <a:off x="356750" y="3271103"/>
            <a:ext cx="8458200" cy="471339"/>
          </a:xfrm>
        </p:spPr>
        <p:txBody>
          <a:bodyPr/>
          <a:lstStyle/>
          <a:p>
            <a:r>
              <a:rPr lang="en-IN" b="1" i="1" dirty="0"/>
              <a:t>Solution:</a:t>
            </a:r>
          </a:p>
        </p:txBody>
      </p:sp>
      <p:graphicFrame>
        <p:nvGraphicFramePr>
          <p:cNvPr id="6" name="Object 5"/>
          <p:cNvGraphicFramePr>
            <a:graphicFrameLocks noChangeAspect="1"/>
          </p:cNvGraphicFramePr>
          <p:nvPr>
            <p:extLst>
              <p:ext uri="{D42A27DB-BD31-4B8C-83A1-F6EECF244321}">
                <p14:modId xmlns:p14="http://schemas.microsoft.com/office/powerpoint/2010/main" val="3419445776"/>
              </p:ext>
            </p:extLst>
          </p:nvPr>
        </p:nvGraphicFramePr>
        <p:xfrm>
          <a:off x="3096837" y="3829084"/>
          <a:ext cx="1892300" cy="736600"/>
        </p:xfrm>
        <a:graphic>
          <a:graphicData uri="http://schemas.openxmlformats.org/presentationml/2006/ole">
            <mc:AlternateContent xmlns:mc="http://schemas.openxmlformats.org/markup-compatibility/2006">
              <mc:Choice xmlns:v="urn:schemas-microsoft-com:vml" Requires="v">
                <p:oleObj spid="_x0000_s10284" name="Equation" r:id="rId3" imgW="1892160" imgH="736560" progId="Equation.DSMT4">
                  <p:embed/>
                </p:oleObj>
              </mc:Choice>
              <mc:Fallback>
                <p:oleObj name="Equation" r:id="rId3" imgW="1892160" imgH="736560" progId="Equation.DSMT4">
                  <p:embed/>
                  <p:pic>
                    <p:nvPicPr>
                      <p:cNvPr id="6" name="Object 5"/>
                      <p:cNvPicPr/>
                      <p:nvPr/>
                    </p:nvPicPr>
                    <p:blipFill>
                      <a:blip r:embed="rId4"/>
                      <a:stretch>
                        <a:fillRect/>
                      </a:stretch>
                    </p:blipFill>
                    <p:spPr>
                      <a:xfrm>
                        <a:off x="3096837" y="3829084"/>
                        <a:ext cx="1892300" cy="736600"/>
                      </a:xfrm>
                      <a:prstGeom prst="rect">
                        <a:avLst/>
                      </a:prstGeom>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2562208144"/>
              </p:ext>
            </p:extLst>
          </p:nvPr>
        </p:nvGraphicFramePr>
        <p:xfrm>
          <a:off x="3096837" y="4739131"/>
          <a:ext cx="1638300" cy="736600"/>
        </p:xfrm>
        <a:graphic>
          <a:graphicData uri="http://schemas.openxmlformats.org/presentationml/2006/ole">
            <mc:AlternateContent xmlns:mc="http://schemas.openxmlformats.org/markup-compatibility/2006">
              <mc:Choice xmlns:v="urn:schemas-microsoft-com:vml" Requires="v">
                <p:oleObj spid="_x0000_s10285" name="Equation" r:id="rId5" imgW="1638000" imgH="736560" progId="Equation.DSMT4">
                  <p:embed/>
                </p:oleObj>
              </mc:Choice>
              <mc:Fallback>
                <p:oleObj name="Equation" r:id="rId5" imgW="1638000" imgH="736560" progId="Equation.DSMT4">
                  <p:embed/>
                  <p:pic>
                    <p:nvPicPr>
                      <p:cNvPr id="9" name="Object 8"/>
                      <p:cNvPicPr/>
                      <p:nvPr/>
                    </p:nvPicPr>
                    <p:blipFill>
                      <a:blip r:embed="rId6"/>
                      <a:stretch>
                        <a:fillRect/>
                      </a:stretch>
                    </p:blipFill>
                    <p:spPr>
                      <a:xfrm>
                        <a:off x="3096837" y="4739131"/>
                        <a:ext cx="1638300" cy="736600"/>
                      </a:xfrm>
                      <a:prstGeom prst="rect">
                        <a:avLst/>
                      </a:prstGeom>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4035385249"/>
              </p:ext>
            </p:extLst>
          </p:nvPr>
        </p:nvGraphicFramePr>
        <p:xfrm>
          <a:off x="3096837" y="5705285"/>
          <a:ext cx="1638300" cy="330200"/>
        </p:xfrm>
        <a:graphic>
          <a:graphicData uri="http://schemas.openxmlformats.org/presentationml/2006/ole">
            <mc:AlternateContent xmlns:mc="http://schemas.openxmlformats.org/markup-compatibility/2006">
              <mc:Choice xmlns:v="urn:schemas-microsoft-com:vml" Requires="v">
                <p:oleObj spid="_x0000_s10286" name="Equation" r:id="rId7" imgW="1638000" imgH="330120" progId="Equation.DSMT4">
                  <p:embed/>
                </p:oleObj>
              </mc:Choice>
              <mc:Fallback>
                <p:oleObj name="Equation" r:id="rId7" imgW="1638000" imgH="330120" progId="Equation.DSMT4">
                  <p:embed/>
                  <p:pic>
                    <p:nvPicPr>
                      <p:cNvPr id="11" name="Object 10"/>
                      <p:cNvPicPr/>
                      <p:nvPr/>
                    </p:nvPicPr>
                    <p:blipFill>
                      <a:blip r:embed="rId8"/>
                      <a:stretch>
                        <a:fillRect/>
                      </a:stretch>
                    </p:blipFill>
                    <p:spPr>
                      <a:xfrm>
                        <a:off x="3096837" y="5705285"/>
                        <a:ext cx="1638300" cy="330200"/>
                      </a:xfrm>
                      <a:prstGeom prst="rect">
                        <a:avLst/>
                      </a:prstGeom>
                    </p:spPr>
                  </p:pic>
                </p:oleObj>
              </mc:Fallback>
            </mc:AlternateContent>
          </a:graphicData>
        </a:graphic>
      </p:graphicFrame>
      <p:sp>
        <p:nvSpPr>
          <p:cNvPr id="7" name="Slide Number Placeholder 6"/>
          <p:cNvSpPr>
            <a:spLocks noGrp="1"/>
          </p:cNvSpPr>
          <p:nvPr>
            <p:ph type="sldNum" sz="quarter" idx="10"/>
          </p:nvPr>
        </p:nvSpPr>
        <p:spPr/>
        <p:txBody>
          <a:bodyPr/>
          <a:lstStyle/>
          <a:p>
            <a:fld id="{68151E55-6873-49E2-B8D5-2F265E6F1973}" type="slidenum">
              <a:rPr lang="en-US" smtClean="0"/>
              <a:t>23</a:t>
            </a:fld>
            <a:endParaRPr lang="en-US"/>
          </a:p>
        </p:txBody>
      </p:sp>
    </p:spTree>
    <p:extLst>
      <p:ext uri="{BB962C8B-B14F-4D97-AF65-F5344CB8AC3E}">
        <p14:creationId xmlns:p14="http://schemas.microsoft.com/office/powerpoint/2010/main" val="2722105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t>Textbook Problem 3-42</a:t>
            </a:r>
          </a:p>
        </p:txBody>
      </p:sp>
      <p:sp>
        <p:nvSpPr>
          <p:cNvPr id="3" name="Content Placeholder 2"/>
          <p:cNvSpPr>
            <a:spLocks noGrp="1"/>
          </p:cNvSpPr>
          <p:nvPr>
            <p:ph sz="quarter" idx="11"/>
          </p:nvPr>
        </p:nvSpPr>
        <p:spPr>
          <a:xfrm>
            <a:off x="342900" y="1276709"/>
            <a:ext cx="8458200" cy="1315662"/>
          </a:xfrm>
        </p:spPr>
        <p:txBody>
          <a:bodyPr/>
          <a:lstStyle/>
          <a:p>
            <a:r>
              <a:rPr lang="en-US" b="1" i="1" dirty="0"/>
              <a:t>Problem Statement:</a:t>
            </a:r>
          </a:p>
          <a:p>
            <a:r>
              <a:rPr lang="en-US" dirty="0"/>
              <a:t>Solve for rate (round to the nearest tenth percent as needed): </a:t>
            </a:r>
            <a:r>
              <a:rPr lang="en-US" i="1" dirty="0"/>
              <a:t>L</a:t>
            </a:r>
            <a:r>
              <a:rPr lang="en-US" sz="100" i="1" dirty="0"/>
              <a:t> </a:t>
            </a:r>
            <a:r>
              <a:rPr lang="en-US" i="1" dirty="0"/>
              <a:t>U 3-2(2)</a:t>
            </a:r>
          </a:p>
        </p:txBody>
      </p:sp>
      <p:sp>
        <p:nvSpPr>
          <p:cNvPr id="4" name="Content Placeholder 3"/>
          <p:cNvSpPr>
            <a:spLocks noGrp="1"/>
          </p:cNvSpPr>
          <p:nvPr>
            <p:ph sz="quarter" idx="14"/>
          </p:nvPr>
        </p:nvSpPr>
        <p:spPr>
          <a:xfrm>
            <a:off x="2865748" y="2705495"/>
            <a:ext cx="4100660" cy="461912"/>
          </a:xfrm>
        </p:spPr>
        <p:txBody>
          <a:bodyPr/>
          <a:lstStyle/>
          <a:p>
            <a:r>
              <a:rPr lang="en-US" dirty="0"/>
              <a:t>.09 is what percent of 2.25?</a:t>
            </a:r>
          </a:p>
        </p:txBody>
      </p:sp>
      <p:sp>
        <p:nvSpPr>
          <p:cNvPr id="8" name="Content Placeholder 7"/>
          <p:cNvSpPr>
            <a:spLocks noGrp="1"/>
          </p:cNvSpPr>
          <p:nvPr>
            <p:ph sz="quarter" idx="15"/>
          </p:nvPr>
        </p:nvSpPr>
        <p:spPr>
          <a:xfrm>
            <a:off x="356750" y="3271103"/>
            <a:ext cx="8458200" cy="471339"/>
          </a:xfrm>
        </p:spPr>
        <p:txBody>
          <a:bodyPr/>
          <a:lstStyle/>
          <a:p>
            <a:r>
              <a:rPr lang="en-IN" b="1" i="1" dirty="0"/>
              <a:t>Solution:</a:t>
            </a:r>
          </a:p>
        </p:txBody>
      </p:sp>
      <p:graphicFrame>
        <p:nvGraphicFramePr>
          <p:cNvPr id="6" name="Object 5"/>
          <p:cNvGraphicFramePr>
            <a:graphicFrameLocks noChangeAspect="1"/>
          </p:cNvGraphicFramePr>
          <p:nvPr>
            <p:extLst>
              <p:ext uri="{D42A27DB-BD31-4B8C-83A1-F6EECF244321}">
                <p14:modId xmlns:p14="http://schemas.microsoft.com/office/powerpoint/2010/main" val="2646217936"/>
              </p:ext>
            </p:extLst>
          </p:nvPr>
        </p:nvGraphicFramePr>
        <p:xfrm>
          <a:off x="3109913" y="3829050"/>
          <a:ext cx="1866900" cy="736600"/>
        </p:xfrm>
        <a:graphic>
          <a:graphicData uri="http://schemas.openxmlformats.org/presentationml/2006/ole">
            <mc:AlternateContent xmlns:mc="http://schemas.openxmlformats.org/markup-compatibility/2006">
              <mc:Choice xmlns:v="urn:schemas-microsoft-com:vml" Requires="v">
                <p:oleObj spid="_x0000_s11294" name="Equation" r:id="rId3" imgW="1866600" imgH="736560" progId="Equation.DSMT4">
                  <p:embed/>
                </p:oleObj>
              </mc:Choice>
              <mc:Fallback>
                <p:oleObj name="Equation" r:id="rId3" imgW="1866600" imgH="736560" progId="Equation.DSMT4">
                  <p:embed/>
                  <p:pic>
                    <p:nvPicPr>
                      <p:cNvPr id="6" name="Object 5"/>
                      <p:cNvPicPr/>
                      <p:nvPr/>
                    </p:nvPicPr>
                    <p:blipFill>
                      <a:blip r:embed="rId4"/>
                      <a:stretch>
                        <a:fillRect/>
                      </a:stretch>
                    </p:blipFill>
                    <p:spPr>
                      <a:xfrm>
                        <a:off x="3109913" y="3829050"/>
                        <a:ext cx="1866900" cy="736600"/>
                      </a:xfrm>
                      <a:prstGeom prst="rect">
                        <a:avLst/>
                      </a:prstGeom>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2613800890"/>
              </p:ext>
            </p:extLst>
          </p:nvPr>
        </p:nvGraphicFramePr>
        <p:xfrm>
          <a:off x="3173413" y="4738688"/>
          <a:ext cx="1485900" cy="736600"/>
        </p:xfrm>
        <a:graphic>
          <a:graphicData uri="http://schemas.openxmlformats.org/presentationml/2006/ole">
            <mc:AlternateContent xmlns:mc="http://schemas.openxmlformats.org/markup-compatibility/2006">
              <mc:Choice xmlns:v="urn:schemas-microsoft-com:vml" Requires="v">
                <p:oleObj spid="_x0000_s11295" name="Equation" r:id="rId5" imgW="1485720" imgH="736560" progId="Equation.DSMT4">
                  <p:embed/>
                </p:oleObj>
              </mc:Choice>
              <mc:Fallback>
                <p:oleObj name="Equation" r:id="rId5" imgW="1485720" imgH="736560" progId="Equation.DSMT4">
                  <p:embed/>
                  <p:pic>
                    <p:nvPicPr>
                      <p:cNvPr id="9" name="Object 8"/>
                      <p:cNvPicPr/>
                      <p:nvPr/>
                    </p:nvPicPr>
                    <p:blipFill>
                      <a:blip r:embed="rId6"/>
                      <a:stretch>
                        <a:fillRect/>
                      </a:stretch>
                    </p:blipFill>
                    <p:spPr>
                      <a:xfrm>
                        <a:off x="3173413" y="4738688"/>
                        <a:ext cx="1485900" cy="736600"/>
                      </a:xfrm>
                      <a:prstGeom prst="rect">
                        <a:avLst/>
                      </a:prstGeom>
                    </p:spPr>
                  </p:pic>
                </p:oleObj>
              </mc:Fallback>
            </mc:AlternateContent>
          </a:graphicData>
        </a:graphic>
      </p:graphicFrame>
      <p:pic>
        <p:nvPicPr>
          <p:cNvPr id="10" name="Picture 9" descr="Rate equals point 0 4 in which the decimal point is shifted two places to the right to give 4 percent."/>
          <p:cNvPicPr>
            <a:picLocks noChangeAspect="1"/>
          </p:cNvPicPr>
          <p:nvPr/>
        </p:nvPicPr>
        <p:blipFill>
          <a:blip r:embed="rId7"/>
          <a:stretch>
            <a:fillRect/>
          </a:stretch>
        </p:blipFill>
        <p:spPr>
          <a:xfrm>
            <a:off x="2980026" y="5764806"/>
            <a:ext cx="2316681" cy="682811"/>
          </a:xfrm>
          <a:prstGeom prst="rect">
            <a:avLst/>
          </a:prstGeom>
        </p:spPr>
      </p:pic>
      <p:sp>
        <p:nvSpPr>
          <p:cNvPr id="7" name="Slide Number Placeholder 6"/>
          <p:cNvSpPr>
            <a:spLocks noGrp="1"/>
          </p:cNvSpPr>
          <p:nvPr>
            <p:ph type="sldNum" sz="quarter" idx="10"/>
          </p:nvPr>
        </p:nvSpPr>
        <p:spPr/>
        <p:txBody>
          <a:bodyPr/>
          <a:lstStyle/>
          <a:p>
            <a:fld id="{68151E55-6873-49E2-B8D5-2F265E6F1973}" type="slidenum">
              <a:rPr lang="en-US" smtClean="0"/>
              <a:t>24</a:t>
            </a:fld>
            <a:endParaRPr lang="en-US"/>
          </a:p>
        </p:txBody>
      </p:sp>
    </p:spTree>
    <p:extLst>
      <p:ext uri="{BB962C8B-B14F-4D97-AF65-F5344CB8AC3E}">
        <p14:creationId xmlns:p14="http://schemas.microsoft.com/office/powerpoint/2010/main" val="30770203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6F92C4D4-C867-4E2F-BF62-33A518B42728}"/>
              </a:ext>
            </a:extLst>
          </p:cNvPr>
          <p:cNvSpPr>
            <a:spLocks noGrp="1"/>
          </p:cNvSpPr>
          <p:nvPr>
            <p:ph type="title"/>
          </p:nvPr>
        </p:nvSpPr>
        <p:spPr/>
        <p:txBody>
          <a:bodyPr/>
          <a:lstStyle/>
          <a:p>
            <a:r>
              <a:rPr lang="en-US" noProof="0" dirty="0"/>
              <a:t>End of Main Content</a:t>
            </a:r>
          </a:p>
        </p:txBody>
      </p:sp>
      <p:sp>
        <p:nvSpPr>
          <p:cNvPr id="4" name="Content Placeholder 3">
            <a:extLst>
              <a:ext uri="{FF2B5EF4-FFF2-40B4-BE49-F238E27FC236}">
                <a16:creationId xmlns:a16="http://schemas.microsoft.com/office/drawing/2014/main" id="{9946A61A-BFE6-4A7C-8D2C-21B89B6A8546}"/>
              </a:ext>
            </a:extLst>
          </p:cNvPr>
          <p:cNvSpPr>
            <a:spLocks noGrp="1"/>
          </p:cNvSpPr>
          <p:nvPr>
            <p:ph sz="quarter" idx="10"/>
          </p:nvPr>
        </p:nvSpPr>
        <p:spPr>
          <a:xfrm>
            <a:off x="218768" y="6537961"/>
            <a:ext cx="8715375" cy="274320"/>
          </a:xfrm>
        </p:spPr>
        <p:txBody>
          <a:bodyPr/>
          <a:lstStyle/>
          <a:p>
            <a:r>
              <a:rPr lang="en-US" sz="1200" dirty="0"/>
              <a:t>© McGraw Hill LLC. All rights reserved. No reproduction or distribution without the prior written consent of McGraw Hill LLC.</a:t>
            </a:r>
            <a:endParaRPr lang="en-US" sz="1200" noProof="0" dirty="0"/>
          </a:p>
        </p:txBody>
      </p:sp>
    </p:spTree>
    <p:extLst>
      <p:ext uri="{BB962C8B-B14F-4D97-AF65-F5344CB8AC3E}">
        <p14:creationId xmlns:p14="http://schemas.microsoft.com/office/powerpoint/2010/main" val="38482663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B6140-A63B-4D20-A758-54BAF6E00ACE}"/>
              </a:ext>
            </a:extLst>
          </p:cNvPr>
          <p:cNvSpPr>
            <a:spLocks noGrp="1"/>
          </p:cNvSpPr>
          <p:nvPr>
            <p:ph type="title"/>
          </p:nvPr>
        </p:nvSpPr>
        <p:spPr/>
        <p:txBody>
          <a:bodyPr/>
          <a:lstStyle/>
          <a:p>
            <a:r>
              <a:rPr lang="en-US" noProof="0" dirty="0"/>
              <a:t>Accessibility Content: Text Alternatives for Images</a:t>
            </a:r>
          </a:p>
        </p:txBody>
      </p:sp>
      <p:sp>
        <p:nvSpPr>
          <p:cNvPr id="4" name="Slide Number Placeholder 5">
            <a:extLst>
              <a:ext uri="{FF2B5EF4-FFF2-40B4-BE49-F238E27FC236}">
                <a16:creationId xmlns:a16="http://schemas.microsoft.com/office/drawing/2014/main" id="{41139168-94D5-E8E4-2235-AB6D528728ED}"/>
              </a:ext>
            </a:extLst>
          </p:cNvPr>
          <p:cNvSpPr txBox="1">
            <a:spLocks/>
          </p:cNvSpPr>
          <p:nvPr/>
        </p:nvSpPr>
        <p:spPr>
          <a:xfrm>
            <a:off x="8626412" y="6673531"/>
            <a:ext cx="355840" cy="16139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8151E55-6873-49E2-B8D5-2F265E6F1973}" type="slidenum">
              <a:rPr lang="en-US" sz="800" smtClean="0"/>
              <a:pPr/>
              <a:t>26</a:t>
            </a:fld>
            <a:endParaRPr lang="en-US" sz="800" dirty="0"/>
          </a:p>
        </p:txBody>
      </p:sp>
    </p:spTree>
    <p:extLst>
      <p:ext uri="{BB962C8B-B14F-4D97-AF65-F5344CB8AC3E}">
        <p14:creationId xmlns:p14="http://schemas.microsoft.com/office/powerpoint/2010/main" val="42450165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9A311-B51C-462B-BF7E-C7A3E403ACB4}"/>
              </a:ext>
            </a:extLst>
          </p:cNvPr>
          <p:cNvSpPr>
            <a:spLocks noGrp="1"/>
          </p:cNvSpPr>
          <p:nvPr>
            <p:ph type="title"/>
          </p:nvPr>
        </p:nvSpPr>
        <p:spPr/>
        <p:txBody>
          <a:bodyPr>
            <a:noAutofit/>
          </a:bodyPr>
          <a:lstStyle/>
          <a:p>
            <a:r>
              <a:rPr lang="en-US" sz="2800" dirty="0"/>
              <a:t>Table 3.1 - Bag of M&amp;M’S – Text Alternative</a:t>
            </a:r>
          </a:p>
        </p:txBody>
      </p:sp>
      <p:sp>
        <p:nvSpPr>
          <p:cNvPr id="3" name="Text Placeholder 2">
            <a:extLst>
              <a:ext uri="{FF2B5EF4-FFF2-40B4-BE49-F238E27FC236}">
                <a16:creationId xmlns:a16="http://schemas.microsoft.com/office/drawing/2014/main" id="{085D7F32-7A61-4C90-8940-B6D7BE7002F0}"/>
              </a:ext>
            </a:extLst>
          </p:cNvPr>
          <p:cNvSpPr>
            <a:spLocks noGrp="1"/>
          </p:cNvSpPr>
          <p:nvPr>
            <p:ph type="body" sz="quarter" idx="14"/>
          </p:nvPr>
        </p:nvSpPr>
        <p:spPr/>
        <p:txBody>
          <a:bodyPr/>
          <a:lstStyle/>
          <a:p>
            <a:r>
              <a:rPr lang="en-US" dirty="0">
                <a:hlinkClick r:id="rId2" action="ppaction://hlinksldjump"/>
              </a:rPr>
              <a:t>Return to parent-slide containing images.</a:t>
            </a:r>
          </a:p>
        </p:txBody>
      </p:sp>
      <p:sp>
        <p:nvSpPr>
          <p:cNvPr id="4" name="Content Placeholder 3">
            <a:extLst>
              <a:ext uri="{FF2B5EF4-FFF2-40B4-BE49-F238E27FC236}">
                <a16:creationId xmlns:a16="http://schemas.microsoft.com/office/drawing/2014/main" id="{A305221C-E97B-47D3-9A22-AC9FE28595B7}"/>
              </a:ext>
            </a:extLst>
          </p:cNvPr>
          <p:cNvSpPr>
            <a:spLocks noGrp="1"/>
          </p:cNvSpPr>
          <p:nvPr>
            <p:ph sz="quarter" idx="11"/>
          </p:nvPr>
        </p:nvSpPr>
        <p:spPr/>
        <p:txBody>
          <a:bodyPr>
            <a:normAutofit/>
          </a:bodyPr>
          <a:lstStyle/>
          <a:p>
            <a:r>
              <a:rPr lang="en-US" b="0" i="0" u="none" strike="noStrike" dirty="0">
                <a:solidFill>
                  <a:srgbClr val="000000"/>
                </a:solidFill>
                <a:effectLst/>
              </a:rPr>
              <a:t>The pictograph is shown above the question, What colors come in your bag? Each marble labeled m represents 10 percent. Marbles are shown with their percentage and decimal values, as follows: One red marble, 10 percent, and 5.5. One yellow marble, 10 percent, and 5.5. One brown marble, 10 percent, and 5.5. Three blue marbles, 30 percent, and 16.5. Two orange marbles, 20 percent, and 11. Two green marbles, 20 percent, and 11.</a:t>
            </a:r>
            <a:endParaRPr lang="en-US" dirty="0"/>
          </a:p>
        </p:txBody>
      </p:sp>
      <p:sp>
        <p:nvSpPr>
          <p:cNvPr id="5" name="Text Placeholder 4">
            <a:extLst>
              <a:ext uri="{FF2B5EF4-FFF2-40B4-BE49-F238E27FC236}">
                <a16:creationId xmlns:a16="http://schemas.microsoft.com/office/drawing/2014/main" id="{1396258A-AB1C-4671-9C47-FEC74886C9B4}"/>
              </a:ext>
            </a:extLst>
          </p:cNvPr>
          <p:cNvSpPr>
            <a:spLocks noGrp="1"/>
          </p:cNvSpPr>
          <p:nvPr>
            <p:ph type="body" sz="quarter" idx="15"/>
          </p:nvPr>
        </p:nvSpPr>
        <p:spPr/>
        <p:txBody>
          <a:bodyPr/>
          <a:lstStyle/>
          <a:p>
            <a:pPr algn="ctr"/>
            <a:r>
              <a:rPr lang="en-US" dirty="0">
                <a:hlinkClick r:id="rId2" action="ppaction://hlinksldjump"/>
              </a:rPr>
              <a:t>Return to parent-slide containing images.</a:t>
            </a:r>
          </a:p>
        </p:txBody>
      </p:sp>
      <p:sp>
        <p:nvSpPr>
          <p:cNvPr id="6" name="Slide Number Placeholder 5">
            <a:extLst>
              <a:ext uri="{FF2B5EF4-FFF2-40B4-BE49-F238E27FC236}">
                <a16:creationId xmlns:a16="http://schemas.microsoft.com/office/drawing/2014/main" id="{AF64AB78-5A69-4C19-8C36-3C6449989679}"/>
              </a:ext>
            </a:extLst>
          </p:cNvPr>
          <p:cNvSpPr>
            <a:spLocks noGrp="1"/>
          </p:cNvSpPr>
          <p:nvPr>
            <p:ph type="sldNum" sz="quarter" idx="10"/>
          </p:nvPr>
        </p:nvSpPr>
        <p:spPr/>
        <p:txBody>
          <a:bodyPr/>
          <a:lstStyle/>
          <a:p>
            <a:fld id="{68151E55-6873-49E2-B8D5-2F265E6F1973}" type="slidenum">
              <a:rPr lang="en-US" smtClean="0"/>
              <a:t>27</a:t>
            </a:fld>
            <a:endParaRPr lang="en-US" dirty="0"/>
          </a:p>
        </p:txBody>
      </p:sp>
    </p:spTree>
    <p:extLst>
      <p:ext uri="{BB962C8B-B14F-4D97-AF65-F5344CB8AC3E}">
        <p14:creationId xmlns:p14="http://schemas.microsoft.com/office/powerpoint/2010/main" val="36117812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9A311-B51C-462B-BF7E-C7A3E403ACB4}"/>
              </a:ext>
            </a:extLst>
          </p:cNvPr>
          <p:cNvSpPr>
            <a:spLocks noGrp="1"/>
          </p:cNvSpPr>
          <p:nvPr>
            <p:ph type="title"/>
          </p:nvPr>
        </p:nvSpPr>
        <p:spPr/>
        <p:txBody>
          <a:bodyPr>
            <a:noAutofit/>
          </a:bodyPr>
          <a:lstStyle/>
          <a:p>
            <a:r>
              <a:rPr lang="en-IN" sz="2800" dirty="0"/>
              <a:t>Converting Decimals to Percents </a:t>
            </a:r>
            <a:r>
              <a:rPr lang="en-US" sz="2800" dirty="0"/>
              <a:t>– Text Alternative</a:t>
            </a:r>
          </a:p>
        </p:txBody>
      </p:sp>
      <p:sp>
        <p:nvSpPr>
          <p:cNvPr id="3" name="Text Placeholder 2">
            <a:extLst>
              <a:ext uri="{FF2B5EF4-FFF2-40B4-BE49-F238E27FC236}">
                <a16:creationId xmlns:a16="http://schemas.microsoft.com/office/drawing/2014/main" id="{085D7F32-7A61-4C90-8940-B6D7BE7002F0}"/>
              </a:ext>
            </a:extLst>
          </p:cNvPr>
          <p:cNvSpPr>
            <a:spLocks noGrp="1"/>
          </p:cNvSpPr>
          <p:nvPr>
            <p:ph type="body" sz="quarter" idx="14"/>
          </p:nvPr>
        </p:nvSpPr>
        <p:spPr/>
        <p:txBody>
          <a:bodyPr/>
          <a:lstStyle/>
          <a:p>
            <a:r>
              <a:rPr lang="en-US" dirty="0">
                <a:hlinkClick r:id="rId2" action="ppaction://hlinksldjump"/>
              </a:rPr>
              <a:t>Return to parent-slide containing images.</a:t>
            </a:r>
          </a:p>
        </p:txBody>
      </p:sp>
      <p:sp>
        <p:nvSpPr>
          <p:cNvPr id="4" name="Content Placeholder 3">
            <a:extLst>
              <a:ext uri="{FF2B5EF4-FFF2-40B4-BE49-F238E27FC236}">
                <a16:creationId xmlns:a16="http://schemas.microsoft.com/office/drawing/2014/main" id="{A305221C-E97B-47D3-9A22-AC9FE28595B7}"/>
              </a:ext>
            </a:extLst>
          </p:cNvPr>
          <p:cNvSpPr>
            <a:spLocks noGrp="1"/>
          </p:cNvSpPr>
          <p:nvPr>
            <p:ph sz="quarter" idx="11"/>
          </p:nvPr>
        </p:nvSpPr>
        <p:spPr/>
        <p:txBody>
          <a:bodyPr>
            <a:normAutofit/>
          </a:bodyPr>
          <a:lstStyle/>
          <a:p>
            <a:r>
              <a:rPr lang="en-US" b="0" i="0" u="none" strike="noStrike" dirty="0">
                <a:solidFill>
                  <a:srgbClr val="000000"/>
                </a:solidFill>
                <a:effectLst/>
              </a:rPr>
              <a:t>On the left, point 3 0 is the value shown, which is represented as point 3 0. Step 1 involves moving the decimal point two places to the right making the value 30. Step 2 involves adding a percent symbol at the end of 30. At the center, 8 is the value shown, which is represented as 8.00. Step 1 involves moving the decimal point two places to the right making the value 800. Step 2 involves adding a percent symbol at the end of 800. On the right, point 0 0 7 is the value shown. Step 1 involves moving the decimal point two places to the right making the value 0.7. Step 2 involves adding a percent symbol at the end of 0.7.</a:t>
            </a:r>
            <a:endParaRPr lang="en-US" dirty="0"/>
          </a:p>
        </p:txBody>
      </p:sp>
      <p:sp>
        <p:nvSpPr>
          <p:cNvPr id="5" name="Text Placeholder 4">
            <a:extLst>
              <a:ext uri="{FF2B5EF4-FFF2-40B4-BE49-F238E27FC236}">
                <a16:creationId xmlns:a16="http://schemas.microsoft.com/office/drawing/2014/main" id="{1396258A-AB1C-4671-9C47-FEC74886C9B4}"/>
              </a:ext>
            </a:extLst>
          </p:cNvPr>
          <p:cNvSpPr>
            <a:spLocks noGrp="1"/>
          </p:cNvSpPr>
          <p:nvPr>
            <p:ph type="body" sz="quarter" idx="15"/>
          </p:nvPr>
        </p:nvSpPr>
        <p:spPr/>
        <p:txBody>
          <a:bodyPr/>
          <a:lstStyle/>
          <a:p>
            <a:pPr algn="ctr"/>
            <a:r>
              <a:rPr lang="en-US" dirty="0">
                <a:hlinkClick r:id="rId2" action="ppaction://hlinksldjump"/>
              </a:rPr>
              <a:t>Return to parent-slide containing images.</a:t>
            </a:r>
          </a:p>
        </p:txBody>
      </p:sp>
      <p:sp>
        <p:nvSpPr>
          <p:cNvPr id="6" name="Slide Number Placeholder 5">
            <a:extLst>
              <a:ext uri="{FF2B5EF4-FFF2-40B4-BE49-F238E27FC236}">
                <a16:creationId xmlns:a16="http://schemas.microsoft.com/office/drawing/2014/main" id="{AF64AB78-5A69-4C19-8C36-3C6449989679}"/>
              </a:ext>
            </a:extLst>
          </p:cNvPr>
          <p:cNvSpPr>
            <a:spLocks noGrp="1"/>
          </p:cNvSpPr>
          <p:nvPr>
            <p:ph type="sldNum" sz="quarter" idx="10"/>
          </p:nvPr>
        </p:nvSpPr>
        <p:spPr/>
        <p:txBody>
          <a:bodyPr/>
          <a:lstStyle/>
          <a:p>
            <a:fld id="{68151E55-6873-49E2-B8D5-2F265E6F1973}" type="slidenum">
              <a:rPr lang="en-US" smtClean="0"/>
              <a:t>28</a:t>
            </a:fld>
            <a:endParaRPr lang="en-US" dirty="0"/>
          </a:p>
        </p:txBody>
      </p:sp>
    </p:spTree>
    <p:extLst>
      <p:ext uri="{BB962C8B-B14F-4D97-AF65-F5344CB8AC3E}">
        <p14:creationId xmlns:p14="http://schemas.microsoft.com/office/powerpoint/2010/main" val="41015593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9A311-B51C-462B-BF7E-C7A3E403ACB4}"/>
              </a:ext>
            </a:extLst>
          </p:cNvPr>
          <p:cNvSpPr>
            <a:spLocks noGrp="1"/>
          </p:cNvSpPr>
          <p:nvPr>
            <p:ph type="title"/>
          </p:nvPr>
        </p:nvSpPr>
        <p:spPr/>
        <p:txBody>
          <a:bodyPr>
            <a:noAutofit/>
          </a:bodyPr>
          <a:lstStyle/>
          <a:p>
            <a:r>
              <a:rPr lang="en-IN" sz="2800" dirty="0"/>
              <a:t>Rounding Percents </a:t>
            </a:r>
            <a:r>
              <a:rPr lang="en-US" sz="2800" dirty="0"/>
              <a:t>– Text Alternative</a:t>
            </a:r>
          </a:p>
        </p:txBody>
      </p:sp>
      <p:sp>
        <p:nvSpPr>
          <p:cNvPr id="3" name="Text Placeholder 2">
            <a:extLst>
              <a:ext uri="{FF2B5EF4-FFF2-40B4-BE49-F238E27FC236}">
                <a16:creationId xmlns:a16="http://schemas.microsoft.com/office/drawing/2014/main" id="{085D7F32-7A61-4C90-8940-B6D7BE7002F0}"/>
              </a:ext>
            </a:extLst>
          </p:cNvPr>
          <p:cNvSpPr>
            <a:spLocks noGrp="1"/>
          </p:cNvSpPr>
          <p:nvPr>
            <p:ph type="body" sz="quarter" idx="14"/>
          </p:nvPr>
        </p:nvSpPr>
        <p:spPr/>
        <p:txBody>
          <a:bodyPr/>
          <a:lstStyle/>
          <a:p>
            <a:r>
              <a:rPr lang="en-US" dirty="0">
                <a:hlinkClick r:id="rId2" action="ppaction://hlinksldjump"/>
              </a:rPr>
              <a:t>Return to parent-slide containing images.</a:t>
            </a:r>
          </a:p>
        </p:txBody>
      </p:sp>
      <p:sp>
        <p:nvSpPr>
          <p:cNvPr id="4" name="Content Placeholder 3">
            <a:extLst>
              <a:ext uri="{FF2B5EF4-FFF2-40B4-BE49-F238E27FC236}">
                <a16:creationId xmlns:a16="http://schemas.microsoft.com/office/drawing/2014/main" id="{A305221C-E97B-47D3-9A22-AC9FE28595B7}"/>
              </a:ext>
            </a:extLst>
          </p:cNvPr>
          <p:cNvSpPr>
            <a:spLocks noGrp="1"/>
          </p:cNvSpPr>
          <p:nvPr>
            <p:ph sz="quarter" idx="11"/>
          </p:nvPr>
        </p:nvSpPr>
        <p:spPr/>
        <p:txBody>
          <a:bodyPr>
            <a:normAutofit/>
          </a:bodyPr>
          <a:lstStyle/>
          <a:p>
            <a:r>
              <a:rPr lang="en-US" b="0" i="0" u="none" strike="noStrike" dirty="0">
                <a:solidFill>
                  <a:srgbClr val="000000"/>
                </a:solidFill>
                <a:effectLst/>
              </a:rPr>
              <a:t>18 over 55 in fraction form is changed to point 3 2 7 2 7 2 7 in decimal form. The decimal point in the decimal form is moved two places to the right and is changed as 32.72727 percent in percent form. The percent form is changed as 32.73 percent in rounded percent.</a:t>
            </a:r>
            <a:endParaRPr lang="en-US" dirty="0"/>
          </a:p>
        </p:txBody>
      </p:sp>
      <p:sp>
        <p:nvSpPr>
          <p:cNvPr id="5" name="Text Placeholder 4">
            <a:extLst>
              <a:ext uri="{FF2B5EF4-FFF2-40B4-BE49-F238E27FC236}">
                <a16:creationId xmlns:a16="http://schemas.microsoft.com/office/drawing/2014/main" id="{1396258A-AB1C-4671-9C47-FEC74886C9B4}"/>
              </a:ext>
            </a:extLst>
          </p:cNvPr>
          <p:cNvSpPr>
            <a:spLocks noGrp="1"/>
          </p:cNvSpPr>
          <p:nvPr>
            <p:ph type="body" sz="quarter" idx="15"/>
          </p:nvPr>
        </p:nvSpPr>
        <p:spPr/>
        <p:txBody>
          <a:bodyPr/>
          <a:lstStyle/>
          <a:p>
            <a:pPr algn="ctr"/>
            <a:r>
              <a:rPr lang="en-US" dirty="0">
                <a:hlinkClick r:id="rId2" action="ppaction://hlinksldjump"/>
              </a:rPr>
              <a:t>Return to parent-slide containing images.</a:t>
            </a:r>
          </a:p>
        </p:txBody>
      </p:sp>
      <p:sp>
        <p:nvSpPr>
          <p:cNvPr id="6" name="Slide Number Placeholder 5">
            <a:extLst>
              <a:ext uri="{FF2B5EF4-FFF2-40B4-BE49-F238E27FC236}">
                <a16:creationId xmlns:a16="http://schemas.microsoft.com/office/drawing/2014/main" id="{AF64AB78-5A69-4C19-8C36-3C6449989679}"/>
              </a:ext>
            </a:extLst>
          </p:cNvPr>
          <p:cNvSpPr>
            <a:spLocks noGrp="1"/>
          </p:cNvSpPr>
          <p:nvPr>
            <p:ph type="sldNum" sz="quarter" idx="10"/>
          </p:nvPr>
        </p:nvSpPr>
        <p:spPr/>
        <p:txBody>
          <a:bodyPr/>
          <a:lstStyle/>
          <a:p>
            <a:fld id="{68151E55-6873-49E2-B8D5-2F265E6F1973}" type="slidenum">
              <a:rPr lang="en-US" smtClean="0"/>
              <a:t>29</a:t>
            </a:fld>
            <a:endParaRPr lang="en-US" dirty="0"/>
          </a:p>
        </p:txBody>
      </p:sp>
    </p:spTree>
    <p:extLst>
      <p:ext uri="{BB962C8B-B14F-4D97-AF65-F5344CB8AC3E}">
        <p14:creationId xmlns:p14="http://schemas.microsoft.com/office/powerpoint/2010/main" val="15812710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9A311-B51C-462B-BF7E-C7A3E403ACB4}"/>
              </a:ext>
            </a:extLst>
          </p:cNvPr>
          <p:cNvSpPr>
            <a:spLocks noGrp="1"/>
          </p:cNvSpPr>
          <p:nvPr>
            <p:ph type="title"/>
          </p:nvPr>
        </p:nvSpPr>
        <p:spPr/>
        <p:txBody>
          <a:bodyPr>
            <a:noAutofit/>
          </a:bodyPr>
          <a:lstStyle/>
          <a:p>
            <a:r>
              <a:rPr lang="en-IN" sz="2800" dirty="0"/>
              <a:t>Converting Percents to Decimals </a:t>
            </a:r>
            <a:r>
              <a:rPr lang="en-US" sz="2800" dirty="0"/>
              <a:t>– Text Alternative</a:t>
            </a:r>
          </a:p>
        </p:txBody>
      </p:sp>
      <p:sp>
        <p:nvSpPr>
          <p:cNvPr id="3" name="Text Placeholder 2">
            <a:extLst>
              <a:ext uri="{FF2B5EF4-FFF2-40B4-BE49-F238E27FC236}">
                <a16:creationId xmlns:a16="http://schemas.microsoft.com/office/drawing/2014/main" id="{085D7F32-7A61-4C90-8940-B6D7BE7002F0}"/>
              </a:ext>
            </a:extLst>
          </p:cNvPr>
          <p:cNvSpPr>
            <a:spLocks noGrp="1"/>
          </p:cNvSpPr>
          <p:nvPr>
            <p:ph type="body" sz="quarter" idx="14"/>
          </p:nvPr>
        </p:nvSpPr>
        <p:spPr/>
        <p:txBody>
          <a:bodyPr/>
          <a:lstStyle/>
          <a:p>
            <a:r>
              <a:rPr lang="en-US" dirty="0">
                <a:hlinkClick r:id="rId2" action="ppaction://hlinksldjump"/>
              </a:rPr>
              <a:t>Return to parent-slide containing images.</a:t>
            </a:r>
          </a:p>
        </p:txBody>
      </p:sp>
      <p:sp>
        <p:nvSpPr>
          <p:cNvPr id="4" name="Content Placeholder 3">
            <a:extLst>
              <a:ext uri="{FF2B5EF4-FFF2-40B4-BE49-F238E27FC236}">
                <a16:creationId xmlns:a16="http://schemas.microsoft.com/office/drawing/2014/main" id="{A305221C-E97B-47D3-9A22-AC9FE28595B7}"/>
              </a:ext>
            </a:extLst>
          </p:cNvPr>
          <p:cNvSpPr>
            <a:spLocks noGrp="1"/>
          </p:cNvSpPr>
          <p:nvPr>
            <p:ph sz="quarter" idx="11"/>
          </p:nvPr>
        </p:nvSpPr>
        <p:spPr/>
        <p:txBody>
          <a:bodyPr>
            <a:normAutofit/>
          </a:bodyPr>
          <a:lstStyle/>
          <a:p>
            <a:r>
              <a:rPr lang="en-US" b="0" i="0" u="none" strike="noStrike" dirty="0">
                <a:solidFill>
                  <a:srgbClr val="000000"/>
                </a:solidFill>
                <a:effectLst/>
              </a:rPr>
              <a:t>On the top, point 4 percent is changed as point 4, which in turn is then changed as point 0 0 4 by moving the decimal point two places to the left and adding zeros. In the middle, 54.5 percent is changed as 54.5, which in turn is then changed as point 5 4 5 by moving the decimal point two places to the left. At the bottom, 824.4 percent is changed as 824.4, which in turn is then changed as 8.244 by moving the decimal point two places to the left.</a:t>
            </a:r>
            <a:endParaRPr lang="en-US" dirty="0"/>
          </a:p>
        </p:txBody>
      </p:sp>
      <p:sp>
        <p:nvSpPr>
          <p:cNvPr id="5" name="Text Placeholder 4">
            <a:extLst>
              <a:ext uri="{FF2B5EF4-FFF2-40B4-BE49-F238E27FC236}">
                <a16:creationId xmlns:a16="http://schemas.microsoft.com/office/drawing/2014/main" id="{1396258A-AB1C-4671-9C47-FEC74886C9B4}"/>
              </a:ext>
            </a:extLst>
          </p:cNvPr>
          <p:cNvSpPr>
            <a:spLocks noGrp="1"/>
          </p:cNvSpPr>
          <p:nvPr>
            <p:ph type="body" sz="quarter" idx="15"/>
          </p:nvPr>
        </p:nvSpPr>
        <p:spPr/>
        <p:txBody>
          <a:bodyPr/>
          <a:lstStyle/>
          <a:p>
            <a:pPr algn="ctr"/>
            <a:r>
              <a:rPr lang="en-US" dirty="0">
                <a:hlinkClick r:id="rId2" action="ppaction://hlinksldjump"/>
              </a:rPr>
              <a:t>Return to parent-slide containing images.</a:t>
            </a:r>
          </a:p>
        </p:txBody>
      </p:sp>
      <p:sp>
        <p:nvSpPr>
          <p:cNvPr id="6" name="Slide Number Placeholder 5">
            <a:extLst>
              <a:ext uri="{FF2B5EF4-FFF2-40B4-BE49-F238E27FC236}">
                <a16:creationId xmlns:a16="http://schemas.microsoft.com/office/drawing/2014/main" id="{AF64AB78-5A69-4C19-8C36-3C6449989679}"/>
              </a:ext>
            </a:extLst>
          </p:cNvPr>
          <p:cNvSpPr>
            <a:spLocks noGrp="1"/>
          </p:cNvSpPr>
          <p:nvPr>
            <p:ph type="sldNum" sz="quarter" idx="10"/>
          </p:nvPr>
        </p:nvSpPr>
        <p:spPr/>
        <p:txBody>
          <a:bodyPr/>
          <a:lstStyle/>
          <a:p>
            <a:fld id="{68151E55-6873-49E2-B8D5-2F265E6F1973}" type="slidenum">
              <a:rPr lang="en-US" smtClean="0"/>
              <a:t>30</a:t>
            </a:fld>
            <a:endParaRPr lang="en-US" dirty="0"/>
          </a:p>
        </p:txBody>
      </p:sp>
    </p:spTree>
    <p:extLst>
      <p:ext uri="{BB962C8B-B14F-4D97-AF65-F5344CB8AC3E}">
        <p14:creationId xmlns:p14="http://schemas.microsoft.com/office/powerpoint/2010/main" val="18394562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9A311-B51C-462B-BF7E-C7A3E403ACB4}"/>
              </a:ext>
            </a:extLst>
          </p:cNvPr>
          <p:cNvSpPr>
            <a:spLocks noGrp="1"/>
          </p:cNvSpPr>
          <p:nvPr>
            <p:ph type="title"/>
          </p:nvPr>
        </p:nvSpPr>
        <p:spPr/>
        <p:txBody>
          <a:bodyPr>
            <a:noAutofit/>
          </a:bodyPr>
          <a:lstStyle/>
          <a:p>
            <a:r>
              <a:rPr lang="en-US" sz="2800" dirty="0"/>
              <a:t>Converting Fractional Percents To Decimals – Text Alternative</a:t>
            </a:r>
          </a:p>
        </p:txBody>
      </p:sp>
      <p:sp>
        <p:nvSpPr>
          <p:cNvPr id="3" name="Text Placeholder 2">
            <a:extLst>
              <a:ext uri="{FF2B5EF4-FFF2-40B4-BE49-F238E27FC236}">
                <a16:creationId xmlns:a16="http://schemas.microsoft.com/office/drawing/2014/main" id="{085D7F32-7A61-4C90-8940-B6D7BE7002F0}"/>
              </a:ext>
            </a:extLst>
          </p:cNvPr>
          <p:cNvSpPr>
            <a:spLocks noGrp="1"/>
          </p:cNvSpPr>
          <p:nvPr>
            <p:ph type="body" sz="quarter" idx="14"/>
          </p:nvPr>
        </p:nvSpPr>
        <p:spPr/>
        <p:txBody>
          <a:bodyPr/>
          <a:lstStyle/>
          <a:p>
            <a:r>
              <a:rPr lang="en-US" dirty="0">
                <a:hlinkClick r:id="rId2" action="ppaction://hlinksldjump"/>
              </a:rPr>
              <a:t>Return to parent-slide containing images.</a:t>
            </a:r>
          </a:p>
        </p:txBody>
      </p:sp>
      <p:sp>
        <p:nvSpPr>
          <p:cNvPr id="4" name="Content Placeholder 3">
            <a:extLst>
              <a:ext uri="{FF2B5EF4-FFF2-40B4-BE49-F238E27FC236}">
                <a16:creationId xmlns:a16="http://schemas.microsoft.com/office/drawing/2014/main" id="{A305221C-E97B-47D3-9A22-AC9FE28595B7}"/>
              </a:ext>
            </a:extLst>
          </p:cNvPr>
          <p:cNvSpPr>
            <a:spLocks noGrp="1"/>
          </p:cNvSpPr>
          <p:nvPr>
            <p:ph sz="quarter" idx="11"/>
          </p:nvPr>
        </p:nvSpPr>
        <p:spPr/>
        <p:txBody>
          <a:bodyPr>
            <a:normAutofit/>
          </a:bodyPr>
          <a:lstStyle/>
          <a:p>
            <a:r>
              <a:rPr lang="en-US" b="0" i="0" u="none" strike="noStrike" dirty="0">
                <a:solidFill>
                  <a:srgbClr val="000000"/>
                </a:solidFill>
                <a:effectLst/>
              </a:rPr>
              <a:t>On the left, 1 by 4 percent is changed as 1 by 4 which equals point 2 5 percent, which in turn is converted as point 0 0 2 5 by removing the percent symbol and shifting the decimal point two places to the left and adding zeros. On the right, 7 times 3 by 4 percent is changed as 31 by 4 which equals 07.75 percent, which in turn is converted as point 0 7 7 5 by removing the percent symbol and shifting the decimal point two places to the left.</a:t>
            </a:r>
            <a:endParaRPr lang="en-US" dirty="0"/>
          </a:p>
        </p:txBody>
      </p:sp>
      <p:sp>
        <p:nvSpPr>
          <p:cNvPr id="5" name="Text Placeholder 4">
            <a:extLst>
              <a:ext uri="{FF2B5EF4-FFF2-40B4-BE49-F238E27FC236}">
                <a16:creationId xmlns:a16="http://schemas.microsoft.com/office/drawing/2014/main" id="{1396258A-AB1C-4671-9C47-FEC74886C9B4}"/>
              </a:ext>
            </a:extLst>
          </p:cNvPr>
          <p:cNvSpPr>
            <a:spLocks noGrp="1"/>
          </p:cNvSpPr>
          <p:nvPr>
            <p:ph type="body" sz="quarter" idx="15"/>
          </p:nvPr>
        </p:nvSpPr>
        <p:spPr/>
        <p:txBody>
          <a:bodyPr/>
          <a:lstStyle/>
          <a:p>
            <a:pPr algn="ctr"/>
            <a:r>
              <a:rPr lang="en-US" dirty="0">
                <a:hlinkClick r:id="rId2" action="ppaction://hlinksldjump"/>
              </a:rPr>
              <a:t>Return to parent-slide containing images.</a:t>
            </a:r>
          </a:p>
        </p:txBody>
      </p:sp>
      <p:sp>
        <p:nvSpPr>
          <p:cNvPr id="6" name="Slide Number Placeholder 5">
            <a:extLst>
              <a:ext uri="{FF2B5EF4-FFF2-40B4-BE49-F238E27FC236}">
                <a16:creationId xmlns:a16="http://schemas.microsoft.com/office/drawing/2014/main" id="{AF64AB78-5A69-4C19-8C36-3C6449989679}"/>
              </a:ext>
            </a:extLst>
          </p:cNvPr>
          <p:cNvSpPr>
            <a:spLocks noGrp="1"/>
          </p:cNvSpPr>
          <p:nvPr>
            <p:ph type="sldNum" sz="quarter" idx="10"/>
          </p:nvPr>
        </p:nvSpPr>
        <p:spPr/>
        <p:txBody>
          <a:bodyPr/>
          <a:lstStyle/>
          <a:p>
            <a:fld id="{68151E55-6873-49E2-B8D5-2F265E6F1973}" type="slidenum">
              <a:rPr lang="en-US" smtClean="0"/>
              <a:t>31</a:t>
            </a:fld>
            <a:endParaRPr lang="en-US" dirty="0"/>
          </a:p>
        </p:txBody>
      </p:sp>
    </p:spTree>
    <p:extLst>
      <p:ext uri="{BB962C8B-B14F-4D97-AF65-F5344CB8AC3E}">
        <p14:creationId xmlns:p14="http://schemas.microsoft.com/office/powerpoint/2010/main" val="15186516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9A311-B51C-462B-BF7E-C7A3E403ACB4}"/>
              </a:ext>
            </a:extLst>
          </p:cNvPr>
          <p:cNvSpPr>
            <a:spLocks noGrp="1"/>
          </p:cNvSpPr>
          <p:nvPr>
            <p:ph type="title"/>
          </p:nvPr>
        </p:nvSpPr>
        <p:spPr/>
        <p:txBody>
          <a:bodyPr>
            <a:noAutofit/>
          </a:bodyPr>
          <a:lstStyle/>
          <a:p>
            <a:r>
              <a:rPr lang="en-US" sz="2600" dirty="0"/>
              <a:t>Converting a Whole Percent (or a Fractional Percent) to a Fraction – Text Alternative</a:t>
            </a:r>
          </a:p>
        </p:txBody>
      </p:sp>
      <p:sp>
        <p:nvSpPr>
          <p:cNvPr id="3" name="Text Placeholder 2">
            <a:extLst>
              <a:ext uri="{FF2B5EF4-FFF2-40B4-BE49-F238E27FC236}">
                <a16:creationId xmlns:a16="http://schemas.microsoft.com/office/drawing/2014/main" id="{085D7F32-7A61-4C90-8940-B6D7BE7002F0}"/>
              </a:ext>
            </a:extLst>
          </p:cNvPr>
          <p:cNvSpPr>
            <a:spLocks noGrp="1"/>
          </p:cNvSpPr>
          <p:nvPr>
            <p:ph type="body" sz="quarter" idx="14"/>
          </p:nvPr>
        </p:nvSpPr>
        <p:spPr/>
        <p:txBody>
          <a:bodyPr/>
          <a:lstStyle/>
          <a:p>
            <a:r>
              <a:rPr lang="en-US" dirty="0">
                <a:hlinkClick r:id="rId2" action="ppaction://hlinksldjump"/>
              </a:rPr>
              <a:t>Return to parent-slide containing images.</a:t>
            </a:r>
          </a:p>
        </p:txBody>
      </p:sp>
      <p:sp>
        <p:nvSpPr>
          <p:cNvPr id="4" name="Content Placeholder 3">
            <a:extLst>
              <a:ext uri="{FF2B5EF4-FFF2-40B4-BE49-F238E27FC236}">
                <a16:creationId xmlns:a16="http://schemas.microsoft.com/office/drawing/2014/main" id="{A305221C-E97B-47D3-9A22-AC9FE28595B7}"/>
              </a:ext>
            </a:extLst>
          </p:cNvPr>
          <p:cNvSpPr>
            <a:spLocks noGrp="1"/>
          </p:cNvSpPr>
          <p:nvPr>
            <p:ph sz="quarter" idx="11"/>
          </p:nvPr>
        </p:nvSpPr>
        <p:spPr/>
        <p:txBody>
          <a:bodyPr>
            <a:normAutofit/>
          </a:bodyPr>
          <a:lstStyle/>
          <a:p>
            <a:r>
              <a:rPr lang="en-US" b="0" i="0" u="none" strike="noStrike" dirty="0">
                <a:solidFill>
                  <a:srgbClr val="000000"/>
                </a:solidFill>
                <a:effectLst/>
              </a:rPr>
              <a:t>On the top, 156 percent is changed to 156, multiplied by 1 over 100 giving 156 over 100, which equals 1 times 56 over 100, which in turn is reduced to 1 times 14 over 25. At the bottom, 1 by 8 percent is changed as 1 by 8, which is multiplied by 1 over 100 to give 1 over 800 finally.</a:t>
            </a:r>
            <a:endParaRPr lang="en-US" dirty="0"/>
          </a:p>
        </p:txBody>
      </p:sp>
      <p:sp>
        <p:nvSpPr>
          <p:cNvPr id="5" name="Text Placeholder 4">
            <a:extLst>
              <a:ext uri="{FF2B5EF4-FFF2-40B4-BE49-F238E27FC236}">
                <a16:creationId xmlns:a16="http://schemas.microsoft.com/office/drawing/2014/main" id="{1396258A-AB1C-4671-9C47-FEC74886C9B4}"/>
              </a:ext>
            </a:extLst>
          </p:cNvPr>
          <p:cNvSpPr>
            <a:spLocks noGrp="1"/>
          </p:cNvSpPr>
          <p:nvPr>
            <p:ph type="body" sz="quarter" idx="15"/>
          </p:nvPr>
        </p:nvSpPr>
        <p:spPr/>
        <p:txBody>
          <a:bodyPr/>
          <a:lstStyle/>
          <a:p>
            <a:pPr algn="ctr"/>
            <a:r>
              <a:rPr lang="en-US" dirty="0">
                <a:hlinkClick r:id="rId2" action="ppaction://hlinksldjump"/>
              </a:rPr>
              <a:t>Return to parent-slide containing images.</a:t>
            </a:r>
          </a:p>
        </p:txBody>
      </p:sp>
      <p:sp>
        <p:nvSpPr>
          <p:cNvPr id="6" name="Slide Number Placeholder 5">
            <a:extLst>
              <a:ext uri="{FF2B5EF4-FFF2-40B4-BE49-F238E27FC236}">
                <a16:creationId xmlns:a16="http://schemas.microsoft.com/office/drawing/2014/main" id="{AF64AB78-5A69-4C19-8C36-3C6449989679}"/>
              </a:ext>
            </a:extLst>
          </p:cNvPr>
          <p:cNvSpPr>
            <a:spLocks noGrp="1"/>
          </p:cNvSpPr>
          <p:nvPr>
            <p:ph type="sldNum" sz="quarter" idx="10"/>
          </p:nvPr>
        </p:nvSpPr>
        <p:spPr/>
        <p:txBody>
          <a:bodyPr/>
          <a:lstStyle/>
          <a:p>
            <a:fld id="{68151E55-6873-49E2-B8D5-2F265E6F1973}" type="slidenum">
              <a:rPr lang="en-US" smtClean="0"/>
              <a:t>32</a:t>
            </a:fld>
            <a:endParaRPr lang="en-US" dirty="0"/>
          </a:p>
        </p:txBody>
      </p:sp>
    </p:spTree>
    <p:extLst>
      <p:ext uri="{BB962C8B-B14F-4D97-AF65-F5344CB8AC3E}">
        <p14:creationId xmlns:p14="http://schemas.microsoft.com/office/powerpoint/2010/main" val="21416676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9A311-B51C-462B-BF7E-C7A3E403ACB4}"/>
              </a:ext>
            </a:extLst>
          </p:cNvPr>
          <p:cNvSpPr>
            <a:spLocks noGrp="1"/>
          </p:cNvSpPr>
          <p:nvPr>
            <p:ph type="title"/>
          </p:nvPr>
        </p:nvSpPr>
        <p:spPr/>
        <p:txBody>
          <a:bodyPr>
            <a:noAutofit/>
          </a:bodyPr>
          <a:lstStyle/>
          <a:p>
            <a:r>
              <a:rPr lang="en-US" sz="2800" dirty="0"/>
              <a:t>Converting a Mixed or Decimal Percent to a Fraction – Text Alternative</a:t>
            </a:r>
          </a:p>
        </p:txBody>
      </p:sp>
      <p:sp>
        <p:nvSpPr>
          <p:cNvPr id="3" name="Text Placeholder 2">
            <a:extLst>
              <a:ext uri="{FF2B5EF4-FFF2-40B4-BE49-F238E27FC236}">
                <a16:creationId xmlns:a16="http://schemas.microsoft.com/office/drawing/2014/main" id="{085D7F32-7A61-4C90-8940-B6D7BE7002F0}"/>
              </a:ext>
            </a:extLst>
          </p:cNvPr>
          <p:cNvSpPr>
            <a:spLocks noGrp="1"/>
          </p:cNvSpPr>
          <p:nvPr>
            <p:ph type="body" sz="quarter" idx="14"/>
          </p:nvPr>
        </p:nvSpPr>
        <p:spPr/>
        <p:txBody>
          <a:bodyPr/>
          <a:lstStyle/>
          <a:p>
            <a:r>
              <a:rPr lang="en-US" dirty="0">
                <a:hlinkClick r:id="rId2" action="ppaction://hlinksldjump"/>
              </a:rPr>
              <a:t>Return to parent-slide containing images.</a:t>
            </a:r>
          </a:p>
        </p:txBody>
      </p:sp>
      <p:sp>
        <p:nvSpPr>
          <p:cNvPr id="4" name="Content Placeholder 3">
            <a:extLst>
              <a:ext uri="{FF2B5EF4-FFF2-40B4-BE49-F238E27FC236}">
                <a16:creationId xmlns:a16="http://schemas.microsoft.com/office/drawing/2014/main" id="{A305221C-E97B-47D3-9A22-AC9FE28595B7}"/>
              </a:ext>
            </a:extLst>
          </p:cNvPr>
          <p:cNvSpPr>
            <a:spLocks noGrp="1"/>
          </p:cNvSpPr>
          <p:nvPr>
            <p:ph sz="quarter" idx="11"/>
          </p:nvPr>
        </p:nvSpPr>
        <p:spPr/>
        <p:txBody>
          <a:bodyPr>
            <a:normAutofit/>
          </a:bodyPr>
          <a:lstStyle/>
          <a:p>
            <a:r>
              <a:rPr lang="en-US" dirty="0"/>
              <a:t>On the top, 12 times 1 by 2 percent is changed as 25 by 2, which is multiplied by 1 over 100 to give 25 over 200 which in turn forms 1 by 8 finally. </a:t>
            </a:r>
            <a:r>
              <a:rPr lang="en-US"/>
              <a:t>At the bottom, 12.5 percent equals 12 times 1 by 2 percent, which in turn is changed as 25 over 2, multiplied by 1 over 100 to give 25 over 200 which forms 1 by 8 finally.</a:t>
            </a:r>
            <a:endParaRPr lang="en-US" dirty="0"/>
          </a:p>
        </p:txBody>
      </p:sp>
      <p:sp>
        <p:nvSpPr>
          <p:cNvPr id="5" name="Text Placeholder 4">
            <a:extLst>
              <a:ext uri="{FF2B5EF4-FFF2-40B4-BE49-F238E27FC236}">
                <a16:creationId xmlns:a16="http://schemas.microsoft.com/office/drawing/2014/main" id="{1396258A-AB1C-4671-9C47-FEC74886C9B4}"/>
              </a:ext>
            </a:extLst>
          </p:cNvPr>
          <p:cNvSpPr>
            <a:spLocks noGrp="1"/>
          </p:cNvSpPr>
          <p:nvPr>
            <p:ph type="body" sz="quarter" idx="15"/>
          </p:nvPr>
        </p:nvSpPr>
        <p:spPr/>
        <p:txBody>
          <a:bodyPr/>
          <a:lstStyle/>
          <a:p>
            <a:pPr algn="ctr"/>
            <a:r>
              <a:rPr lang="en-US" dirty="0">
                <a:hlinkClick r:id="rId2" action="ppaction://hlinksldjump"/>
              </a:rPr>
              <a:t>Return to parent-slide containing images.</a:t>
            </a:r>
          </a:p>
        </p:txBody>
      </p:sp>
      <p:sp>
        <p:nvSpPr>
          <p:cNvPr id="6" name="Slide Number Placeholder 5">
            <a:extLst>
              <a:ext uri="{FF2B5EF4-FFF2-40B4-BE49-F238E27FC236}">
                <a16:creationId xmlns:a16="http://schemas.microsoft.com/office/drawing/2014/main" id="{AF64AB78-5A69-4C19-8C36-3C6449989679}"/>
              </a:ext>
            </a:extLst>
          </p:cNvPr>
          <p:cNvSpPr>
            <a:spLocks noGrp="1"/>
          </p:cNvSpPr>
          <p:nvPr>
            <p:ph type="sldNum" sz="quarter" idx="10"/>
          </p:nvPr>
        </p:nvSpPr>
        <p:spPr/>
        <p:txBody>
          <a:bodyPr/>
          <a:lstStyle/>
          <a:p>
            <a:fld id="{68151E55-6873-49E2-B8D5-2F265E6F1973}" type="slidenum">
              <a:rPr lang="en-US" smtClean="0"/>
              <a:t>33</a:t>
            </a:fld>
            <a:endParaRPr lang="en-US" dirty="0"/>
          </a:p>
        </p:txBody>
      </p:sp>
    </p:spTree>
    <p:extLst>
      <p:ext uri="{BB962C8B-B14F-4D97-AF65-F5344CB8AC3E}">
        <p14:creationId xmlns:p14="http://schemas.microsoft.com/office/powerpoint/2010/main" val="41600772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9A311-B51C-462B-BF7E-C7A3E403ACB4}"/>
              </a:ext>
            </a:extLst>
          </p:cNvPr>
          <p:cNvSpPr>
            <a:spLocks noGrp="1"/>
          </p:cNvSpPr>
          <p:nvPr>
            <p:ph type="title"/>
          </p:nvPr>
        </p:nvSpPr>
        <p:spPr/>
        <p:txBody>
          <a:bodyPr>
            <a:noAutofit/>
          </a:bodyPr>
          <a:lstStyle/>
          <a:p>
            <a:r>
              <a:rPr lang="en-US" sz="2800" dirty="0"/>
              <a:t>Solving Percents with the Portion Formula – Text Alternative</a:t>
            </a:r>
          </a:p>
        </p:txBody>
      </p:sp>
      <p:sp>
        <p:nvSpPr>
          <p:cNvPr id="3" name="Text Placeholder 2">
            <a:extLst>
              <a:ext uri="{FF2B5EF4-FFF2-40B4-BE49-F238E27FC236}">
                <a16:creationId xmlns:a16="http://schemas.microsoft.com/office/drawing/2014/main" id="{085D7F32-7A61-4C90-8940-B6D7BE7002F0}"/>
              </a:ext>
            </a:extLst>
          </p:cNvPr>
          <p:cNvSpPr>
            <a:spLocks noGrp="1"/>
          </p:cNvSpPr>
          <p:nvPr>
            <p:ph type="body" sz="quarter" idx="14"/>
          </p:nvPr>
        </p:nvSpPr>
        <p:spPr/>
        <p:txBody>
          <a:bodyPr/>
          <a:lstStyle/>
          <a:p>
            <a:r>
              <a:rPr lang="en-US" dirty="0">
                <a:hlinkClick r:id="rId2" action="ppaction://hlinksldjump"/>
              </a:rPr>
              <a:t>Return to parent-slide containing images.</a:t>
            </a:r>
          </a:p>
        </p:txBody>
      </p:sp>
      <p:sp>
        <p:nvSpPr>
          <p:cNvPr id="4" name="Content Placeholder 3">
            <a:extLst>
              <a:ext uri="{FF2B5EF4-FFF2-40B4-BE49-F238E27FC236}">
                <a16:creationId xmlns:a16="http://schemas.microsoft.com/office/drawing/2014/main" id="{A305221C-E97B-47D3-9A22-AC9FE28595B7}"/>
              </a:ext>
            </a:extLst>
          </p:cNvPr>
          <p:cNvSpPr>
            <a:spLocks noGrp="1"/>
          </p:cNvSpPr>
          <p:nvPr>
            <p:ph sz="quarter" idx="11"/>
          </p:nvPr>
        </p:nvSpPr>
        <p:spPr/>
        <p:txBody>
          <a:bodyPr>
            <a:normAutofit/>
          </a:bodyPr>
          <a:lstStyle/>
          <a:p>
            <a:r>
              <a:rPr lang="en-US" b="0" i="0" u="none" strike="noStrike" dirty="0">
                <a:solidFill>
                  <a:srgbClr val="000000"/>
                </a:solidFill>
                <a:effectLst/>
              </a:rPr>
              <a:t>A dashed circle is shown. The upper half of the circle is shaded and represents portion. The lower half is divided into two halves with the left half labeled base and the right half labeled rate. Multiplication symbol is between base and rate. The horizontal line dividing the circle into upper and lower halves is called the dividing line. Word Is </a:t>
            </a:r>
            <a:r>
              <a:rPr lang="en-US" b="0" i="0" u="none" strike="noStrike" dirty="0" err="1">
                <a:solidFill>
                  <a:srgbClr val="000000"/>
                </a:solidFill>
                <a:effectLst/>
              </a:rPr>
              <a:t>is</a:t>
            </a:r>
            <a:r>
              <a:rPr lang="en-US" b="0" i="0" u="none" strike="noStrike" dirty="0">
                <a:solidFill>
                  <a:srgbClr val="000000"/>
                </a:solidFill>
                <a:effectLst/>
              </a:rPr>
              <a:t> pointing toward portion, word of toward base, and percentage symbol toward rate.</a:t>
            </a:r>
            <a:r>
              <a:rPr lang="en-US" dirty="0"/>
              <a:t> </a:t>
            </a:r>
          </a:p>
        </p:txBody>
      </p:sp>
      <p:sp>
        <p:nvSpPr>
          <p:cNvPr id="5" name="Text Placeholder 4">
            <a:extLst>
              <a:ext uri="{FF2B5EF4-FFF2-40B4-BE49-F238E27FC236}">
                <a16:creationId xmlns:a16="http://schemas.microsoft.com/office/drawing/2014/main" id="{1396258A-AB1C-4671-9C47-FEC74886C9B4}"/>
              </a:ext>
            </a:extLst>
          </p:cNvPr>
          <p:cNvSpPr>
            <a:spLocks noGrp="1"/>
          </p:cNvSpPr>
          <p:nvPr>
            <p:ph type="body" sz="quarter" idx="15"/>
          </p:nvPr>
        </p:nvSpPr>
        <p:spPr/>
        <p:txBody>
          <a:bodyPr/>
          <a:lstStyle/>
          <a:p>
            <a:pPr algn="ctr"/>
            <a:r>
              <a:rPr lang="en-US" dirty="0">
                <a:hlinkClick r:id="rId2" action="ppaction://hlinksldjump"/>
              </a:rPr>
              <a:t>Return to parent-slide containing images.</a:t>
            </a:r>
          </a:p>
        </p:txBody>
      </p:sp>
      <p:sp>
        <p:nvSpPr>
          <p:cNvPr id="6" name="Slide Number Placeholder 5">
            <a:extLst>
              <a:ext uri="{FF2B5EF4-FFF2-40B4-BE49-F238E27FC236}">
                <a16:creationId xmlns:a16="http://schemas.microsoft.com/office/drawing/2014/main" id="{AF64AB78-5A69-4C19-8C36-3C6449989679}"/>
              </a:ext>
            </a:extLst>
          </p:cNvPr>
          <p:cNvSpPr>
            <a:spLocks noGrp="1"/>
          </p:cNvSpPr>
          <p:nvPr>
            <p:ph type="sldNum" sz="quarter" idx="10"/>
          </p:nvPr>
        </p:nvSpPr>
        <p:spPr/>
        <p:txBody>
          <a:bodyPr/>
          <a:lstStyle/>
          <a:p>
            <a:fld id="{68151E55-6873-49E2-B8D5-2F265E6F1973}" type="slidenum">
              <a:rPr lang="en-US" smtClean="0"/>
              <a:t>34</a:t>
            </a:fld>
            <a:endParaRPr lang="en-US" dirty="0"/>
          </a:p>
        </p:txBody>
      </p:sp>
    </p:spTree>
    <p:extLst>
      <p:ext uri="{BB962C8B-B14F-4D97-AF65-F5344CB8AC3E}">
        <p14:creationId xmlns:p14="http://schemas.microsoft.com/office/powerpoint/2010/main" val="2821946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9A311-B51C-462B-BF7E-C7A3E403ACB4}"/>
              </a:ext>
            </a:extLst>
          </p:cNvPr>
          <p:cNvSpPr>
            <a:spLocks noGrp="1"/>
          </p:cNvSpPr>
          <p:nvPr>
            <p:ph type="title"/>
          </p:nvPr>
        </p:nvSpPr>
        <p:spPr/>
        <p:txBody>
          <a:bodyPr>
            <a:noAutofit/>
          </a:bodyPr>
          <a:lstStyle/>
          <a:p>
            <a:r>
              <a:rPr lang="en-US" sz="2800" dirty="0"/>
              <a:t>Solving for Portion – Text Alternative</a:t>
            </a:r>
          </a:p>
        </p:txBody>
      </p:sp>
      <p:sp>
        <p:nvSpPr>
          <p:cNvPr id="3" name="Text Placeholder 2">
            <a:extLst>
              <a:ext uri="{FF2B5EF4-FFF2-40B4-BE49-F238E27FC236}">
                <a16:creationId xmlns:a16="http://schemas.microsoft.com/office/drawing/2014/main" id="{085D7F32-7A61-4C90-8940-B6D7BE7002F0}"/>
              </a:ext>
            </a:extLst>
          </p:cNvPr>
          <p:cNvSpPr>
            <a:spLocks noGrp="1"/>
          </p:cNvSpPr>
          <p:nvPr>
            <p:ph type="body" sz="quarter" idx="14"/>
          </p:nvPr>
        </p:nvSpPr>
        <p:spPr/>
        <p:txBody>
          <a:bodyPr/>
          <a:lstStyle/>
          <a:p>
            <a:r>
              <a:rPr lang="en-US" dirty="0">
                <a:hlinkClick r:id="rId2" action="ppaction://hlinksldjump"/>
              </a:rPr>
              <a:t>Return to parent-slide containing images.</a:t>
            </a:r>
          </a:p>
        </p:txBody>
      </p:sp>
      <p:sp>
        <p:nvSpPr>
          <p:cNvPr id="4" name="Content Placeholder 3">
            <a:extLst>
              <a:ext uri="{FF2B5EF4-FFF2-40B4-BE49-F238E27FC236}">
                <a16:creationId xmlns:a16="http://schemas.microsoft.com/office/drawing/2014/main" id="{A305221C-E97B-47D3-9A22-AC9FE28595B7}"/>
              </a:ext>
            </a:extLst>
          </p:cNvPr>
          <p:cNvSpPr>
            <a:spLocks noGrp="1"/>
          </p:cNvSpPr>
          <p:nvPr>
            <p:ph sz="quarter" idx="11"/>
          </p:nvPr>
        </p:nvSpPr>
        <p:spPr/>
        <p:txBody>
          <a:bodyPr>
            <a:normAutofit/>
          </a:bodyPr>
          <a:lstStyle/>
          <a:p>
            <a:r>
              <a:rPr lang="en-US" sz="2000" b="0" i="0" u="none" strike="noStrike" dirty="0">
                <a:solidFill>
                  <a:srgbClr val="000000"/>
                </a:solidFill>
                <a:effectLst/>
              </a:rPr>
              <a:t>The facts column reads as follows: Milk Chocolate M and M’s sales: 80 percent. Total M and M’s sales: 400,000 dollars. Solving for? column reads as follows: Sales of milk chocolate M and M’s. Steps to take column reads as follows: Identify key elements. Base: 400,000 dollars. Rate: point 80. Portion: question mark. Portion equals base times rate. Key points column reads as follows: Upper half of a circle represents portion, which has to be found out. Base in the left lower half is indicated as 400,000 dollars. Rate in the right lower half is indicated as point 80. Multiplication symbol is between base and rate. Portion represents amount or part of beginning. Base represents beginning whole quantity (often after of). Rate represents percent symbol or word (here we put into decimal). Portion and rate must relate to same piece of base.</a:t>
            </a:r>
            <a:endParaRPr lang="en-US" sz="2000" dirty="0"/>
          </a:p>
        </p:txBody>
      </p:sp>
      <p:sp>
        <p:nvSpPr>
          <p:cNvPr id="5" name="Text Placeholder 4">
            <a:extLst>
              <a:ext uri="{FF2B5EF4-FFF2-40B4-BE49-F238E27FC236}">
                <a16:creationId xmlns:a16="http://schemas.microsoft.com/office/drawing/2014/main" id="{1396258A-AB1C-4671-9C47-FEC74886C9B4}"/>
              </a:ext>
            </a:extLst>
          </p:cNvPr>
          <p:cNvSpPr>
            <a:spLocks noGrp="1"/>
          </p:cNvSpPr>
          <p:nvPr>
            <p:ph type="body" sz="quarter" idx="15"/>
          </p:nvPr>
        </p:nvSpPr>
        <p:spPr/>
        <p:txBody>
          <a:bodyPr/>
          <a:lstStyle/>
          <a:p>
            <a:pPr algn="ctr"/>
            <a:r>
              <a:rPr lang="en-US" dirty="0">
                <a:hlinkClick r:id="rId2" action="ppaction://hlinksldjump"/>
              </a:rPr>
              <a:t>Return to parent-slide containing images.</a:t>
            </a:r>
          </a:p>
        </p:txBody>
      </p:sp>
      <p:sp>
        <p:nvSpPr>
          <p:cNvPr id="6" name="Slide Number Placeholder 5">
            <a:extLst>
              <a:ext uri="{FF2B5EF4-FFF2-40B4-BE49-F238E27FC236}">
                <a16:creationId xmlns:a16="http://schemas.microsoft.com/office/drawing/2014/main" id="{AF64AB78-5A69-4C19-8C36-3C6449989679}"/>
              </a:ext>
            </a:extLst>
          </p:cNvPr>
          <p:cNvSpPr>
            <a:spLocks noGrp="1"/>
          </p:cNvSpPr>
          <p:nvPr>
            <p:ph type="sldNum" sz="quarter" idx="10"/>
          </p:nvPr>
        </p:nvSpPr>
        <p:spPr/>
        <p:txBody>
          <a:bodyPr/>
          <a:lstStyle/>
          <a:p>
            <a:fld id="{68151E55-6873-49E2-B8D5-2F265E6F1973}" type="slidenum">
              <a:rPr lang="en-US" smtClean="0"/>
              <a:t>35</a:t>
            </a:fld>
            <a:endParaRPr lang="en-US" dirty="0"/>
          </a:p>
        </p:txBody>
      </p:sp>
    </p:spTree>
    <p:extLst>
      <p:ext uri="{BB962C8B-B14F-4D97-AF65-F5344CB8AC3E}">
        <p14:creationId xmlns:p14="http://schemas.microsoft.com/office/powerpoint/2010/main" val="12744721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9A311-B51C-462B-BF7E-C7A3E403ACB4}"/>
              </a:ext>
            </a:extLst>
          </p:cNvPr>
          <p:cNvSpPr>
            <a:spLocks noGrp="1"/>
          </p:cNvSpPr>
          <p:nvPr>
            <p:ph type="title"/>
          </p:nvPr>
        </p:nvSpPr>
        <p:spPr/>
        <p:txBody>
          <a:bodyPr>
            <a:noAutofit/>
          </a:bodyPr>
          <a:lstStyle/>
          <a:p>
            <a:r>
              <a:rPr lang="en-US" sz="2800" dirty="0"/>
              <a:t>Solving for Rate – Text Alternative</a:t>
            </a:r>
          </a:p>
        </p:txBody>
      </p:sp>
      <p:sp>
        <p:nvSpPr>
          <p:cNvPr id="3" name="Text Placeholder 2">
            <a:extLst>
              <a:ext uri="{FF2B5EF4-FFF2-40B4-BE49-F238E27FC236}">
                <a16:creationId xmlns:a16="http://schemas.microsoft.com/office/drawing/2014/main" id="{085D7F32-7A61-4C90-8940-B6D7BE7002F0}"/>
              </a:ext>
            </a:extLst>
          </p:cNvPr>
          <p:cNvSpPr>
            <a:spLocks noGrp="1"/>
          </p:cNvSpPr>
          <p:nvPr>
            <p:ph type="body" sz="quarter" idx="14"/>
          </p:nvPr>
        </p:nvSpPr>
        <p:spPr/>
        <p:txBody>
          <a:bodyPr/>
          <a:lstStyle/>
          <a:p>
            <a:r>
              <a:rPr lang="en-US" dirty="0">
                <a:hlinkClick r:id="rId2" action="ppaction://hlinksldjump"/>
              </a:rPr>
              <a:t>Return to parent-slide containing images.</a:t>
            </a:r>
          </a:p>
        </p:txBody>
      </p:sp>
      <p:sp>
        <p:nvSpPr>
          <p:cNvPr id="4" name="Content Placeholder 3">
            <a:extLst>
              <a:ext uri="{FF2B5EF4-FFF2-40B4-BE49-F238E27FC236}">
                <a16:creationId xmlns:a16="http://schemas.microsoft.com/office/drawing/2014/main" id="{A305221C-E97B-47D3-9A22-AC9FE28595B7}"/>
              </a:ext>
            </a:extLst>
          </p:cNvPr>
          <p:cNvSpPr>
            <a:spLocks noGrp="1"/>
          </p:cNvSpPr>
          <p:nvPr>
            <p:ph sz="quarter" idx="11"/>
          </p:nvPr>
        </p:nvSpPr>
        <p:spPr/>
        <p:txBody>
          <a:bodyPr>
            <a:noAutofit/>
          </a:bodyPr>
          <a:lstStyle/>
          <a:p>
            <a:r>
              <a:rPr lang="en-US" sz="2200" b="0" i="0" u="none" strike="noStrike" dirty="0">
                <a:solidFill>
                  <a:srgbClr val="000000"/>
                </a:solidFill>
                <a:effectLst/>
              </a:rPr>
              <a:t>The facts column reads as follows: Milk Chocolate M and M’s sales: 320,000 dollars. Total M and M’s sales: 400,000 dollars. Solving for? column reads as follows: Percent of milk chocolate M and M’s sales to total M and M’s sales. Steps to take column reads as follows: Identify key elements. Base: 400,000 dollars. Rate: question mark. Portion: 320,000 dollars. Rate equals portion over base. Key points column reads as follows: Upper half of a circle represents portion indicated as 320,000 dollars. Base in the left lower half is indicated as 400,000 dollars. Rate in the right lower half has to found out. Multiplication symbol is between base and rate. Since portion is less than base, the rate must be less than 100 percent. Portion and rate must relate to same piece of base.</a:t>
            </a:r>
            <a:endParaRPr lang="en-US" sz="2200" dirty="0"/>
          </a:p>
        </p:txBody>
      </p:sp>
      <p:sp>
        <p:nvSpPr>
          <p:cNvPr id="5" name="Text Placeholder 4">
            <a:extLst>
              <a:ext uri="{FF2B5EF4-FFF2-40B4-BE49-F238E27FC236}">
                <a16:creationId xmlns:a16="http://schemas.microsoft.com/office/drawing/2014/main" id="{1396258A-AB1C-4671-9C47-FEC74886C9B4}"/>
              </a:ext>
            </a:extLst>
          </p:cNvPr>
          <p:cNvSpPr>
            <a:spLocks noGrp="1"/>
          </p:cNvSpPr>
          <p:nvPr>
            <p:ph type="body" sz="quarter" idx="15"/>
          </p:nvPr>
        </p:nvSpPr>
        <p:spPr/>
        <p:txBody>
          <a:bodyPr/>
          <a:lstStyle/>
          <a:p>
            <a:pPr algn="ctr"/>
            <a:r>
              <a:rPr lang="en-US" dirty="0">
                <a:hlinkClick r:id="rId2" action="ppaction://hlinksldjump"/>
              </a:rPr>
              <a:t>Return to parent-slide containing images.</a:t>
            </a:r>
          </a:p>
        </p:txBody>
      </p:sp>
      <p:sp>
        <p:nvSpPr>
          <p:cNvPr id="6" name="Slide Number Placeholder 5">
            <a:extLst>
              <a:ext uri="{FF2B5EF4-FFF2-40B4-BE49-F238E27FC236}">
                <a16:creationId xmlns:a16="http://schemas.microsoft.com/office/drawing/2014/main" id="{AF64AB78-5A69-4C19-8C36-3C6449989679}"/>
              </a:ext>
            </a:extLst>
          </p:cNvPr>
          <p:cNvSpPr>
            <a:spLocks noGrp="1"/>
          </p:cNvSpPr>
          <p:nvPr>
            <p:ph type="sldNum" sz="quarter" idx="10"/>
          </p:nvPr>
        </p:nvSpPr>
        <p:spPr/>
        <p:txBody>
          <a:bodyPr/>
          <a:lstStyle/>
          <a:p>
            <a:fld id="{68151E55-6873-49E2-B8D5-2F265E6F1973}" type="slidenum">
              <a:rPr lang="en-US" smtClean="0"/>
              <a:t>36</a:t>
            </a:fld>
            <a:endParaRPr lang="en-US" dirty="0"/>
          </a:p>
        </p:txBody>
      </p:sp>
    </p:spTree>
    <p:extLst>
      <p:ext uri="{BB962C8B-B14F-4D97-AF65-F5344CB8AC3E}">
        <p14:creationId xmlns:p14="http://schemas.microsoft.com/office/powerpoint/2010/main" val="21764273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B9A311-B51C-462B-BF7E-C7A3E403ACB4}"/>
              </a:ext>
            </a:extLst>
          </p:cNvPr>
          <p:cNvSpPr>
            <a:spLocks noGrp="1"/>
          </p:cNvSpPr>
          <p:nvPr>
            <p:ph type="title"/>
          </p:nvPr>
        </p:nvSpPr>
        <p:spPr/>
        <p:txBody>
          <a:bodyPr>
            <a:noAutofit/>
          </a:bodyPr>
          <a:lstStyle/>
          <a:p>
            <a:r>
              <a:rPr lang="en-US" sz="2800" dirty="0"/>
              <a:t>Solving for Base – Text Alternative</a:t>
            </a:r>
          </a:p>
        </p:txBody>
      </p:sp>
      <p:sp>
        <p:nvSpPr>
          <p:cNvPr id="3" name="Text Placeholder 2">
            <a:extLst>
              <a:ext uri="{FF2B5EF4-FFF2-40B4-BE49-F238E27FC236}">
                <a16:creationId xmlns:a16="http://schemas.microsoft.com/office/drawing/2014/main" id="{085D7F32-7A61-4C90-8940-B6D7BE7002F0}"/>
              </a:ext>
            </a:extLst>
          </p:cNvPr>
          <p:cNvSpPr>
            <a:spLocks noGrp="1"/>
          </p:cNvSpPr>
          <p:nvPr>
            <p:ph type="body" sz="quarter" idx="14"/>
          </p:nvPr>
        </p:nvSpPr>
        <p:spPr/>
        <p:txBody>
          <a:bodyPr/>
          <a:lstStyle/>
          <a:p>
            <a:r>
              <a:rPr lang="en-US" dirty="0">
                <a:hlinkClick r:id="rId2" action="ppaction://hlinksldjump"/>
              </a:rPr>
              <a:t>Return to parent-slide containing images.</a:t>
            </a:r>
          </a:p>
        </p:txBody>
      </p:sp>
      <p:sp>
        <p:nvSpPr>
          <p:cNvPr id="4" name="Content Placeholder 3">
            <a:extLst>
              <a:ext uri="{FF2B5EF4-FFF2-40B4-BE49-F238E27FC236}">
                <a16:creationId xmlns:a16="http://schemas.microsoft.com/office/drawing/2014/main" id="{A305221C-E97B-47D3-9A22-AC9FE28595B7}"/>
              </a:ext>
            </a:extLst>
          </p:cNvPr>
          <p:cNvSpPr>
            <a:spLocks noGrp="1"/>
          </p:cNvSpPr>
          <p:nvPr>
            <p:ph sz="quarter" idx="11"/>
          </p:nvPr>
        </p:nvSpPr>
        <p:spPr/>
        <p:txBody>
          <a:bodyPr>
            <a:noAutofit/>
          </a:bodyPr>
          <a:lstStyle/>
          <a:p>
            <a:r>
              <a:rPr lang="en-US" sz="2200" b="0" i="0" u="none" strike="noStrike" dirty="0">
                <a:solidFill>
                  <a:srgbClr val="000000"/>
                </a:solidFill>
                <a:effectLst/>
              </a:rPr>
              <a:t>The facts column reads as follows: Peanut and other M and M’s chocolate candies sales: 20 percent. Milk Chocolate M and M’s sales: 320,000 dollars. Solving for? column reads as follows: Total M and M’s sales. Steps to take column reads as follows: Identify key elements. Base: question mark. Rate: point 80 open parenthesis 100 percent minus 20 percent close parenthesis. Portion: 320,000 dollars. Base equals portion over rate. Key points column reads as follows: Upper half of a circle represents portion indicated as 320,000 dollars. Base in the left lower half has to be found out. Rate in the right lower half is indicated as point 80. Multiplication symbol is between base and rate. Rate is 100 percent minus 20 percent. Portion of 320,000 dollars and rate of point 8 0 do relate to the same piece of base.</a:t>
            </a:r>
            <a:endParaRPr lang="en-US" sz="2200" dirty="0"/>
          </a:p>
        </p:txBody>
      </p:sp>
      <p:sp>
        <p:nvSpPr>
          <p:cNvPr id="5" name="Text Placeholder 4">
            <a:extLst>
              <a:ext uri="{FF2B5EF4-FFF2-40B4-BE49-F238E27FC236}">
                <a16:creationId xmlns:a16="http://schemas.microsoft.com/office/drawing/2014/main" id="{1396258A-AB1C-4671-9C47-FEC74886C9B4}"/>
              </a:ext>
            </a:extLst>
          </p:cNvPr>
          <p:cNvSpPr>
            <a:spLocks noGrp="1"/>
          </p:cNvSpPr>
          <p:nvPr>
            <p:ph type="body" sz="quarter" idx="15"/>
          </p:nvPr>
        </p:nvSpPr>
        <p:spPr/>
        <p:txBody>
          <a:bodyPr/>
          <a:lstStyle/>
          <a:p>
            <a:pPr algn="ctr"/>
            <a:r>
              <a:rPr lang="en-US" dirty="0">
                <a:hlinkClick r:id="rId2" action="ppaction://hlinksldjump"/>
              </a:rPr>
              <a:t>Return to parent-slide containing images.</a:t>
            </a:r>
          </a:p>
        </p:txBody>
      </p:sp>
      <p:sp>
        <p:nvSpPr>
          <p:cNvPr id="6" name="Slide Number Placeholder 5">
            <a:extLst>
              <a:ext uri="{FF2B5EF4-FFF2-40B4-BE49-F238E27FC236}">
                <a16:creationId xmlns:a16="http://schemas.microsoft.com/office/drawing/2014/main" id="{AF64AB78-5A69-4C19-8C36-3C6449989679}"/>
              </a:ext>
            </a:extLst>
          </p:cNvPr>
          <p:cNvSpPr>
            <a:spLocks noGrp="1"/>
          </p:cNvSpPr>
          <p:nvPr>
            <p:ph type="sldNum" sz="quarter" idx="10"/>
          </p:nvPr>
        </p:nvSpPr>
        <p:spPr/>
        <p:txBody>
          <a:bodyPr/>
          <a:lstStyle/>
          <a:p>
            <a:fld id="{68151E55-6873-49E2-B8D5-2F265E6F1973}" type="slidenum">
              <a:rPr lang="en-US" smtClean="0"/>
              <a:t>37</a:t>
            </a:fld>
            <a:endParaRPr lang="en-US" dirty="0"/>
          </a:p>
        </p:txBody>
      </p:sp>
    </p:spTree>
    <p:extLst>
      <p:ext uri="{BB962C8B-B14F-4D97-AF65-F5344CB8AC3E}">
        <p14:creationId xmlns:p14="http://schemas.microsoft.com/office/powerpoint/2010/main" val="45197709"/>
      </p:ext>
    </p:extLst>
  </p:cSld>
  <p:clrMapOvr>
    <a:masterClrMapping/>
  </p:clrMapOvr>
</p:sld>
</file>

<file path=ppt/theme/theme1.xml><?xml version="1.0" encoding="utf-8"?>
<a:theme xmlns:a="http://schemas.openxmlformats.org/drawingml/2006/main" name="Title Slides 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84F6219E-3D47-41AC-9893-1108D06AA07D}"/>
    </a:ext>
  </a:extLst>
</a:theme>
</file>

<file path=ppt/theme/theme2.xml><?xml version="1.0" encoding="utf-8"?>
<a:theme xmlns:a="http://schemas.openxmlformats.org/drawingml/2006/main" name="MainContentSlideMaster">
  <a:themeElements>
    <a:clrScheme name="Custom 164">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2060"/>
      </a:hlink>
      <a:folHlink>
        <a:srgbClr val="00206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B385948E-CF34-4CE8-9AC7-28DE40FDC656}"/>
    </a:ext>
  </a:extLst>
</a:theme>
</file>

<file path=ppt/theme/theme3.xml><?xml version="1.0" encoding="utf-8"?>
<a:theme xmlns:a="http://schemas.openxmlformats.org/drawingml/2006/main" name="Closing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FEE61EC3-6634-45B5-BF77-FBC9B835BC79}"/>
    </a:ext>
  </a:extLst>
</a:theme>
</file>

<file path=ppt/theme/theme4.xml><?xml version="1.0" encoding="utf-8"?>
<a:theme xmlns:a="http://schemas.openxmlformats.org/drawingml/2006/main" name="Divider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A15A20A0-BEE6-47A5-BC6B-F87134FBF13C}"/>
    </a:ext>
  </a:extLst>
</a:theme>
</file>

<file path=ppt/theme/theme5.xml><?xml version="1.0" encoding="utf-8"?>
<a:theme xmlns:a="http://schemas.openxmlformats.org/drawingml/2006/main" name="ImageDescriptionAppendixSlideMaster">
  <a:themeElements>
    <a:clrScheme name="Custom 163">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2060"/>
      </a:hlink>
      <a:folHlink>
        <a:srgbClr val="002060"/>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9_2019.potx" id="{41975DA0-F041-4DB0-8948-AC3BFD0C25BA}" vid="{22313DF8-AA3F-4A8D-9652-6DDC53D759ED}"/>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Nickels_UB13e_PPT_Instructor_Ch03</Template>
  <TotalTime>5689</TotalTime>
  <Words>2702</Words>
  <Application>Microsoft Office PowerPoint</Application>
  <PresentationFormat>On-screen Show (4:3)</PresentationFormat>
  <Paragraphs>207</Paragraphs>
  <Slides>37</Slides>
  <Notes>1</Notes>
  <HiddenSlides>12</HiddenSlides>
  <MMClips>0</MMClips>
  <ScaleCrop>false</ScaleCrop>
  <HeadingPairs>
    <vt:vector size="8" baseType="variant">
      <vt:variant>
        <vt:lpstr>Fonts Used</vt:lpstr>
      </vt:variant>
      <vt:variant>
        <vt:i4>2</vt:i4>
      </vt:variant>
      <vt:variant>
        <vt:lpstr>Theme</vt:lpstr>
      </vt:variant>
      <vt:variant>
        <vt:i4>5</vt:i4>
      </vt:variant>
      <vt:variant>
        <vt:lpstr>Embedded OLE Servers</vt:lpstr>
      </vt:variant>
      <vt:variant>
        <vt:i4>1</vt:i4>
      </vt:variant>
      <vt:variant>
        <vt:lpstr>Slide Titles</vt:lpstr>
      </vt:variant>
      <vt:variant>
        <vt:i4>37</vt:i4>
      </vt:variant>
    </vt:vector>
  </HeadingPairs>
  <TitlesOfParts>
    <vt:vector size="45" baseType="lpstr">
      <vt:lpstr>Arial</vt:lpstr>
      <vt:lpstr>Calibri</vt:lpstr>
      <vt:lpstr>Title Slides Master</vt:lpstr>
      <vt:lpstr>MainContentSlideMaster</vt:lpstr>
      <vt:lpstr>ClosingMaster</vt:lpstr>
      <vt:lpstr>DividerSlideMaster</vt:lpstr>
      <vt:lpstr>ImageDescriptionAppendixSlideMaster</vt:lpstr>
      <vt:lpstr>Equation</vt:lpstr>
      <vt:lpstr>Chapter 3</vt:lpstr>
      <vt:lpstr>Learning Unit Objectives</vt:lpstr>
      <vt:lpstr>Table 3.1 - Bag of M&amp;M’S</vt:lpstr>
      <vt:lpstr>Converting Decimals to Percents</vt:lpstr>
      <vt:lpstr>Rounding Percents</vt:lpstr>
      <vt:lpstr>Converting Percents to Decimals</vt:lpstr>
      <vt:lpstr>Converting Fractional Percents To Decimals</vt:lpstr>
      <vt:lpstr>Converting Fractions to Percents</vt:lpstr>
      <vt:lpstr>Converting a Whole Percent (or a Fractional Percent) to a Fraction</vt:lpstr>
      <vt:lpstr>Converting a Mixed or Decimal Percent to a Fraction</vt:lpstr>
      <vt:lpstr>Solving Percents with the Portion Formula</vt:lpstr>
      <vt:lpstr>Solving for Portion</vt:lpstr>
      <vt:lpstr>Solving for Rate</vt:lpstr>
      <vt:lpstr>Solving for Base</vt:lpstr>
      <vt:lpstr>Calculating Percent Increases and Decreases</vt:lpstr>
      <vt:lpstr>Rate of Percent Increase</vt:lpstr>
      <vt:lpstr>Rate of Percent Decrease</vt:lpstr>
      <vt:lpstr>Textbook Problem 3-6</vt:lpstr>
      <vt:lpstr>Textbook Problem 3-11</vt:lpstr>
      <vt:lpstr>Textbook Problem 3-15</vt:lpstr>
      <vt:lpstr>Textbook Problem 3-19</vt:lpstr>
      <vt:lpstr>Textbook Problem 3-26</vt:lpstr>
      <vt:lpstr>Textbook Problem 3-34</vt:lpstr>
      <vt:lpstr>Textbook Problem 3-42</vt:lpstr>
      <vt:lpstr>End of Main Content</vt:lpstr>
      <vt:lpstr>Accessibility Content: Text Alternatives for Images</vt:lpstr>
      <vt:lpstr>Table 3.1 - Bag of M&amp;M’S – Text Alternative</vt:lpstr>
      <vt:lpstr>Converting Decimals to Percents – Text Alternative</vt:lpstr>
      <vt:lpstr>Rounding Percents – Text Alternative</vt:lpstr>
      <vt:lpstr>Converting Percents to Decimals – Text Alternative</vt:lpstr>
      <vt:lpstr>Converting Fractional Percents To Decimals – Text Alternative</vt:lpstr>
      <vt:lpstr>Converting a Whole Percent (or a Fractional Percent) to a Fraction – Text Alternative</vt:lpstr>
      <vt:lpstr>Converting a Mixed or Decimal Percent to a Fraction – Text Alternative</vt:lpstr>
      <vt:lpstr>Solving Percents with the Portion Formula – Text Alternative</vt:lpstr>
      <vt:lpstr>Solving for Portion – Text Alternative</vt:lpstr>
      <vt:lpstr>Solving for Rate – Text Alternative</vt:lpstr>
      <vt:lpstr>Solving for Base – Text Alternative</vt:lpstr>
    </vt:vector>
  </TitlesOfParts>
  <Company>McGraw Hill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dc:title>
  <dc:creator/>
  <cp:keywords/>
  <cp:lastModifiedBy>Rizwan Ahmed</cp:lastModifiedBy>
  <cp:revision>2257</cp:revision>
  <dcterms:created xsi:type="dcterms:W3CDTF">2020-12-08T04:00:13Z</dcterms:created>
  <dcterms:modified xsi:type="dcterms:W3CDTF">2023-05-12T05:29:37Z</dcterms:modified>
</cp:coreProperties>
</file>