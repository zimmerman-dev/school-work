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4.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691" r:id="rId2"/>
    <p:sldMasterId id="2147483684" r:id="rId3"/>
    <p:sldMasterId id="2147483686" r:id="rId4"/>
    <p:sldMasterId id="2147483701" r:id="rId5"/>
  </p:sldMasterIdLst>
  <p:notesMasterIdLst>
    <p:notesMasterId r:id="rId41"/>
  </p:notesMasterIdLst>
  <p:sldIdLst>
    <p:sldId id="1449" r:id="rId6"/>
    <p:sldId id="1350" r:id="rId7"/>
    <p:sldId id="1481" r:id="rId8"/>
    <p:sldId id="1482" r:id="rId9"/>
    <p:sldId id="1483" r:id="rId10"/>
    <p:sldId id="1484" r:id="rId11"/>
    <p:sldId id="1485" r:id="rId12"/>
    <p:sldId id="1486" r:id="rId13"/>
    <p:sldId id="1487" r:id="rId14"/>
    <p:sldId id="1488" r:id="rId15"/>
    <p:sldId id="1489" r:id="rId16"/>
    <p:sldId id="1490" r:id="rId17"/>
    <p:sldId id="1491" r:id="rId18"/>
    <p:sldId id="1492" r:id="rId19"/>
    <p:sldId id="1493" r:id="rId20"/>
    <p:sldId id="1494" r:id="rId21"/>
    <p:sldId id="1495" r:id="rId22"/>
    <p:sldId id="1496" r:id="rId23"/>
    <p:sldId id="1497" r:id="rId24"/>
    <p:sldId id="1498" r:id="rId25"/>
    <p:sldId id="1499" r:id="rId26"/>
    <p:sldId id="1500" r:id="rId27"/>
    <p:sldId id="1501" r:id="rId28"/>
    <p:sldId id="1502" r:id="rId29"/>
    <p:sldId id="1503" r:id="rId30"/>
    <p:sldId id="1504" r:id="rId31"/>
    <p:sldId id="1505" r:id="rId32"/>
    <p:sldId id="1506" r:id="rId33"/>
    <p:sldId id="442" r:id="rId34"/>
    <p:sldId id="1507" r:id="rId35"/>
    <p:sldId id="258" r:id="rId36"/>
    <p:sldId id="1508" r:id="rId37"/>
    <p:sldId id="1509" r:id="rId38"/>
    <p:sldId id="1510" r:id="rId39"/>
    <p:sldId id="1511"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5973D931-3BAC-4F30-9C16-B7461F574E40}">
          <p14:sldIdLst>
            <p14:sldId id="1449"/>
            <p14:sldId id="1350"/>
            <p14:sldId id="1481"/>
            <p14:sldId id="1482"/>
            <p14:sldId id="1483"/>
            <p14:sldId id="1484"/>
            <p14:sldId id="1485"/>
            <p14:sldId id="1486"/>
            <p14:sldId id="1487"/>
            <p14:sldId id="1488"/>
            <p14:sldId id="1489"/>
            <p14:sldId id="1490"/>
            <p14:sldId id="1491"/>
            <p14:sldId id="1492"/>
            <p14:sldId id="1493"/>
            <p14:sldId id="1494"/>
            <p14:sldId id="1495"/>
            <p14:sldId id="1496"/>
            <p14:sldId id="1497"/>
            <p14:sldId id="1498"/>
            <p14:sldId id="1499"/>
            <p14:sldId id="1500"/>
            <p14:sldId id="1501"/>
            <p14:sldId id="1502"/>
            <p14:sldId id="1503"/>
            <p14:sldId id="1504"/>
            <p14:sldId id="1505"/>
            <p14:sldId id="1506"/>
            <p14:sldId id="442"/>
          </p14:sldIdLst>
        </p14:section>
        <p14:section name="Appendix: Image Descriptions for Unsighted Students" id="{9E859B0B-078E-463E-89A6-21C20DD280C4}">
          <p14:sldIdLst>
            <p14:sldId id="1507"/>
            <p14:sldId id="258"/>
            <p14:sldId id="1508"/>
            <p14:sldId id="1509"/>
            <p14:sldId id="1510"/>
            <p14:sldId id="1511"/>
          </p14:sldIdLst>
        </p14:section>
      </p14:sectionLst>
    </p:ext>
    <p:ext uri="{EFAFB233-063F-42B5-8137-9DF3F51BA10A}">
      <p15:sldGuideLst xmlns:p15="http://schemas.microsoft.com/office/powerpoint/2012/main">
        <p15:guide id="2" pos="2880" userDrawn="1">
          <p15:clr>
            <a:srgbClr val="A4A3A4"/>
          </p15:clr>
        </p15:guide>
        <p15:guide id="3" orient="horz" pos="2208" userDrawn="1">
          <p15:clr>
            <a:srgbClr val="A4A3A4"/>
          </p15:clr>
        </p15:guide>
        <p15:guide id="4" pos="5664" userDrawn="1">
          <p15:clr>
            <a:srgbClr val="A4A3A4"/>
          </p15:clr>
        </p15:guide>
        <p15:guide id="5" pos="456" userDrawn="1">
          <p15:clr>
            <a:srgbClr val="A4A3A4"/>
          </p15:clr>
        </p15:guide>
        <p15:guide id="6" orient="horz" pos="79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extLst>
      <p:ext uri="{19B8F6BF-5375-455C-9EA6-DF929625EA0E}">
        <p15:presenceInfo xmlns:p15="http://schemas.microsoft.com/office/powerpoint/2012/main" userId="S-1-5-21-1645522239-1123561945-839522115-1006658" providerId="AD"/>
      </p:ext>
    </p:extLst>
  </p:cmAuthor>
  <p:cmAuthor id="2" name="Ciporen, Laura" initials="CL [2]" lastIdx="2" clrIdx="1">
    <p:extLst>
      <p:ext uri="{19B8F6BF-5375-455C-9EA6-DF929625EA0E}">
        <p15:presenceInfo xmlns:p15="http://schemas.microsoft.com/office/powerpoint/2012/main" userId="S::laura.ciporen@mheducation.com::567f631f-0624-4179-9d16-569ddce48823" providerId="AD"/>
      </p:ext>
    </p:extLst>
  </p:cmAuthor>
  <p:cmAuthor id="3" name="1769" initials="1" lastIdx="2" clrIdx="2">
    <p:extLst>
      <p:ext uri="{19B8F6BF-5375-455C-9EA6-DF929625EA0E}">
        <p15:presenceInfo xmlns:p15="http://schemas.microsoft.com/office/powerpoint/2012/main" userId="1769"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A9131A"/>
    <a:srgbClr val="0080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442" autoAdjust="0"/>
    <p:restoredTop sz="94431" autoAdjust="0"/>
  </p:normalViewPr>
  <p:slideViewPr>
    <p:cSldViewPr snapToGrid="0" showGuides="1">
      <p:cViewPr varScale="1">
        <p:scale>
          <a:sx n="100" d="100"/>
          <a:sy n="100" d="100"/>
        </p:scale>
        <p:origin x="1464" y="72"/>
      </p:cViewPr>
      <p:guideLst>
        <p:guide pos="2880"/>
        <p:guide orient="horz" pos="2208"/>
        <p:guide pos="5664"/>
        <p:guide pos="456"/>
        <p:guide orient="horz" pos="79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668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commentAuthors" Target="commentAuthor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presProps" Target="presProps.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3" Type="http://schemas.openxmlformats.org/officeDocument/2006/relationships/image" Target="../media/image20.wmf"/><Relationship Id="rId18" Type="http://schemas.openxmlformats.org/officeDocument/2006/relationships/image" Target="../media/image25.wmf"/><Relationship Id="rId26" Type="http://schemas.openxmlformats.org/officeDocument/2006/relationships/image" Target="../media/image33.wmf"/><Relationship Id="rId3" Type="http://schemas.openxmlformats.org/officeDocument/2006/relationships/image" Target="../media/image10.wmf"/><Relationship Id="rId21" Type="http://schemas.openxmlformats.org/officeDocument/2006/relationships/image" Target="../media/image28.wmf"/><Relationship Id="rId7" Type="http://schemas.openxmlformats.org/officeDocument/2006/relationships/image" Target="../media/image14.wmf"/><Relationship Id="rId12" Type="http://schemas.openxmlformats.org/officeDocument/2006/relationships/image" Target="../media/image19.wmf"/><Relationship Id="rId17" Type="http://schemas.openxmlformats.org/officeDocument/2006/relationships/image" Target="../media/image24.wmf"/><Relationship Id="rId25" Type="http://schemas.openxmlformats.org/officeDocument/2006/relationships/image" Target="../media/image32.wmf"/><Relationship Id="rId33" Type="http://schemas.openxmlformats.org/officeDocument/2006/relationships/image" Target="../media/image40.wmf"/><Relationship Id="rId2" Type="http://schemas.openxmlformats.org/officeDocument/2006/relationships/image" Target="../media/image9.wmf"/><Relationship Id="rId16" Type="http://schemas.openxmlformats.org/officeDocument/2006/relationships/image" Target="../media/image23.wmf"/><Relationship Id="rId20" Type="http://schemas.openxmlformats.org/officeDocument/2006/relationships/image" Target="../media/image27.wmf"/><Relationship Id="rId29" Type="http://schemas.openxmlformats.org/officeDocument/2006/relationships/image" Target="../media/image36.wmf"/><Relationship Id="rId1" Type="http://schemas.openxmlformats.org/officeDocument/2006/relationships/image" Target="../media/image8.wmf"/><Relationship Id="rId6" Type="http://schemas.openxmlformats.org/officeDocument/2006/relationships/image" Target="../media/image13.wmf"/><Relationship Id="rId11" Type="http://schemas.openxmlformats.org/officeDocument/2006/relationships/image" Target="../media/image18.wmf"/><Relationship Id="rId24" Type="http://schemas.openxmlformats.org/officeDocument/2006/relationships/image" Target="../media/image31.wmf"/><Relationship Id="rId32" Type="http://schemas.openxmlformats.org/officeDocument/2006/relationships/image" Target="../media/image39.wmf"/><Relationship Id="rId5" Type="http://schemas.openxmlformats.org/officeDocument/2006/relationships/image" Target="../media/image12.wmf"/><Relationship Id="rId15" Type="http://schemas.openxmlformats.org/officeDocument/2006/relationships/image" Target="../media/image22.wmf"/><Relationship Id="rId23" Type="http://schemas.openxmlformats.org/officeDocument/2006/relationships/image" Target="../media/image30.wmf"/><Relationship Id="rId28" Type="http://schemas.openxmlformats.org/officeDocument/2006/relationships/image" Target="../media/image35.wmf"/><Relationship Id="rId10" Type="http://schemas.openxmlformats.org/officeDocument/2006/relationships/image" Target="../media/image17.wmf"/><Relationship Id="rId19" Type="http://schemas.openxmlformats.org/officeDocument/2006/relationships/image" Target="../media/image26.wmf"/><Relationship Id="rId31" Type="http://schemas.openxmlformats.org/officeDocument/2006/relationships/image" Target="../media/image38.wmf"/><Relationship Id="rId4" Type="http://schemas.openxmlformats.org/officeDocument/2006/relationships/image" Target="../media/image11.wmf"/><Relationship Id="rId9" Type="http://schemas.openxmlformats.org/officeDocument/2006/relationships/image" Target="../media/image16.wmf"/><Relationship Id="rId14" Type="http://schemas.openxmlformats.org/officeDocument/2006/relationships/image" Target="../media/image21.wmf"/><Relationship Id="rId22" Type="http://schemas.openxmlformats.org/officeDocument/2006/relationships/image" Target="../media/image29.wmf"/><Relationship Id="rId27" Type="http://schemas.openxmlformats.org/officeDocument/2006/relationships/image" Target="../media/image34.wmf"/><Relationship Id="rId30" Type="http://schemas.openxmlformats.org/officeDocument/2006/relationships/image" Target="../media/image37.wmf"/><Relationship Id="rId8" Type="http://schemas.openxmlformats.org/officeDocument/2006/relationships/image" Target="../media/image15.w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49.wmf"/><Relationship Id="rId3" Type="http://schemas.openxmlformats.org/officeDocument/2006/relationships/image" Target="../media/image44.wmf"/><Relationship Id="rId7" Type="http://schemas.openxmlformats.org/officeDocument/2006/relationships/image" Target="../media/image48.wmf"/><Relationship Id="rId12" Type="http://schemas.openxmlformats.org/officeDocument/2006/relationships/image" Target="../media/image53.wmf"/><Relationship Id="rId2" Type="http://schemas.openxmlformats.org/officeDocument/2006/relationships/image" Target="../media/image43.wmf"/><Relationship Id="rId1" Type="http://schemas.openxmlformats.org/officeDocument/2006/relationships/image" Target="../media/image42.wmf"/><Relationship Id="rId6" Type="http://schemas.openxmlformats.org/officeDocument/2006/relationships/image" Target="../media/image47.wmf"/><Relationship Id="rId11" Type="http://schemas.openxmlformats.org/officeDocument/2006/relationships/image" Target="../media/image52.wmf"/><Relationship Id="rId5" Type="http://schemas.openxmlformats.org/officeDocument/2006/relationships/image" Target="../media/image46.wmf"/><Relationship Id="rId10" Type="http://schemas.openxmlformats.org/officeDocument/2006/relationships/image" Target="../media/image51.wmf"/><Relationship Id="rId4" Type="http://schemas.openxmlformats.org/officeDocument/2006/relationships/image" Target="../media/image45.wmf"/><Relationship Id="rId9" Type="http://schemas.openxmlformats.org/officeDocument/2006/relationships/image" Target="../media/image50.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58.wmf"/><Relationship Id="rId1" Type="http://schemas.openxmlformats.org/officeDocument/2006/relationships/image" Target="../media/image57.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60.wmf"/><Relationship Id="rId1" Type="http://schemas.openxmlformats.org/officeDocument/2006/relationships/image" Target="../media/image5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63.wmf"/><Relationship Id="rId1" Type="http://schemas.openxmlformats.org/officeDocument/2006/relationships/image" Target="../media/image62.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64.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68.wmf"/><Relationship Id="rId1" Type="http://schemas.openxmlformats.org/officeDocument/2006/relationships/image" Target="../media/image67.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70.wmf"/><Relationship Id="rId1" Type="http://schemas.openxmlformats.org/officeDocument/2006/relationships/image" Target="../media/image69.wmf"/></Relationships>
</file>

<file path=ppt/drawings/_rels/vmlDrawing10.vml.rels><?xml version="1.0" encoding="UTF-8" standalone="yes"?>
<Relationships xmlns="http://schemas.openxmlformats.org/package/2006/relationships"><Relationship Id="rId13" Type="http://schemas.openxmlformats.org/officeDocument/2006/relationships/image" Target="../media/image83.wmf"/><Relationship Id="rId18" Type="http://schemas.openxmlformats.org/officeDocument/2006/relationships/image" Target="../media/image88.wmf"/><Relationship Id="rId26" Type="http://schemas.openxmlformats.org/officeDocument/2006/relationships/image" Target="../media/image96.wmf"/><Relationship Id="rId39" Type="http://schemas.openxmlformats.org/officeDocument/2006/relationships/image" Target="../media/image109.wmf"/><Relationship Id="rId21" Type="http://schemas.openxmlformats.org/officeDocument/2006/relationships/image" Target="../media/image91.wmf"/><Relationship Id="rId34" Type="http://schemas.openxmlformats.org/officeDocument/2006/relationships/image" Target="../media/image104.wmf"/><Relationship Id="rId42" Type="http://schemas.openxmlformats.org/officeDocument/2006/relationships/image" Target="../media/image112.wmf"/><Relationship Id="rId7" Type="http://schemas.openxmlformats.org/officeDocument/2006/relationships/image" Target="../media/image77.wmf"/><Relationship Id="rId2" Type="http://schemas.openxmlformats.org/officeDocument/2006/relationships/image" Target="../media/image72.wmf"/><Relationship Id="rId16" Type="http://schemas.openxmlformats.org/officeDocument/2006/relationships/image" Target="../media/image86.wmf"/><Relationship Id="rId29" Type="http://schemas.openxmlformats.org/officeDocument/2006/relationships/image" Target="../media/image99.wmf"/><Relationship Id="rId1" Type="http://schemas.openxmlformats.org/officeDocument/2006/relationships/image" Target="../media/image71.wmf"/><Relationship Id="rId6" Type="http://schemas.openxmlformats.org/officeDocument/2006/relationships/image" Target="../media/image76.wmf"/><Relationship Id="rId11" Type="http://schemas.openxmlformats.org/officeDocument/2006/relationships/image" Target="../media/image81.wmf"/><Relationship Id="rId24" Type="http://schemas.openxmlformats.org/officeDocument/2006/relationships/image" Target="../media/image94.emf"/><Relationship Id="rId32" Type="http://schemas.openxmlformats.org/officeDocument/2006/relationships/image" Target="../media/image102.wmf"/><Relationship Id="rId37" Type="http://schemas.openxmlformats.org/officeDocument/2006/relationships/image" Target="../media/image107.wmf"/><Relationship Id="rId40" Type="http://schemas.openxmlformats.org/officeDocument/2006/relationships/image" Target="../media/image110.wmf"/><Relationship Id="rId45" Type="http://schemas.openxmlformats.org/officeDocument/2006/relationships/image" Target="../media/image115.wmf"/><Relationship Id="rId5" Type="http://schemas.openxmlformats.org/officeDocument/2006/relationships/image" Target="../media/image75.wmf"/><Relationship Id="rId15" Type="http://schemas.openxmlformats.org/officeDocument/2006/relationships/image" Target="../media/image85.wmf"/><Relationship Id="rId23" Type="http://schemas.openxmlformats.org/officeDocument/2006/relationships/image" Target="../media/image93.wmf"/><Relationship Id="rId28" Type="http://schemas.openxmlformats.org/officeDocument/2006/relationships/image" Target="../media/image98.wmf"/><Relationship Id="rId36" Type="http://schemas.openxmlformats.org/officeDocument/2006/relationships/image" Target="../media/image106.wmf"/><Relationship Id="rId10" Type="http://schemas.openxmlformats.org/officeDocument/2006/relationships/image" Target="../media/image80.wmf"/><Relationship Id="rId19" Type="http://schemas.openxmlformats.org/officeDocument/2006/relationships/image" Target="../media/image89.wmf"/><Relationship Id="rId31" Type="http://schemas.openxmlformats.org/officeDocument/2006/relationships/image" Target="../media/image101.wmf"/><Relationship Id="rId44" Type="http://schemas.openxmlformats.org/officeDocument/2006/relationships/image" Target="../media/image114.wmf"/><Relationship Id="rId4" Type="http://schemas.openxmlformats.org/officeDocument/2006/relationships/image" Target="../media/image74.wmf"/><Relationship Id="rId9" Type="http://schemas.openxmlformats.org/officeDocument/2006/relationships/image" Target="../media/image79.wmf"/><Relationship Id="rId14" Type="http://schemas.openxmlformats.org/officeDocument/2006/relationships/image" Target="../media/image84.wmf"/><Relationship Id="rId22" Type="http://schemas.openxmlformats.org/officeDocument/2006/relationships/image" Target="../media/image92.wmf"/><Relationship Id="rId27" Type="http://schemas.openxmlformats.org/officeDocument/2006/relationships/image" Target="../media/image97.wmf"/><Relationship Id="rId30" Type="http://schemas.openxmlformats.org/officeDocument/2006/relationships/image" Target="../media/image100.wmf"/><Relationship Id="rId35" Type="http://schemas.openxmlformats.org/officeDocument/2006/relationships/image" Target="../media/image105.wmf"/><Relationship Id="rId43" Type="http://schemas.openxmlformats.org/officeDocument/2006/relationships/image" Target="../media/image113.wmf"/><Relationship Id="rId8" Type="http://schemas.openxmlformats.org/officeDocument/2006/relationships/image" Target="../media/image78.wmf"/><Relationship Id="rId3" Type="http://schemas.openxmlformats.org/officeDocument/2006/relationships/image" Target="../media/image73.wmf"/><Relationship Id="rId12" Type="http://schemas.openxmlformats.org/officeDocument/2006/relationships/image" Target="../media/image82.wmf"/><Relationship Id="rId17" Type="http://schemas.openxmlformats.org/officeDocument/2006/relationships/image" Target="../media/image87.wmf"/><Relationship Id="rId25" Type="http://schemas.openxmlformats.org/officeDocument/2006/relationships/image" Target="../media/image95.wmf"/><Relationship Id="rId33" Type="http://schemas.openxmlformats.org/officeDocument/2006/relationships/image" Target="../media/image103.wmf"/><Relationship Id="rId38" Type="http://schemas.openxmlformats.org/officeDocument/2006/relationships/image" Target="../media/image108.wmf"/><Relationship Id="rId46" Type="http://schemas.openxmlformats.org/officeDocument/2006/relationships/image" Target="../media/image116.wmf"/><Relationship Id="rId20" Type="http://schemas.openxmlformats.org/officeDocument/2006/relationships/image" Target="../media/image90.wmf"/><Relationship Id="rId41" Type="http://schemas.openxmlformats.org/officeDocument/2006/relationships/image" Target="../media/image111.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18.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19.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20.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128.wmf"/><Relationship Id="rId13" Type="http://schemas.openxmlformats.org/officeDocument/2006/relationships/image" Target="../media/image133.wmf"/><Relationship Id="rId18" Type="http://schemas.openxmlformats.org/officeDocument/2006/relationships/image" Target="../media/image138.wmf"/><Relationship Id="rId26" Type="http://schemas.openxmlformats.org/officeDocument/2006/relationships/image" Target="../media/image146.wmf"/><Relationship Id="rId3" Type="http://schemas.openxmlformats.org/officeDocument/2006/relationships/image" Target="../media/image123.wmf"/><Relationship Id="rId21" Type="http://schemas.openxmlformats.org/officeDocument/2006/relationships/image" Target="../media/image141.wmf"/><Relationship Id="rId7" Type="http://schemas.openxmlformats.org/officeDocument/2006/relationships/image" Target="../media/image127.wmf"/><Relationship Id="rId12" Type="http://schemas.openxmlformats.org/officeDocument/2006/relationships/image" Target="../media/image132.wmf"/><Relationship Id="rId17" Type="http://schemas.openxmlformats.org/officeDocument/2006/relationships/image" Target="../media/image137.wmf"/><Relationship Id="rId25" Type="http://schemas.openxmlformats.org/officeDocument/2006/relationships/image" Target="../media/image145.wmf"/><Relationship Id="rId2" Type="http://schemas.openxmlformats.org/officeDocument/2006/relationships/image" Target="../media/image122.wmf"/><Relationship Id="rId16" Type="http://schemas.openxmlformats.org/officeDocument/2006/relationships/image" Target="../media/image136.wmf"/><Relationship Id="rId20" Type="http://schemas.openxmlformats.org/officeDocument/2006/relationships/image" Target="../media/image140.wmf"/><Relationship Id="rId1" Type="http://schemas.openxmlformats.org/officeDocument/2006/relationships/image" Target="../media/image121.wmf"/><Relationship Id="rId6" Type="http://schemas.openxmlformats.org/officeDocument/2006/relationships/image" Target="../media/image126.wmf"/><Relationship Id="rId11" Type="http://schemas.openxmlformats.org/officeDocument/2006/relationships/image" Target="../media/image131.wmf"/><Relationship Id="rId24" Type="http://schemas.openxmlformats.org/officeDocument/2006/relationships/image" Target="../media/image144.wmf"/><Relationship Id="rId5" Type="http://schemas.openxmlformats.org/officeDocument/2006/relationships/image" Target="../media/image125.wmf"/><Relationship Id="rId15" Type="http://schemas.openxmlformats.org/officeDocument/2006/relationships/image" Target="../media/image135.wmf"/><Relationship Id="rId23" Type="http://schemas.openxmlformats.org/officeDocument/2006/relationships/image" Target="../media/image143.wmf"/><Relationship Id="rId10" Type="http://schemas.openxmlformats.org/officeDocument/2006/relationships/image" Target="../media/image130.wmf"/><Relationship Id="rId19" Type="http://schemas.openxmlformats.org/officeDocument/2006/relationships/image" Target="../media/image139.wmf"/><Relationship Id="rId4" Type="http://schemas.openxmlformats.org/officeDocument/2006/relationships/image" Target="../media/image124.wmf"/><Relationship Id="rId9" Type="http://schemas.openxmlformats.org/officeDocument/2006/relationships/image" Target="../media/image129.wmf"/><Relationship Id="rId14" Type="http://schemas.openxmlformats.org/officeDocument/2006/relationships/image" Target="../media/image134.wmf"/><Relationship Id="rId22" Type="http://schemas.openxmlformats.org/officeDocument/2006/relationships/image" Target="../media/image14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0C1A02-B94D-44D6-8AA3-0DD14C84C13F}" type="datetimeFigureOut">
              <a:rPr lang="en-US" smtClean="0"/>
              <a:t>6/15/2023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9E8D09-9492-4554-9C8F-456CB81F32A8}" type="slidenum">
              <a:rPr lang="en-US" smtClean="0"/>
              <a:t>‹#›</a:t>
            </a:fld>
            <a:endParaRPr lang="en-US"/>
          </a:p>
        </p:txBody>
      </p:sp>
    </p:spTree>
    <p:extLst>
      <p:ext uri="{BB962C8B-B14F-4D97-AF65-F5344CB8AC3E}">
        <p14:creationId xmlns:p14="http://schemas.microsoft.com/office/powerpoint/2010/main" val="3020171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9E8D09-9492-4554-9C8F-456CB81F32A8}" type="slidenum">
              <a:rPr lang="en-US" smtClean="0"/>
              <a:t>18</a:t>
            </a:fld>
            <a:endParaRPr lang="en-US"/>
          </a:p>
        </p:txBody>
      </p:sp>
    </p:spTree>
    <p:extLst>
      <p:ext uri="{BB962C8B-B14F-4D97-AF65-F5344CB8AC3E}">
        <p14:creationId xmlns:p14="http://schemas.microsoft.com/office/powerpoint/2010/main" val="13819773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9A7A27-C7DA-4E20-8877-F9D8D7F61956}" type="slidenum">
              <a:rPr lang="en-US" smtClean="0"/>
              <a:t>29</a:t>
            </a:fld>
            <a:endParaRPr lang="en-US"/>
          </a:p>
        </p:txBody>
      </p:sp>
    </p:spTree>
    <p:extLst>
      <p:ext uri="{BB962C8B-B14F-4D97-AF65-F5344CB8AC3E}">
        <p14:creationId xmlns:p14="http://schemas.microsoft.com/office/powerpoint/2010/main" val="40057414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8AC4EEC4-5547-4185-92E7-A6CAF888043F}"/>
              </a:ext>
            </a:extLst>
          </p:cNvPr>
          <p:cNvSpPr>
            <a:spLocks noGrp="1"/>
          </p:cNvSpPr>
          <p:nvPr>
            <p:ph type="ftr" sz="quarter" idx="12"/>
          </p:nvPr>
        </p:nvSpPr>
        <p:spPr>
          <a:xfrm>
            <a:off x="0" y="6478438"/>
            <a:ext cx="9144000" cy="374266"/>
          </a:xfrm>
        </p:spPr>
        <p:txBody>
          <a:bodyPr/>
          <a:lstStyle>
            <a:lvl1pPr algn="ctr">
              <a:defRPr>
                <a:solidFill>
                  <a:schemeClr val="tx1">
                    <a:lumMod val="50000"/>
                    <a:lumOff val="50000"/>
                  </a:schemeClr>
                </a:solidFill>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F4607C07-D864-4A1A-8061-D12997CC50CE}"/>
              </a:ext>
            </a:extLst>
          </p:cNvPr>
          <p:cNvSpPr>
            <a:spLocks noGrp="1"/>
          </p:cNvSpPr>
          <p:nvPr>
            <p:ph type="ftr" sz="quarter" idx="12"/>
          </p:nvPr>
        </p:nvSpPr>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6" name="Text Placeholder 5">
            <a:extLst>
              <a:ext uri="{FF2B5EF4-FFF2-40B4-BE49-F238E27FC236}">
                <a16:creationId xmlns:a16="http://schemas.microsoft.com/office/drawing/2014/main" id="{A0C6FF93-88DB-4755-8E3D-608C04BB9BD9}"/>
              </a:ext>
            </a:extLst>
          </p:cNvPr>
          <p:cNvSpPr>
            <a:spLocks noGrp="1"/>
          </p:cNvSpPr>
          <p:nvPr>
            <p:ph type="body" sz="quarter" idx="11"/>
          </p:nvPr>
        </p:nvSpPr>
        <p:spPr>
          <a:xfrm>
            <a:off x="0" y="6524625"/>
            <a:ext cx="9144000" cy="2492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02310"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userDrawn="1">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noAutofit/>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8" name="Slide Number Placeholder">
            <a:extLst>
              <a:ext uri="{FF2B5EF4-FFF2-40B4-BE49-F238E27FC236}">
                <a16:creationId xmlns:a16="http://schemas.microsoft.com/office/drawing/2014/main" id="{EF8D8291-5BF4-41AC-87CE-ED5DE4CB1B61}"/>
              </a:ext>
            </a:extLst>
          </p:cNvPr>
          <p:cNvSpPr>
            <a:spLocks noGrp="1"/>
          </p:cNvSpPr>
          <p:nvPr>
            <p:ph type="sldNum" sz="quarter" idx="4"/>
          </p:nvPr>
        </p:nvSpPr>
        <p:spPr>
          <a:xfrm>
            <a:off x="8626412" y="6673531"/>
            <a:ext cx="355840" cy="161396"/>
          </a:xfrm>
          <a:prstGeom prst="rect">
            <a:avLst/>
          </a:prstGeom>
        </p:spPr>
        <p:txBody>
          <a:bodyPr/>
          <a:lstStyle>
            <a:lvl1pPr>
              <a:defRPr sz="800"/>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7_One Main Placeholder">
    <p:spTree>
      <p:nvGrpSpPr>
        <p:cNvPr id="1" name=""/>
        <p:cNvGrpSpPr/>
        <p:nvPr/>
      </p:nvGrpSpPr>
      <p:grpSpPr>
        <a:xfrm>
          <a:off x="0" y="0"/>
          <a:ext cx="0" cy="0"/>
          <a:chOff x="0" y="0"/>
          <a:chExt cx="0" cy="0"/>
        </a:xfrm>
      </p:grpSpPr>
      <p:sp>
        <p:nvSpPr>
          <p:cNvPr id="2" name="Slide Title 1">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4229100" cy="903231"/>
          </a:xfrm>
          <a:prstGeom prst="rect">
            <a:avLst/>
          </a:prstGeom>
        </p:spPr>
        <p:txBody>
          <a:bodyPr anchor="ctr">
            <a:normAutofit/>
          </a:bodyPr>
          <a:lstStyle>
            <a:lvl1pPr>
              <a:defRPr sz="4000"/>
            </a:lvl1pPr>
          </a:lstStyle>
          <a:p>
            <a:r>
              <a:rPr lang="en-US" dirty="0"/>
              <a:t>Slide Title</a:t>
            </a:r>
          </a:p>
        </p:txBody>
      </p:sp>
      <p:sp>
        <p:nvSpPr>
          <p:cNvPr id="15" name="Slide Title 2">
            <a:extLst>
              <a:ext uri="{FF2B5EF4-FFF2-40B4-BE49-F238E27FC236}">
                <a16:creationId xmlns:a16="http://schemas.microsoft.com/office/drawing/2014/main" id="{B5BB26E5-AE57-4ED5-B8A8-BEE1BD13AD34}"/>
              </a:ext>
            </a:extLst>
          </p:cNvPr>
          <p:cNvSpPr>
            <a:spLocks noGrp="1"/>
          </p:cNvSpPr>
          <p:nvPr>
            <p:ph type="body" sz="quarter" idx="14" hasCustomPrompt="1"/>
          </p:nvPr>
        </p:nvSpPr>
        <p:spPr>
          <a:xfrm>
            <a:off x="4749800" y="192088"/>
            <a:ext cx="4051300" cy="903287"/>
          </a:xfrm>
        </p:spPr>
        <p:txBody>
          <a:bodyPr vert="horz" lIns="91440" tIns="45720" rIns="91440" bIns="45720" rtlCol="0" anchor="ctr">
            <a:normAutofit/>
          </a:bodyPr>
          <a:lstStyle>
            <a:lvl1pPr>
              <a:defRPr lang="en-IN" sz="4000" b="1" dirty="0">
                <a:latin typeface="+mj-lt"/>
                <a:ea typeface="+mj-ea"/>
                <a:cs typeface="+mj-cs"/>
              </a:defRPr>
            </a:lvl1pPr>
          </a:lstStyle>
          <a:p>
            <a:pPr lvl="0">
              <a:lnSpc>
                <a:spcPct val="90000"/>
              </a:lnSpc>
              <a:spcBef>
                <a:spcPct val="0"/>
              </a:spcBef>
            </a:pPr>
            <a:r>
              <a:rPr kumimoji="0" lang="en-US" sz="4000" b="1" i="0" u="none" strike="noStrike" kern="1200" cap="none" spc="0" normalizeH="0" baseline="0" noProof="0" dirty="0">
                <a:ln>
                  <a:noFill/>
                </a:ln>
                <a:solidFill>
                  <a:srgbClr val="000000"/>
                </a:solidFill>
                <a:effectLst/>
                <a:uLnTx/>
                <a:uFillTx/>
                <a:latin typeface="+mn-lt"/>
                <a:ea typeface="+mj-ea"/>
                <a:cs typeface="+mj-cs"/>
              </a:rPr>
              <a:t>Slide Title</a:t>
            </a:r>
            <a:endParaRPr lang="en-IN"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29683902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8" name="Picture 7" descr="Connecting through social media icon.">
            <a:extLst>
              <a:ext uri="{FF2B5EF4-FFF2-40B4-BE49-F238E27FC236}">
                <a16:creationId xmlns:a16="http://schemas.microsoft.com/office/drawing/2014/main" id="{48BB348F-12C6-489F-958D-1FDE88A9246E}"/>
              </a:ext>
            </a:extLst>
          </p:cNvPr>
          <p:cNvPicPr>
            <a:picLocks noChangeAspect="1"/>
          </p:cNvPicPr>
          <p:nvPr userDrawn="1"/>
        </p:nvPicPr>
        <p:blipFill>
          <a:blip r:embed="rId2"/>
          <a:stretch>
            <a:fillRect/>
          </a:stretch>
        </p:blipFill>
        <p:spPr>
          <a:xfrm>
            <a:off x="124695" y="298541"/>
            <a:ext cx="2438400" cy="669365"/>
          </a:xfrm>
          <a:prstGeom prst="rect">
            <a:avLst/>
          </a:prstGeom>
        </p:spPr>
      </p:pic>
    </p:spTree>
    <p:extLst>
      <p:ext uri="{BB962C8B-B14F-4D97-AF65-F5344CB8AC3E}">
        <p14:creationId xmlns:p14="http://schemas.microsoft.com/office/powerpoint/2010/main" val="1816512595"/>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Making Ethical Decisions icon.">
            <a:extLst>
              <a:ext uri="{FF2B5EF4-FFF2-40B4-BE49-F238E27FC236}">
                <a16:creationId xmlns:a16="http://schemas.microsoft.com/office/drawing/2014/main" id="{35AB3571-1B64-4E5D-ADAB-A22232BBBD05}"/>
              </a:ext>
            </a:extLst>
          </p:cNvPr>
          <p:cNvPicPr>
            <a:picLocks noChangeAspect="1"/>
          </p:cNvPicPr>
          <p:nvPr userDrawn="1"/>
        </p:nvPicPr>
        <p:blipFill>
          <a:blip r:embed="rId2"/>
          <a:stretch>
            <a:fillRect/>
          </a:stretch>
        </p:blipFill>
        <p:spPr>
          <a:xfrm>
            <a:off x="0" y="312475"/>
            <a:ext cx="2498501" cy="663262"/>
          </a:xfrm>
          <a:prstGeom prst="rect">
            <a:avLst/>
          </a:prstGeom>
        </p:spPr>
      </p:pic>
    </p:spTree>
    <p:extLst>
      <p:ext uri="{BB962C8B-B14F-4D97-AF65-F5344CB8AC3E}">
        <p14:creationId xmlns:p14="http://schemas.microsoft.com/office/powerpoint/2010/main" val="241432333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1" y="304800"/>
            <a:ext cx="2344882"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a:extLst>
              <a:ext uri="{FF2B5EF4-FFF2-40B4-BE49-F238E27FC236}">
                <a16:creationId xmlns:a16="http://schemas.microsoft.com/office/drawing/2014/main" id="{23A00108-6ED3-416D-B7AC-3A9D6F2EF0AF}"/>
              </a:ext>
            </a:extLst>
          </p:cNvPr>
          <p:cNvPicPr>
            <a:picLocks noChangeAspect="1"/>
          </p:cNvPicPr>
          <p:nvPr userDrawn="1"/>
        </p:nvPicPr>
        <p:blipFill>
          <a:blip r:embed="rId2"/>
          <a:stretch>
            <a:fillRect/>
          </a:stretch>
        </p:blipFill>
        <p:spPr>
          <a:xfrm>
            <a:off x="4448193" y="489743"/>
            <a:ext cx="4352906" cy="239714"/>
          </a:xfrm>
          <a:prstGeom prst="rect">
            <a:avLst/>
          </a:prstGeom>
        </p:spPr>
      </p:pic>
    </p:spTree>
    <p:extLst>
      <p:ext uri="{BB962C8B-B14F-4D97-AF65-F5344CB8AC3E}">
        <p14:creationId xmlns:p14="http://schemas.microsoft.com/office/powerpoint/2010/main" val="43045211"/>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Adapting to Change logo.">
            <a:extLst>
              <a:ext uri="{FF2B5EF4-FFF2-40B4-BE49-F238E27FC236}">
                <a16:creationId xmlns:a16="http://schemas.microsoft.com/office/drawing/2014/main" id="{A0A183BC-7319-45B8-B0D2-D92CDB14409F}"/>
              </a:ext>
            </a:extLst>
          </p:cNvPr>
          <p:cNvPicPr>
            <a:picLocks noChangeAspect="1"/>
          </p:cNvPicPr>
          <p:nvPr userDrawn="1"/>
        </p:nvPicPr>
        <p:blipFill>
          <a:blip r:embed="rId2"/>
          <a:stretch>
            <a:fillRect/>
          </a:stretch>
        </p:blipFill>
        <p:spPr>
          <a:xfrm>
            <a:off x="55420" y="207110"/>
            <a:ext cx="2472744" cy="824248"/>
          </a:xfrm>
          <a:prstGeom prst="rect">
            <a:avLst/>
          </a:prstGeom>
        </p:spPr>
      </p:pic>
    </p:spTree>
    <p:extLst>
      <p:ext uri="{BB962C8B-B14F-4D97-AF65-F5344CB8AC3E}">
        <p14:creationId xmlns:p14="http://schemas.microsoft.com/office/powerpoint/2010/main" val="62479310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8621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8" name="Content Placeholder 1">
            <a:extLst>
              <a:ext uri="{FF2B5EF4-FFF2-40B4-BE49-F238E27FC236}">
                <a16:creationId xmlns:a16="http://schemas.microsoft.com/office/drawing/2014/main" id="{DFC2A6F8-97FC-43BF-92B6-FFCCF20D98D7}"/>
              </a:ext>
            </a:extLst>
          </p:cNvPr>
          <p:cNvSpPr>
            <a:spLocks noGrp="1"/>
          </p:cNvSpPr>
          <p:nvPr>
            <p:ph sz="quarter" idx="14" hasCustomPrompt="1"/>
          </p:nvPr>
        </p:nvSpPr>
        <p:spPr>
          <a:xfrm>
            <a:off x="342900" y="4275652"/>
            <a:ext cx="8458200" cy="197132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Adapting to Change logo.">
            <a:extLst>
              <a:ext uri="{FF2B5EF4-FFF2-40B4-BE49-F238E27FC236}">
                <a16:creationId xmlns:a16="http://schemas.microsoft.com/office/drawing/2014/main" id="{A0A183BC-7319-45B8-B0D2-D92CDB14409F}"/>
              </a:ext>
            </a:extLst>
          </p:cNvPr>
          <p:cNvPicPr>
            <a:picLocks noChangeAspect="1"/>
          </p:cNvPicPr>
          <p:nvPr userDrawn="1"/>
        </p:nvPicPr>
        <p:blipFill>
          <a:blip r:embed="rId2"/>
          <a:stretch>
            <a:fillRect/>
          </a:stretch>
        </p:blipFill>
        <p:spPr>
          <a:xfrm>
            <a:off x="55420" y="207110"/>
            <a:ext cx="2472744" cy="824248"/>
          </a:xfrm>
          <a:prstGeom prst="rect">
            <a:avLst/>
          </a:prstGeom>
        </p:spPr>
      </p:pic>
    </p:spTree>
    <p:extLst>
      <p:ext uri="{BB962C8B-B14F-4D97-AF65-F5344CB8AC3E}">
        <p14:creationId xmlns:p14="http://schemas.microsoft.com/office/powerpoint/2010/main" val="76522295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2" name="Picture 11" descr="Reaching beyond our borders icon.">
            <a:extLst>
              <a:ext uri="{FF2B5EF4-FFF2-40B4-BE49-F238E27FC236}">
                <a16:creationId xmlns:a16="http://schemas.microsoft.com/office/drawing/2014/main" id="{6B5ACA4D-D63F-4493-A4F0-FFA2A5827540}"/>
              </a:ext>
            </a:extLst>
          </p:cNvPr>
          <p:cNvPicPr>
            <a:picLocks noChangeAspect="1"/>
          </p:cNvPicPr>
          <p:nvPr userDrawn="1"/>
        </p:nvPicPr>
        <p:blipFill>
          <a:blip r:embed="rId2"/>
          <a:stretch>
            <a:fillRect/>
          </a:stretch>
        </p:blipFill>
        <p:spPr>
          <a:xfrm>
            <a:off x="28124" y="217261"/>
            <a:ext cx="2514600" cy="803946"/>
          </a:xfrm>
          <a:prstGeom prst="rect">
            <a:avLst/>
          </a:prstGeom>
        </p:spPr>
      </p:pic>
    </p:spTree>
    <p:extLst>
      <p:ext uri="{BB962C8B-B14F-4D97-AF65-F5344CB8AC3E}">
        <p14:creationId xmlns:p14="http://schemas.microsoft.com/office/powerpoint/2010/main" val="236733342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sz="2400"/>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sz="2400"/>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2885209"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5915890" y="1276709"/>
            <a:ext cx="2885209" cy="4971691"/>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
        <p:nvSpPr>
          <p:cNvPr id="8" name="Content Placeholder 1">
            <a:extLst>
              <a:ext uri="{FF2B5EF4-FFF2-40B4-BE49-F238E27FC236}">
                <a16:creationId xmlns:a16="http://schemas.microsoft.com/office/drawing/2014/main" id="{AFC6CBC7-BAAC-424A-9874-C0A2733A2711}"/>
              </a:ext>
            </a:extLst>
          </p:cNvPr>
          <p:cNvSpPr>
            <a:spLocks noGrp="1"/>
          </p:cNvSpPr>
          <p:nvPr>
            <p:ph sz="quarter" idx="15" hasCustomPrompt="1"/>
          </p:nvPr>
        </p:nvSpPr>
        <p:spPr>
          <a:xfrm>
            <a:off x="2961419" y="1290559"/>
            <a:ext cx="2885209"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Tree>
    <p:extLst>
      <p:ext uri="{BB962C8B-B14F-4D97-AF65-F5344CB8AC3E}">
        <p14:creationId xmlns:p14="http://schemas.microsoft.com/office/powerpoint/2010/main" val="37412154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157732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916383"/>
            <a:ext cx="8458200" cy="1577327"/>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
        <p:nvSpPr>
          <p:cNvPr id="8" name="Content Placeholder 2">
            <a:extLst>
              <a:ext uri="{FF2B5EF4-FFF2-40B4-BE49-F238E27FC236}">
                <a16:creationId xmlns:a16="http://schemas.microsoft.com/office/drawing/2014/main" id="{7C02FDC4-9007-47FA-8867-BFB4513F337E}"/>
              </a:ext>
            </a:extLst>
          </p:cNvPr>
          <p:cNvSpPr>
            <a:spLocks noGrp="1"/>
          </p:cNvSpPr>
          <p:nvPr>
            <p:ph sz="quarter" idx="15" hasCustomPrompt="1"/>
          </p:nvPr>
        </p:nvSpPr>
        <p:spPr>
          <a:xfrm>
            <a:off x="356750" y="4648197"/>
            <a:ext cx="8458200" cy="1577327"/>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Tree>
    <p:extLst>
      <p:ext uri="{BB962C8B-B14F-4D97-AF65-F5344CB8AC3E}">
        <p14:creationId xmlns:p14="http://schemas.microsoft.com/office/powerpoint/2010/main" val="262017699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73051"/>
            <a:ext cx="4076700" cy="4991100"/>
          </a:xfrm>
        </p:spPr>
        <p:txBody>
          <a:bodyPr/>
          <a:lstStyle>
            <a:lvl1pPr>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022764" y="192490"/>
            <a:ext cx="6778335"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4" name="Picture 3">
            <a:extLst>
              <a:ext uri="{FF2B5EF4-FFF2-40B4-BE49-F238E27FC236}">
                <a16:creationId xmlns:a16="http://schemas.microsoft.com/office/drawing/2014/main" id="{15A7E40D-2A6B-4B43-8474-A1C9EAF1D337}"/>
              </a:ext>
            </a:extLst>
          </p:cNvPr>
          <p:cNvPicPr>
            <a:picLocks noChangeAspect="1"/>
          </p:cNvPicPr>
          <p:nvPr userDrawn="1"/>
        </p:nvPicPr>
        <p:blipFill>
          <a:blip r:embed="rId2"/>
          <a:stretch>
            <a:fillRect/>
          </a:stretch>
        </p:blipFill>
        <p:spPr>
          <a:xfrm>
            <a:off x="342900" y="399540"/>
            <a:ext cx="1531522" cy="420120"/>
          </a:xfrm>
          <a:prstGeom prst="rect">
            <a:avLst/>
          </a:prstGeom>
        </p:spPr>
      </p:pic>
    </p:spTree>
    <p:extLst>
      <p:ext uri="{BB962C8B-B14F-4D97-AF65-F5344CB8AC3E}">
        <p14:creationId xmlns:p14="http://schemas.microsoft.com/office/powerpoint/2010/main" val="48298191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spcBef>
                <a:spcPts val="1000"/>
              </a:spcBef>
              <a:spcAft>
                <a:spcPts val="0"/>
              </a:spcAft>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spcBef>
                <a:spcPts val="1000"/>
              </a:spcBef>
              <a:spcAft>
                <a:spcPts val="0"/>
              </a:spcAft>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spcBef>
                <a:spcPts val="1000"/>
              </a:spcBef>
              <a:spcAft>
                <a:spcPts val="0"/>
              </a:spcAft>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spcBef>
                <a:spcPts val="1000"/>
              </a:spcBef>
              <a:spcAft>
                <a:spcPts val="0"/>
              </a:spcAft>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spcBef>
                <a:spcPts val="1000"/>
              </a:spcBef>
              <a:spcAft>
                <a:spcPts val="0"/>
              </a:spcAft>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spcBef>
                <a:spcPts val="1000"/>
              </a:spcBef>
              <a:spcAft>
                <a:spcPts val="0"/>
              </a:spcAft>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3915201" cy="612476"/>
          </a:xfrm>
          <a:prstGeom prst="rect">
            <a:avLst/>
          </a:prstGeom>
        </p:spPr>
        <p:txBody>
          <a:bodyPr/>
          <a:lstStyle>
            <a:lvl1pPr>
              <a:spcBef>
                <a:spcPts val="1000"/>
              </a:spcBef>
              <a:spcAft>
                <a:spcPts val="0"/>
              </a:spcAft>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3915201" cy="649138"/>
          </a:xfrm>
        </p:spPr>
        <p:txBody>
          <a:bodyPr/>
          <a:lstStyle>
            <a:lvl1pPr>
              <a:spcBef>
                <a:spcPts val="1000"/>
              </a:spcBef>
              <a:spcAft>
                <a:spcPts val="0"/>
              </a:spcAft>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3915201" cy="673100"/>
          </a:xfrm>
        </p:spPr>
        <p:txBody>
          <a:bodyPr/>
          <a:lstStyle>
            <a:lvl1pPr>
              <a:spcBef>
                <a:spcPts val="1000"/>
              </a:spcBef>
              <a:spcAft>
                <a:spcPts val="0"/>
              </a:spcAft>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3915201" cy="698500"/>
          </a:xfrm>
        </p:spPr>
        <p:txBody>
          <a:bodyPr/>
          <a:lstStyle>
            <a:lvl1pPr>
              <a:spcBef>
                <a:spcPts val="1000"/>
              </a:spcBef>
              <a:spcAft>
                <a:spcPts val="0"/>
              </a:spcAft>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3915201" cy="698500"/>
          </a:xfrm>
        </p:spPr>
        <p:txBody>
          <a:bodyPr/>
          <a:lstStyle>
            <a:lvl1pPr>
              <a:spcBef>
                <a:spcPts val="1000"/>
              </a:spcBef>
              <a:spcAft>
                <a:spcPts val="0"/>
              </a:spcAft>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3915201" cy="733425"/>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2" name="Content Placeholder 6">
            <a:extLst>
              <a:ext uri="{FF2B5EF4-FFF2-40B4-BE49-F238E27FC236}">
                <a16:creationId xmlns:a16="http://schemas.microsoft.com/office/drawing/2014/main" id="{DB5446E9-DDFC-4F9F-AEF5-5E6061E5BD1A}"/>
              </a:ext>
            </a:extLst>
          </p:cNvPr>
          <p:cNvSpPr>
            <a:spLocks noGrp="1"/>
          </p:cNvSpPr>
          <p:nvPr>
            <p:ph sz="quarter" idx="19" hasCustomPrompt="1"/>
          </p:nvPr>
        </p:nvSpPr>
        <p:spPr>
          <a:xfrm>
            <a:off x="4619199" y="1255490"/>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4" name="Content Placeholder 6">
            <a:extLst>
              <a:ext uri="{FF2B5EF4-FFF2-40B4-BE49-F238E27FC236}">
                <a16:creationId xmlns:a16="http://schemas.microsoft.com/office/drawing/2014/main" id="{9BC59DB4-A285-4104-8DAD-21B49267AAD3}"/>
              </a:ext>
            </a:extLst>
          </p:cNvPr>
          <p:cNvSpPr>
            <a:spLocks noGrp="1"/>
          </p:cNvSpPr>
          <p:nvPr>
            <p:ph sz="quarter" idx="20" hasCustomPrompt="1"/>
          </p:nvPr>
        </p:nvSpPr>
        <p:spPr>
          <a:xfrm>
            <a:off x="4619199" y="1998291"/>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6" name="Content Placeholder 6">
            <a:extLst>
              <a:ext uri="{FF2B5EF4-FFF2-40B4-BE49-F238E27FC236}">
                <a16:creationId xmlns:a16="http://schemas.microsoft.com/office/drawing/2014/main" id="{FF319E46-D027-404B-8292-60A07B8E3C98}"/>
              </a:ext>
            </a:extLst>
          </p:cNvPr>
          <p:cNvSpPr>
            <a:spLocks noGrp="1"/>
          </p:cNvSpPr>
          <p:nvPr>
            <p:ph sz="quarter" idx="21" hasCustomPrompt="1"/>
          </p:nvPr>
        </p:nvSpPr>
        <p:spPr>
          <a:xfrm>
            <a:off x="4619198" y="2723530"/>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7" name="Content Placeholder 6">
            <a:extLst>
              <a:ext uri="{FF2B5EF4-FFF2-40B4-BE49-F238E27FC236}">
                <a16:creationId xmlns:a16="http://schemas.microsoft.com/office/drawing/2014/main" id="{E1FA65FE-4DFA-484E-A01C-9BF08B32C20A}"/>
              </a:ext>
            </a:extLst>
          </p:cNvPr>
          <p:cNvSpPr>
            <a:spLocks noGrp="1"/>
          </p:cNvSpPr>
          <p:nvPr>
            <p:ph sz="quarter" idx="22" hasCustomPrompt="1"/>
          </p:nvPr>
        </p:nvSpPr>
        <p:spPr>
          <a:xfrm>
            <a:off x="4619197" y="3528194"/>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8" name="Content Placeholder 6">
            <a:extLst>
              <a:ext uri="{FF2B5EF4-FFF2-40B4-BE49-F238E27FC236}">
                <a16:creationId xmlns:a16="http://schemas.microsoft.com/office/drawing/2014/main" id="{6FE7E90B-1DE9-4A55-9F1D-9EF5F50C09A3}"/>
              </a:ext>
            </a:extLst>
          </p:cNvPr>
          <p:cNvSpPr>
            <a:spLocks noGrp="1"/>
          </p:cNvSpPr>
          <p:nvPr>
            <p:ph sz="quarter" idx="23" hasCustomPrompt="1"/>
          </p:nvPr>
        </p:nvSpPr>
        <p:spPr>
          <a:xfrm>
            <a:off x="4619199" y="4351336"/>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9" name="Content Placeholder 6">
            <a:extLst>
              <a:ext uri="{FF2B5EF4-FFF2-40B4-BE49-F238E27FC236}">
                <a16:creationId xmlns:a16="http://schemas.microsoft.com/office/drawing/2014/main" id="{78067368-CA9E-4B15-AE6A-F50A1D1FEE7F}"/>
              </a:ext>
            </a:extLst>
          </p:cNvPr>
          <p:cNvSpPr>
            <a:spLocks noGrp="1"/>
          </p:cNvSpPr>
          <p:nvPr>
            <p:ph sz="quarter" idx="24" hasCustomPrompt="1"/>
          </p:nvPr>
        </p:nvSpPr>
        <p:spPr>
          <a:xfrm>
            <a:off x="4619199" y="5142672"/>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90875865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487064"/>
            <a:ext cx="9144000" cy="370936"/>
          </a:xfrm>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7443668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
        <p:nvSpPr>
          <p:cNvPr id="5" name="Content Placeholder 4">
            <a:extLst>
              <a:ext uri="{FF2B5EF4-FFF2-40B4-BE49-F238E27FC236}">
                <a16:creationId xmlns:a16="http://schemas.microsoft.com/office/drawing/2014/main" id="{8352138A-1304-465B-AE03-541BDE0CCB45}"/>
              </a:ext>
            </a:extLst>
          </p:cNvPr>
          <p:cNvSpPr>
            <a:spLocks noGrp="1"/>
          </p:cNvSpPr>
          <p:nvPr>
            <p:ph sz="quarter" idx="10"/>
          </p:nvPr>
        </p:nvSpPr>
        <p:spPr>
          <a:xfrm>
            <a:off x="228600" y="6543675"/>
            <a:ext cx="8715375" cy="1873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3891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
        <p:nvSpPr>
          <p:cNvPr id="3" name="Slide Number Placeholder">
            <a:extLst>
              <a:ext uri="{FF2B5EF4-FFF2-40B4-BE49-F238E27FC236}">
                <a16:creationId xmlns:a16="http://schemas.microsoft.com/office/drawing/2014/main" id="{0B6E1DCB-9B8A-423D-B48B-2CCDE624B45C}"/>
              </a:ext>
            </a:extLst>
          </p:cNvPr>
          <p:cNvSpPr>
            <a:spLocks noGrp="1"/>
          </p:cNvSpPr>
          <p:nvPr>
            <p:ph type="sldNum" sz="quarter" idx="10"/>
          </p:nvPr>
        </p:nvSpPr>
        <p:spPr>
          <a:xfrm>
            <a:off x="8637202" y="6682314"/>
            <a:ext cx="342900" cy="143831"/>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0395690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
        <p:nvSpPr>
          <p:cNvPr id="3" name="Slide Number Placeholder">
            <a:extLst>
              <a:ext uri="{FF2B5EF4-FFF2-40B4-BE49-F238E27FC236}">
                <a16:creationId xmlns:a16="http://schemas.microsoft.com/office/drawing/2014/main" id="{0B6E1DCB-9B8A-423D-B48B-2CCDE624B45C}"/>
              </a:ext>
            </a:extLst>
          </p:cNvPr>
          <p:cNvSpPr>
            <a:spLocks noGrp="1"/>
          </p:cNvSpPr>
          <p:nvPr>
            <p:ph type="sldNum" sz="quarter" idx="10"/>
          </p:nvPr>
        </p:nvSpPr>
        <p:spPr>
          <a:xfrm>
            <a:off x="8637202" y="6682314"/>
            <a:ext cx="342900" cy="143831"/>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6925710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0136BE0-3F2D-44D5-B125-B7A30D2C8896}"/>
              </a:ext>
            </a:extLst>
          </p:cNvPr>
          <p:cNvSpPr>
            <a:spLocks noGrp="1"/>
          </p:cNvSpPr>
          <p:nvPr>
            <p:ph type="title"/>
          </p:nvPr>
        </p:nvSpPr>
        <p:spPr>
          <a:xfrm>
            <a:off x="339450" y="117244"/>
            <a:ext cx="6065851" cy="730970"/>
          </a:xfrm>
          <a:prstGeom prst="rect">
            <a:avLst/>
          </a:prstGeom>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FA117DCA-6A6D-48B9-9002-DA1E4814BF99}"/>
              </a:ext>
            </a:extLst>
          </p:cNvPr>
          <p:cNvSpPr>
            <a:spLocks noGrp="1"/>
          </p:cNvSpPr>
          <p:nvPr>
            <p:ph type="sldNum" sz="quarter" idx="10"/>
          </p:nvPr>
        </p:nvSpPr>
        <p:spPr>
          <a:xfrm>
            <a:off x="8637202" y="6682314"/>
            <a:ext cx="342900" cy="143831"/>
          </a:xfrm>
          <a:prstGeom prst="rect">
            <a:avLst/>
          </a:prstGeom>
        </p:spPr>
        <p:txBody>
          <a:bodyPr/>
          <a:lstStyle/>
          <a:p>
            <a:fld id="{68151E55-6873-49E2-B8D5-2F265E6F1973}" type="slidenum">
              <a:rPr lang="en-US" smtClean="0"/>
              <a:pPr/>
              <a:t>‹#›</a:t>
            </a:fld>
            <a:endParaRPr lang="en-US" dirty="0"/>
          </a:p>
        </p:txBody>
      </p:sp>
      <p:sp>
        <p:nvSpPr>
          <p:cNvPr id="5" name="Content Placeholder">
            <a:extLst>
              <a:ext uri="{FF2B5EF4-FFF2-40B4-BE49-F238E27FC236}">
                <a16:creationId xmlns:a16="http://schemas.microsoft.com/office/drawing/2014/main" id="{DA8444E8-1445-4AB7-85DD-90449330C005}"/>
              </a:ext>
            </a:extLst>
          </p:cNvPr>
          <p:cNvSpPr>
            <a:spLocks noGrp="1"/>
          </p:cNvSpPr>
          <p:nvPr>
            <p:ph sz="quarter" idx="11" hasCustomPrompt="1"/>
          </p:nvPr>
        </p:nvSpPr>
        <p:spPr>
          <a:xfrm>
            <a:off x="342900" y="1973249"/>
            <a:ext cx="6477000" cy="4343400"/>
          </a:xfrm>
        </p:spPr>
        <p:txBody>
          <a:bodyPr/>
          <a:lstStyle>
            <a:lvl1pPr>
              <a:defRPr/>
            </a:lvl1pPr>
            <a:lvl2pPr marL="344488" indent="-342900">
              <a:buFont typeface="Arial" panose="020B0604020202020204" pitchFamily="34" charset="0"/>
              <a:buChar char="•"/>
              <a:defRPr/>
            </a:lvl2pPr>
            <a:lvl3pPr>
              <a:defRPr/>
            </a:lvl3pPr>
            <a:lvl4pPr>
              <a:defRPr/>
            </a:lvl4pPr>
          </a:lstStyle>
          <a:p>
            <a:pPr lvl="0"/>
            <a:r>
              <a:rPr lang="en-US" dirty="0"/>
              <a:t>Slide Content</a:t>
            </a:r>
          </a:p>
          <a:p>
            <a:pPr lvl="2"/>
            <a:r>
              <a:rPr lang="en-US" dirty="0"/>
              <a:t>Second level</a:t>
            </a:r>
          </a:p>
          <a:p>
            <a:pPr lvl="3"/>
            <a:r>
              <a:rPr lang="en-US" dirty="0"/>
              <a:t>Third level</a:t>
            </a:r>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Tree>
    <p:extLst>
      <p:ext uri="{BB962C8B-B14F-4D97-AF65-F5344CB8AC3E}">
        <p14:creationId xmlns:p14="http://schemas.microsoft.com/office/powerpoint/2010/main" val="544467532"/>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84270286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5059332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18" Type="http://schemas.openxmlformats.org/officeDocument/2006/relationships/theme" Target="../theme/theme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17" Type="http://schemas.openxmlformats.org/officeDocument/2006/relationships/slideLayout" Target="../slideLayouts/slideLayout21.xml"/><Relationship Id="rId2" Type="http://schemas.openxmlformats.org/officeDocument/2006/relationships/slideLayout" Target="../slideLayouts/slideLayout6.xml"/><Relationship Id="rId16" Type="http://schemas.openxmlformats.org/officeDocument/2006/relationships/slideLayout" Target="../slideLayouts/slideLayout20.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5" Type="http://schemas.openxmlformats.org/officeDocument/2006/relationships/slideLayout" Target="../slideLayouts/slideLayout1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slideLayout" Target="../slideLayouts/slideLayout26.xml"/><Relationship Id="rId1" Type="http://schemas.openxmlformats.org/officeDocument/2006/relationships/slideLayout" Target="../slideLayouts/slideLayout25.xml"/><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29.xml"/><Relationship Id="rId1"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a:extLst>
              <a:ext uri="{FF2B5EF4-FFF2-40B4-BE49-F238E27FC236}">
                <a16:creationId xmlns:a16="http://schemas.microsoft.com/office/drawing/2014/main" id="{BF372B49-B6F5-4826-B4F8-2F8A4FFF8894}"/>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sp>
        <p:nvSpPr>
          <p:cNvPr id="10" name="Slide Number Placeholder">
            <a:extLst>
              <a:ext uri="{FF2B5EF4-FFF2-40B4-BE49-F238E27FC236}">
                <a16:creationId xmlns:a16="http://schemas.microsoft.com/office/drawing/2014/main" id="{A9994BA6-A29E-44A0-A7B3-164E7D8FE393}"/>
              </a:ext>
            </a:extLst>
          </p:cNvPr>
          <p:cNvSpPr>
            <a:spLocks noGrp="1"/>
          </p:cNvSpPr>
          <p:nvPr>
            <p:ph type="sldNum" sz="quarter" idx="4"/>
          </p:nvPr>
        </p:nvSpPr>
        <p:spPr>
          <a:xfrm>
            <a:off x="8626412" y="6673531"/>
            <a:ext cx="355840" cy="161396"/>
          </a:xfrm>
          <a:prstGeom prst="rect">
            <a:avLst/>
          </a:prstGeom>
        </p:spPr>
        <p:txBody>
          <a:bodyPr/>
          <a:lstStyle>
            <a:lvl1pPr>
              <a:defRPr sz="800"/>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717" r:id="rId2"/>
    <p:sldLayoutId id="2147483706" r:id="rId3"/>
    <p:sldLayoutId id="2147483709" r:id="rId4"/>
    <p:sldLayoutId id="2147483707" r:id="rId5"/>
    <p:sldLayoutId id="2147483708" r:id="rId6"/>
    <p:sldLayoutId id="2147483711" r:id="rId7"/>
    <p:sldLayoutId id="2147483716" r:id="rId8"/>
    <p:sldLayoutId id="2147483693" r:id="rId9"/>
    <p:sldLayoutId id="2147483719" r:id="rId10"/>
    <p:sldLayoutId id="2147483718" r:id="rId11"/>
    <p:sldLayoutId id="2147483699" r:id="rId12"/>
    <p:sldLayoutId id="2147483720" r:id="rId13"/>
    <p:sldLayoutId id="2147483695" r:id="rId14"/>
    <p:sldLayoutId id="2147483696" r:id="rId15"/>
    <p:sldLayoutId id="2147483697" r:id="rId16"/>
    <p:sldLayoutId id="2147483721" r:id="rId17"/>
  </p:sldLayoutIdLst>
  <p:hf hd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kern="1200">
          <a:solidFill>
            <a:schemeClr val="tx2"/>
          </a:solidFill>
          <a:latin typeface="+mn-lt"/>
          <a:ea typeface="+mn-ea"/>
          <a:cs typeface="+mn-cs"/>
        </a:defRPr>
      </a:lvl1pPr>
      <a:lvl2pPr marL="292608" indent="-292608" algn="l" defTabSz="914400" rtl="0" eaLnBrk="1" latinLnBrk="0" hangingPunct="1">
        <a:lnSpc>
          <a:spcPct val="100000"/>
        </a:lnSpc>
        <a:spcBef>
          <a:spcPts val="1000"/>
        </a:spcBef>
        <a:spcAft>
          <a:spcPts val="0"/>
        </a:spcAft>
        <a:buClrTx/>
        <a:buFont typeface="Arial" panose="020B0604020202020204" pitchFamily="34" charset="0"/>
        <a:buChar char="•"/>
        <a:defRPr sz="2400" kern="1200">
          <a:solidFill>
            <a:schemeClr val="tx2"/>
          </a:solidFill>
          <a:latin typeface="+mn-lt"/>
          <a:ea typeface="+mn-ea"/>
          <a:cs typeface="+mn-cs"/>
        </a:defRPr>
      </a:lvl2pPr>
      <a:lvl3pPr marL="622800" indent="-292608" algn="l" defTabSz="914400" rtl="0" eaLnBrk="1" latinLnBrk="0" hangingPunct="1">
        <a:lnSpc>
          <a:spcPct val="100000"/>
        </a:lnSpc>
        <a:spcBef>
          <a:spcPts val="1000"/>
        </a:spcBef>
        <a:spcAft>
          <a:spcPts val="0"/>
        </a:spcAft>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r>
              <a:rPr lang="en-US" dirty="0"/>
              <a:t>Add long copyright line here</a:t>
            </a:r>
          </a:p>
        </p:txBody>
      </p:sp>
      <p:sp>
        <p:nvSpPr>
          <p:cNvPr id="6" name="MGH Yellow Line">
            <a:extLst>
              <a:ext uri="{FF2B5EF4-FFF2-40B4-BE49-F238E27FC236}">
                <a16:creationId xmlns:a16="http://schemas.microsoft.com/office/drawing/2014/main" id="{F20163A4-4644-4B17-9C8A-EF42A992331B}"/>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 id="2147483705" r:id="rId2"/>
    <p:sldLayoutId id="2147483723" r:id="rId3"/>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24279" y="6660234"/>
            <a:ext cx="1285344"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grpSp>
        <p:nvGrpSpPr>
          <p:cNvPr id="6" name="MGH Shape">
            <a:extLst>
              <a:ext uri="{FF2B5EF4-FFF2-40B4-BE49-F238E27FC236}">
                <a16:creationId xmlns:a16="http://schemas.microsoft.com/office/drawing/2014/main" id="{B719ECBD-8119-4217-9D58-2638FA4365C1}"/>
              </a:ext>
              <a:ext uri="{C183D7F6-B498-43B3-948B-1728B52AA6E4}">
                <adec:decorative xmlns:adec="http://schemas.microsoft.com/office/drawing/2017/decorative"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 id="2147483722" r:id="rId3"/>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2" r:id="rId1"/>
    <p:sldLayoutId id="2147483703"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6" Type="http://schemas.openxmlformats.org/officeDocument/2006/relationships/image" Target="../media/image19.wmf"/><Relationship Id="rId21" Type="http://schemas.openxmlformats.org/officeDocument/2006/relationships/oleObject" Target="../embeddings/oleObject10.bin"/><Relationship Id="rId34" Type="http://schemas.openxmlformats.org/officeDocument/2006/relationships/image" Target="../media/image23.wmf"/><Relationship Id="rId42" Type="http://schemas.openxmlformats.org/officeDocument/2006/relationships/image" Target="../media/image27.wmf"/><Relationship Id="rId47" Type="http://schemas.openxmlformats.org/officeDocument/2006/relationships/oleObject" Target="../embeddings/oleObject23.bin"/><Relationship Id="rId50" Type="http://schemas.openxmlformats.org/officeDocument/2006/relationships/image" Target="../media/image31.wmf"/><Relationship Id="rId55" Type="http://schemas.openxmlformats.org/officeDocument/2006/relationships/oleObject" Target="../embeddings/oleObject27.bin"/><Relationship Id="rId63" Type="http://schemas.openxmlformats.org/officeDocument/2006/relationships/oleObject" Target="../embeddings/oleObject31.bin"/><Relationship Id="rId68" Type="http://schemas.openxmlformats.org/officeDocument/2006/relationships/image" Target="../media/image40.wmf"/><Relationship Id="rId7" Type="http://schemas.openxmlformats.org/officeDocument/2006/relationships/oleObject" Target="../embeddings/oleObject3.bin"/><Relationship Id="rId2" Type="http://schemas.openxmlformats.org/officeDocument/2006/relationships/slideLayout" Target="../slideLayouts/slideLayout20.xml"/><Relationship Id="rId16" Type="http://schemas.openxmlformats.org/officeDocument/2006/relationships/image" Target="../media/image14.wmf"/><Relationship Id="rId29" Type="http://schemas.openxmlformats.org/officeDocument/2006/relationships/oleObject" Target="../embeddings/oleObject14.bin"/><Relationship Id="rId11" Type="http://schemas.openxmlformats.org/officeDocument/2006/relationships/oleObject" Target="../embeddings/oleObject5.bin"/><Relationship Id="rId24" Type="http://schemas.openxmlformats.org/officeDocument/2006/relationships/image" Target="../media/image18.wmf"/><Relationship Id="rId32" Type="http://schemas.openxmlformats.org/officeDocument/2006/relationships/image" Target="../media/image22.wmf"/><Relationship Id="rId37" Type="http://schemas.openxmlformats.org/officeDocument/2006/relationships/oleObject" Target="../embeddings/oleObject18.bin"/><Relationship Id="rId40" Type="http://schemas.openxmlformats.org/officeDocument/2006/relationships/image" Target="../media/image26.wmf"/><Relationship Id="rId45" Type="http://schemas.openxmlformats.org/officeDocument/2006/relationships/oleObject" Target="../embeddings/oleObject22.bin"/><Relationship Id="rId53" Type="http://schemas.openxmlformats.org/officeDocument/2006/relationships/oleObject" Target="../embeddings/oleObject26.bin"/><Relationship Id="rId58" Type="http://schemas.openxmlformats.org/officeDocument/2006/relationships/image" Target="../media/image35.wmf"/><Relationship Id="rId66" Type="http://schemas.openxmlformats.org/officeDocument/2006/relationships/image" Target="../media/image39.wmf"/><Relationship Id="rId5" Type="http://schemas.openxmlformats.org/officeDocument/2006/relationships/oleObject" Target="../embeddings/oleObject2.bin"/><Relationship Id="rId61" Type="http://schemas.openxmlformats.org/officeDocument/2006/relationships/oleObject" Target="../embeddings/oleObject30.bin"/><Relationship Id="rId19" Type="http://schemas.openxmlformats.org/officeDocument/2006/relationships/oleObject" Target="../embeddings/oleObject9.bin"/><Relationship Id="rId14" Type="http://schemas.openxmlformats.org/officeDocument/2006/relationships/image" Target="../media/image13.wmf"/><Relationship Id="rId22" Type="http://schemas.openxmlformats.org/officeDocument/2006/relationships/image" Target="../media/image17.wmf"/><Relationship Id="rId27" Type="http://schemas.openxmlformats.org/officeDocument/2006/relationships/oleObject" Target="../embeddings/oleObject13.bin"/><Relationship Id="rId30" Type="http://schemas.openxmlformats.org/officeDocument/2006/relationships/image" Target="../media/image21.wmf"/><Relationship Id="rId35" Type="http://schemas.openxmlformats.org/officeDocument/2006/relationships/oleObject" Target="../embeddings/oleObject17.bin"/><Relationship Id="rId43" Type="http://schemas.openxmlformats.org/officeDocument/2006/relationships/oleObject" Target="../embeddings/oleObject21.bin"/><Relationship Id="rId48" Type="http://schemas.openxmlformats.org/officeDocument/2006/relationships/image" Target="../media/image30.wmf"/><Relationship Id="rId56" Type="http://schemas.openxmlformats.org/officeDocument/2006/relationships/image" Target="../media/image34.wmf"/><Relationship Id="rId64" Type="http://schemas.openxmlformats.org/officeDocument/2006/relationships/image" Target="../media/image38.wmf"/><Relationship Id="rId8" Type="http://schemas.openxmlformats.org/officeDocument/2006/relationships/image" Target="../media/image10.wmf"/><Relationship Id="rId51" Type="http://schemas.openxmlformats.org/officeDocument/2006/relationships/oleObject" Target="../embeddings/oleObject25.bin"/><Relationship Id="rId3" Type="http://schemas.openxmlformats.org/officeDocument/2006/relationships/oleObject" Target="../embeddings/oleObject1.bin"/><Relationship Id="rId12" Type="http://schemas.openxmlformats.org/officeDocument/2006/relationships/image" Target="../media/image12.wmf"/><Relationship Id="rId17" Type="http://schemas.openxmlformats.org/officeDocument/2006/relationships/oleObject" Target="../embeddings/oleObject8.bin"/><Relationship Id="rId25" Type="http://schemas.openxmlformats.org/officeDocument/2006/relationships/oleObject" Target="../embeddings/oleObject12.bin"/><Relationship Id="rId33" Type="http://schemas.openxmlformats.org/officeDocument/2006/relationships/oleObject" Target="../embeddings/oleObject16.bin"/><Relationship Id="rId38" Type="http://schemas.openxmlformats.org/officeDocument/2006/relationships/image" Target="../media/image25.wmf"/><Relationship Id="rId46" Type="http://schemas.openxmlformats.org/officeDocument/2006/relationships/image" Target="../media/image29.wmf"/><Relationship Id="rId59" Type="http://schemas.openxmlformats.org/officeDocument/2006/relationships/oleObject" Target="../embeddings/oleObject29.bin"/><Relationship Id="rId67" Type="http://schemas.openxmlformats.org/officeDocument/2006/relationships/oleObject" Target="../embeddings/oleObject33.bin"/><Relationship Id="rId20" Type="http://schemas.openxmlformats.org/officeDocument/2006/relationships/image" Target="../media/image16.wmf"/><Relationship Id="rId41" Type="http://schemas.openxmlformats.org/officeDocument/2006/relationships/oleObject" Target="../embeddings/oleObject20.bin"/><Relationship Id="rId54" Type="http://schemas.openxmlformats.org/officeDocument/2006/relationships/image" Target="../media/image33.wmf"/><Relationship Id="rId62" Type="http://schemas.openxmlformats.org/officeDocument/2006/relationships/image" Target="../media/image37.wmf"/><Relationship Id="rId1" Type="http://schemas.openxmlformats.org/officeDocument/2006/relationships/vmlDrawing" Target="../drawings/vmlDrawing1.vml"/><Relationship Id="rId6" Type="http://schemas.openxmlformats.org/officeDocument/2006/relationships/image" Target="../media/image9.wmf"/><Relationship Id="rId15" Type="http://schemas.openxmlformats.org/officeDocument/2006/relationships/oleObject" Target="../embeddings/oleObject7.bin"/><Relationship Id="rId23" Type="http://schemas.openxmlformats.org/officeDocument/2006/relationships/oleObject" Target="../embeddings/oleObject11.bin"/><Relationship Id="rId28" Type="http://schemas.openxmlformats.org/officeDocument/2006/relationships/image" Target="../media/image20.wmf"/><Relationship Id="rId36" Type="http://schemas.openxmlformats.org/officeDocument/2006/relationships/image" Target="../media/image24.wmf"/><Relationship Id="rId49" Type="http://schemas.openxmlformats.org/officeDocument/2006/relationships/oleObject" Target="../embeddings/oleObject24.bin"/><Relationship Id="rId57" Type="http://schemas.openxmlformats.org/officeDocument/2006/relationships/oleObject" Target="../embeddings/oleObject28.bin"/><Relationship Id="rId10" Type="http://schemas.openxmlformats.org/officeDocument/2006/relationships/image" Target="../media/image11.wmf"/><Relationship Id="rId31" Type="http://schemas.openxmlformats.org/officeDocument/2006/relationships/oleObject" Target="../embeddings/oleObject15.bin"/><Relationship Id="rId44" Type="http://schemas.openxmlformats.org/officeDocument/2006/relationships/image" Target="../media/image28.wmf"/><Relationship Id="rId52" Type="http://schemas.openxmlformats.org/officeDocument/2006/relationships/image" Target="../media/image32.wmf"/><Relationship Id="rId60" Type="http://schemas.openxmlformats.org/officeDocument/2006/relationships/image" Target="../media/image36.wmf"/><Relationship Id="rId65" Type="http://schemas.openxmlformats.org/officeDocument/2006/relationships/oleObject" Target="../embeddings/oleObject32.bin"/><Relationship Id="rId4" Type="http://schemas.openxmlformats.org/officeDocument/2006/relationships/image" Target="../media/image8.wmf"/><Relationship Id="rId9" Type="http://schemas.openxmlformats.org/officeDocument/2006/relationships/oleObject" Target="../embeddings/oleObject4.bin"/><Relationship Id="rId13" Type="http://schemas.openxmlformats.org/officeDocument/2006/relationships/oleObject" Target="../embeddings/oleObject6.bin"/><Relationship Id="rId18" Type="http://schemas.openxmlformats.org/officeDocument/2006/relationships/image" Target="../media/image15.wmf"/><Relationship Id="rId39" Type="http://schemas.openxmlformats.org/officeDocument/2006/relationships/oleObject" Target="../embeddings/oleObject19.bin"/></Relationships>
</file>

<file path=ppt/slides/_rels/slide4.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44.wmf"/><Relationship Id="rId13" Type="http://schemas.openxmlformats.org/officeDocument/2006/relationships/oleObject" Target="../embeddings/oleObject39.bin"/><Relationship Id="rId18" Type="http://schemas.openxmlformats.org/officeDocument/2006/relationships/image" Target="../media/image49.wmf"/><Relationship Id="rId26" Type="http://schemas.openxmlformats.org/officeDocument/2006/relationships/image" Target="../media/image53.wmf"/><Relationship Id="rId3" Type="http://schemas.openxmlformats.org/officeDocument/2006/relationships/oleObject" Target="../embeddings/oleObject34.bin"/><Relationship Id="rId21" Type="http://schemas.openxmlformats.org/officeDocument/2006/relationships/oleObject" Target="../embeddings/oleObject43.bin"/><Relationship Id="rId7" Type="http://schemas.openxmlformats.org/officeDocument/2006/relationships/oleObject" Target="../embeddings/oleObject36.bin"/><Relationship Id="rId12" Type="http://schemas.openxmlformats.org/officeDocument/2006/relationships/image" Target="../media/image46.wmf"/><Relationship Id="rId17" Type="http://schemas.openxmlformats.org/officeDocument/2006/relationships/oleObject" Target="../embeddings/oleObject41.bin"/><Relationship Id="rId25" Type="http://schemas.openxmlformats.org/officeDocument/2006/relationships/oleObject" Target="../embeddings/oleObject45.bin"/><Relationship Id="rId2" Type="http://schemas.openxmlformats.org/officeDocument/2006/relationships/slideLayout" Target="../slideLayouts/slideLayout5.xml"/><Relationship Id="rId16" Type="http://schemas.openxmlformats.org/officeDocument/2006/relationships/image" Target="../media/image48.wmf"/><Relationship Id="rId20" Type="http://schemas.openxmlformats.org/officeDocument/2006/relationships/image" Target="../media/image50.wmf"/><Relationship Id="rId1" Type="http://schemas.openxmlformats.org/officeDocument/2006/relationships/vmlDrawing" Target="../drawings/vmlDrawing2.vml"/><Relationship Id="rId6" Type="http://schemas.openxmlformats.org/officeDocument/2006/relationships/image" Target="../media/image43.wmf"/><Relationship Id="rId11" Type="http://schemas.openxmlformats.org/officeDocument/2006/relationships/oleObject" Target="../embeddings/oleObject38.bin"/><Relationship Id="rId24" Type="http://schemas.openxmlformats.org/officeDocument/2006/relationships/image" Target="../media/image52.wmf"/><Relationship Id="rId5" Type="http://schemas.openxmlformats.org/officeDocument/2006/relationships/oleObject" Target="../embeddings/oleObject35.bin"/><Relationship Id="rId15" Type="http://schemas.openxmlformats.org/officeDocument/2006/relationships/oleObject" Target="../embeddings/oleObject40.bin"/><Relationship Id="rId23" Type="http://schemas.openxmlformats.org/officeDocument/2006/relationships/oleObject" Target="../embeddings/oleObject44.bin"/><Relationship Id="rId28" Type="http://schemas.openxmlformats.org/officeDocument/2006/relationships/slide" Target="slide32.xml"/><Relationship Id="rId10" Type="http://schemas.openxmlformats.org/officeDocument/2006/relationships/image" Target="../media/image45.wmf"/><Relationship Id="rId19" Type="http://schemas.openxmlformats.org/officeDocument/2006/relationships/oleObject" Target="../embeddings/oleObject42.bin"/><Relationship Id="rId4" Type="http://schemas.openxmlformats.org/officeDocument/2006/relationships/image" Target="../media/image42.wmf"/><Relationship Id="rId9" Type="http://schemas.openxmlformats.org/officeDocument/2006/relationships/oleObject" Target="../embeddings/oleObject37.bin"/><Relationship Id="rId14" Type="http://schemas.openxmlformats.org/officeDocument/2006/relationships/image" Target="../media/image47.wmf"/><Relationship Id="rId22" Type="http://schemas.openxmlformats.org/officeDocument/2006/relationships/image" Target="../media/image51.wmf"/><Relationship Id="rId27" Type="http://schemas.openxmlformats.org/officeDocument/2006/relationships/image" Target="../media/image54.png"/></Relationships>
</file>

<file path=ppt/slides/_rels/slide6.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image" Target="../media/image55.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slide" Target="slide34.xml"/><Relationship Id="rId2" Type="http://schemas.openxmlformats.org/officeDocument/2006/relationships/image" Target="../media/image56.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Layout" Target="../slideLayouts/slideLayout13.xml"/><Relationship Id="rId1" Type="http://schemas.openxmlformats.org/officeDocument/2006/relationships/vmlDrawing" Target="../drawings/vmlDrawing3.vml"/><Relationship Id="rId6" Type="http://schemas.openxmlformats.org/officeDocument/2006/relationships/image" Target="../media/image58.wmf"/><Relationship Id="rId5" Type="http://schemas.openxmlformats.org/officeDocument/2006/relationships/oleObject" Target="../embeddings/oleObject47.bin"/><Relationship Id="rId4" Type="http://schemas.openxmlformats.org/officeDocument/2006/relationships/image" Target="../media/image57.w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20.xml"/><Relationship Id="rId1" Type="http://schemas.openxmlformats.org/officeDocument/2006/relationships/vmlDrawing" Target="../drawings/vmlDrawing4.vml"/><Relationship Id="rId6" Type="http://schemas.openxmlformats.org/officeDocument/2006/relationships/image" Target="../media/image60.wmf"/><Relationship Id="rId5" Type="http://schemas.openxmlformats.org/officeDocument/2006/relationships/oleObject" Target="../embeddings/oleObject49.bin"/><Relationship Id="rId4" Type="http://schemas.openxmlformats.org/officeDocument/2006/relationships/image" Target="../media/image59.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20.xml"/><Relationship Id="rId1" Type="http://schemas.openxmlformats.org/officeDocument/2006/relationships/vmlDrawing" Target="../drawings/vmlDrawing5.vml"/><Relationship Id="rId4" Type="http://schemas.openxmlformats.org/officeDocument/2006/relationships/image" Target="../media/image61.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Layout" Target="../slideLayouts/slideLayout20.xml"/><Relationship Id="rId1" Type="http://schemas.openxmlformats.org/officeDocument/2006/relationships/vmlDrawing" Target="../drawings/vmlDrawing6.vml"/><Relationship Id="rId6" Type="http://schemas.openxmlformats.org/officeDocument/2006/relationships/image" Target="../media/image63.wmf"/><Relationship Id="rId5" Type="http://schemas.openxmlformats.org/officeDocument/2006/relationships/oleObject" Target="../embeddings/oleObject52.bin"/><Relationship Id="rId4" Type="http://schemas.openxmlformats.org/officeDocument/2006/relationships/image" Target="../media/image62.wmf"/></Relationships>
</file>

<file path=ppt/slides/_rels/slide1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slideLayout" Target="../slideLayouts/slideLayout21.xml"/><Relationship Id="rId1" Type="http://schemas.openxmlformats.org/officeDocument/2006/relationships/vmlDrawing" Target="../drawings/vmlDrawing7.vml"/><Relationship Id="rId6" Type="http://schemas.openxmlformats.org/officeDocument/2006/relationships/image" Target="../media/image64.wmf"/><Relationship Id="rId5" Type="http://schemas.openxmlformats.org/officeDocument/2006/relationships/oleObject" Target="../embeddings/oleObject53.bin"/><Relationship Id="rId4" Type="http://schemas.openxmlformats.org/officeDocument/2006/relationships/image" Target="../media/image6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Layout" Target="../slideLayouts/slideLayout13.xml"/><Relationship Id="rId1" Type="http://schemas.openxmlformats.org/officeDocument/2006/relationships/vmlDrawing" Target="../drawings/vmlDrawing8.vml"/><Relationship Id="rId6" Type="http://schemas.openxmlformats.org/officeDocument/2006/relationships/image" Target="../media/image68.wmf"/><Relationship Id="rId5" Type="http://schemas.openxmlformats.org/officeDocument/2006/relationships/oleObject" Target="../embeddings/oleObject55.bin"/><Relationship Id="rId4" Type="http://schemas.openxmlformats.org/officeDocument/2006/relationships/image" Target="../media/image67.wmf"/></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70.wmf"/><Relationship Id="rId2" Type="http://schemas.openxmlformats.org/officeDocument/2006/relationships/slideLayout" Target="../slideLayouts/slideLayout5.xml"/><Relationship Id="rId1" Type="http://schemas.openxmlformats.org/officeDocument/2006/relationships/vmlDrawing" Target="../drawings/vmlDrawing9.vml"/><Relationship Id="rId6" Type="http://schemas.openxmlformats.org/officeDocument/2006/relationships/oleObject" Target="../embeddings/oleObject57.bin"/><Relationship Id="rId5" Type="http://schemas.openxmlformats.org/officeDocument/2006/relationships/image" Target="../media/image69.wmf"/><Relationship Id="rId4" Type="http://schemas.openxmlformats.org/officeDocument/2006/relationships/oleObject" Target="../embeddings/oleObject56.bin"/></Relationships>
</file>

<file path=ppt/slides/_rels/slide19.xml.rels><?xml version="1.0" encoding="UTF-8" standalone="yes"?>
<Relationships xmlns="http://schemas.openxmlformats.org/package/2006/relationships"><Relationship Id="rId26" Type="http://schemas.openxmlformats.org/officeDocument/2006/relationships/image" Target="../media/image82.wmf"/><Relationship Id="rId21" Type="http://schemas.openxmlformats.org/officeDocument/2006/relationships/oleObject" Target="../embeddings/oleObject67.bin"/><Relationship Id="rId42" Type="http://schemas.openxmlformats.org/officeDocument/2006/relationships/image" Target="../media/image90.wmf"/><Relationship Id="rId47" Type="http://schemas.openxmlformats.org/officeDocument/2006/relationships/oleObject" Target="../embeddings/oleObject80.bin"/><Relationship Id="rId63" Type="http://schemas.openxmlformats.org/officeDocument/2006/relationships/oleObject" Target="../embeddings/oleObject88.bin"/><Relationship Id="rId68" Type="http://schemas.openxmlformats.org/officeDocument/2006/relationships/image" Target="../media/image103.wmf"/><Relationship Id="rId84" Type="http://schemas.openxmlformats.org/officeDocument/2006/relationships/image" Target="../media/image111.wmf"/><Relationship Id="rId89" Type="http://schemas.openxmlformats.org/officeDocument/2006/relationships/oleObject" Target="../embeddings/oleObject101.bin"/><Relationship Id="rId16" Type="http://schemas.openxmlformats.org/officeDocument/2006/relationships/image" Target="../media/image77.wmf"/><Relationship Id="rId11" Type="http://schemas.openxmlformats.org/officeDocument/2006/relationships/oleObject" Target="../embeddings/oleObject62.bin"/><Relationship Id="rId32" Type="http://schemas.openxmlformats.org/officeDocument/2006/relationships/image" Target="../media/image85.wmf"/><Relationship Id="rId37" Type="http://schemas.openxmlformats.org/officeDocument/2006/relationships/oleObject" Target="../embeddings/oleObject75.bin"/><Relationship Id="rId53" Type="http://schemas.openxmlformats.org/officeDocument/2006/relationships/oleObject" Target="../embeddings/oleObject83.bin"/><Relationship Id="rId58" Type="http://schemas.openxmlformats.org/officeDocument/2006/relationships/image" Target="../media/image98.wmf"/><Relationship Id="rId74" Type="http://schemas.openxmlformats.org/officeDocument/2006/relationships/image" Target="../media/image106.wmf"/><Relationship Id="rId79" Type="http://schemas.openxmlformats.org/officeDocument/2006/relationships/oleObject" Target="../embeddings/oleObject96.bin"/><Relationship Id="rId5" Type="http://schemas.openxmlformats.org/officeDocument/2006/relationships/oleObject" Target="../embeddings/oleObject59.bin"/><Relationship Id="rId90" Type="http://schemas.openxmlformats.org/officeDocument/2006/relationships/image" Target="../media/image114.wmf"/><Relationship Id="rId22" Type="http://schemas.openxmlformats.org/officeDocument/2006/relationships/image" Target="../media/image80.wmf"/><Relationship Id="rId27" Type="http://schemas.openxmlformats.org/officeDocument/2006/relationships/oleObject" Target="../embeddings/oleObject70.bin"/><Relationship Id="rId43" Type="http://schemas.openxmlformats.org/officeDocument/2006/relationships/oleObject" Target="../embeddings/oleObject78.bin"/><Relationship Id="rId48" Type="http://schemas.openxmlformats.org/officeDocument/2006/relationships/image" Target="../media/image93.wmf"/><Relationship Id="rId64" Type="http://schemas.openxmlformats.org/officeDocument/2006/relationships/image" Target="../media/image101.wmf"/><Relationship Id="rId69" Type="http://schemas.openxmlformats.org/officeDocument/2006/relationships/oleObject" Target="../embeddings/oleObject91.bin"/><Relationship Id="rId8" Type="http://schemas.openxmlformats.org/officeDocument/2006/relationships/image" Target="../media/image73.wmf"/><Relationship Id="rId51" Type="http://schemas.openxmlformats.org/officeDocument/2006/relationships/oleObject" Target="../embeddings/oleObject82.bin"/><Relationship Id="rId72" Type="http://schemas.openxmlformats.org/officeDocument/2006/relationships/image" Target="../media/image105.wmf"/><Relationship Id="rId80" Type="http://schemas.openxmlformats.org/officeDocument/2006/relationships/image" Target="../media/image109.wmf"/><Relationship Id="rId85" Type="http://schemas.openxmlformats.org/officeDocument/2006/relationships/oleObject" Target="../embeddings/oleObject99.bin"/><Relationship Id="rId93" Type="http://schemas.openxmlformats.org/officeDocument/2006/relationships/oleObject" Target="../embeddings/oleObject103.bin"/><Relationship Id="rId3" Type="http://schemas.openxmlformats.org/officeDocument/2006/relationships/oleObject" Target="../embeddings/oleObject58.bin"/><Relationship Id="rId12" Type="http://schemas.openxmlformats.org/officeDocument/2006/relationships/image" Target="../media/image75.wmf"/><Relationship Id="rId17" Type="http://schemas.openxmlformats.org/officeDocument/2006/relationships/oleObject" Target="../embeddings/oleObject65.bin"/><Relationship Id="rId25" Type="http://schemas.openxmlformats.org/officeDocument/2006/relationships/oleObject" Target="../embeddings/oleObject69.bin"/><Relationship Id="rId33" Type="http://schemas.openxmlformats.org/officeDocument/2006/relationships/oleObject" Target="../embeddings/oleObject73.bin"/><Relationship Id="rId38" Type="http://schemas.openxmlformats.org/officeDocument/2006/relationships/image" Target="../media/image88.wmf"/><Relationship Id="rId46" Type="http://schemas.openxmlformats.org/officeDocument/2006/relationships/image" Target="../media/image92.wmf"/><Relationship Id="rId59" Type="http://schemas.openxmlformats.org/officeDocument/2006/relationships/oleObject" Target="../embeddings/oleObject86.bin"/><Relationship Id="rId67" Type="http://schemas.openxmlformats.org/officeDocument/2006/relationships/oleObject" Target="../embeddings/oleObject90.bin"/><Relationship Id="rId20" Type="http://schemas.openxmlformats.org/officeDocument/2006/relationships/image" Target="../media/image79.wmf"/><Relationship Id="rId41" Type="http://schemas.openxmlformats.org/officeDocument/2006/relationships/oleObject" Target="../embeddings/oleObject77.bin"/><Relationship Id="rId54" Type="http://schemas.openxmlformats.org/officeDocument/2006/relationships/image" Target="../media/image96.wmf"/><Relationship Id="rId62" Type="http://schemas.openxmlformats.org/officeDocument/2006/relationships/image" Target="../media/image100.wmf"/><Relationship Id="rId70" Type="http://schemas.openxmlformats.org/officeDocument/2006/relationships/image" Target="../media/image104.wmf"/><Relationship Id="rId75" Type="http://schemas.openxmlformats.org/officeDocument/2006/relationships/oleObject" Target="../embeddings/oleObject94.bin"/><Relationship Id="rId83" Type="http://schemas.openxmlformats.org/officeDocument/2006/relationships/oleObject" Target="../embeddings/oleObject98.bin"/><Relationship Id="rId88" Type="http://schemas.openxmlformats.org/officeDocument/2006/relationships/image" Target="../media/image113.wmf"/><Relationship Id="rId91" Type="http://schemas.openxmlformats.org/officeDocument/2006/relationships/oleObject" Target="../embeddings/oleObject102.bin"/><Relationship Id="rId1" Type="http://schemas.openxmlformats.org/officeDocument/2006/relationships/vmlDrawing" Target="../drawings/vmlDrawing10.vml"/><Relationship Id="rId6" Type="http://schemas.openxmlformats.org/officeDocument/2006/relationships/image" Target="../media/image72.wmf"/><Relationship Id="rId15" Type="http://schemas.openxmlformats.org/officeDocument/2006/relationships/oleObject" Target="../embeddings/oleObject64.bin"/><Relationship Id="rId23" Type="http://schemas.openxmlformats.org/officeDocument/2006/relationships/oleObject" Target="../embeddings/oleObject68.bin"/><Relationship Id="rId28" Type="http://schemas.openxmlformats.org/officeDocument/2006/relationships/image" Target="../media/image83.wmf"/><Relationship Id="rId36" Type="http://schemas.openxmlformats.org/officeDocument/2006/relationships/image" Target="../media/image87.wmf"/><Relationship Id="rId49" Type="http://schemas.openxmlformats.org/officeDocument/2006/relationships/oleObject" Target="../embeddings/oleObject81.bin"/><Relationship Id="rId57" Type="http://schemas.openxmlformats.org/officeDocument/2006/relationships/oleObject" Target="../embeddings/oleObject85.bin"/><Relationship Id="rId10" Type="http://schemas.openxmlformats.org/officeDocument/2006/relationships/image" Target="../media/image74.wmf"/><Relationship Id="rId31" Type="http://schemas.openxmlformats.org/officeDocument/2006/relationships/oleObject" Target="../embeddings/oleObject72.bin"/><Relationship Id="rId44" Type="http://schemas.openxmlformats.org/officeDocument/2006/relationships/image" Target="../media/image91.wmf"/><Relationship Id="rId52" Type="http://schemas.openxmlformats.org/officeDocument/2006/relationships/image" Target="../media/image95.wmf"/><Relationship Id="rId60" Type="http://schemas.openxmlformats.org/officeDocument/2006/relationships/image" Target="../media/image99.wmf"/><Relationship Id="rId65" Type="http://schemas.openxmlformats.org/officeDocument/2006/relationships/oleObject" Target="../embeddings/oleObject89.bin"/><Relationship Id="rId73" Type="http://schemas.openxmlformats.org/officeDocument/2006/relationships/oleObject" Target="../embeddings/oleObject93.bin"/><Relationship Id="rId78" Type="http://schemas.openxmlformats.org/officeDocument/2006/relationships/image" Target="../media/image108.wmf"/><Relationship Id="rId81" Type="http://schemas.openxmlformats.org/officeDocument/2006/relationships/oleObject" Target="../embeddings/oleObject97.bin"/><Relationship Id="rId86" Type="http://schemas.openxmlformats.org/officeDocument/2006/relationships/image" Target="../media/image112.wmf"/><Relationship Id="rId94" Type="http://schemas.openxmlformats.org/officeDocument/2006/relationships/image" Target="../media/image116.wmf"/><Relationship Id="rId4" Type="http://schemas.openxmlformats.org/officeDocument/2006/relationships/image" Target="../media/image71.wmf"/><Relationship Id="rId9" Type="http://schemas.openxmlformats.org/officeDocument/2006/relationships/oleObject" Target="../embeddings/oleObject61.bin"/><Relationship Id="rId13" Type="http://schemas.openxmlformats.org/officeDocument/2006/relationships/oleObject" Target="../embeddings/oleObject63.bin"/><Relationship Id="rId18" Type="http://schemas.openxmlformats.org/officeDocument/2006/relationships/image" Target="../media/image78.wmf"/><Relationship Id="rId39" Type="http://schemas.openxmlformats.org/officeDocument/2006/relationships/oleObject" Target="../embeddings/oleObject76.bin"/><Relationship Id="rId34" Type="http://schemas.openxmlformats.org/officeDocument/2006/relationships/image" Target="../media/image86.wmf"/><Relationship Id="rId50" Type="http://schemas.openxmlformats.org/officeDocument/2006/relationships/image" Target="../media/image94.emf"/><Relationship Id="rId55" Type="http://schemas.openxmlformats.org/officeDocument/2006/relationships/oleObject" Target="../embeddings/oleObject84.bin"/><Relationship Id="rId76" Type="http://schemas.openxmlformats.org/officeDocument/2006/relationships/image" Target="../media/image107.wmf"/><Relationship Id="rId7" Type="http://schemas.openxmlformats.org/officeDocument/2006/relationships/oleObject" Target="../embeddings/oleObject60.bin"/><Relationship Id="rId71" Type="http://schemas.openxmlformats.org/officeDocument/2006/relationships/oleObject" Target="../embeddings/oleObject92.bin"/><Relationship Id="rId92" Type="http://schemas.openxmlformats.org/officeDocument/2006/relationships/image" Target="../media/image115.wmf"/><Relationship Id="rId2" Type="http://schemas.openxmlformats.org/officeDocument/2006/relationships/slideLayout" Target="../slideLayouts/slideLayout21.xml"/><Relationship Id="rId29" Type="http://schemas.openxmlformats.org/officeDocument/2006/relationships/oleObject" Target="../embeddings/oleObject71.bin"/><Relationship Id="rId24" Type="http://schemas.openxmlformats.org/officeDocument/2006/relationships/image" Target="../media/image81.wmf"/><Relationship Id="rId40" Type="http://schemas.openxmlformats.org/officeDocument/2006/relationships/image" Target="../media/image89.wmf"/><Relationship Id="rId45" Type="http://schemas.openxmlformats.org/officeDocument/2006/relationships/oleObject" Target="../embeddings/oleObject79.bin"/><Relationship Id="rId66" Type="http://schemas.openxmlformats.org/officeDocument/2006/relationships/image" Target="../media/image102.wmf"/><Relationship Id="rId87" Type="http://schemas.openxmlformats.org/officeDocument/2006/relationships/oleObject" Target="../embeddings/oleObject100.bin"/><Relationship Id="rId61" Type="http://schemas.openxmlformats.org/officeDocument/2006/relationships/oleObject" Target="../embeddings/oleObject87.bin"/><Relationship Id="rId82" Type="http://schemas.openxmlformats.org/officeDocument/2006/relationships/image" Target="../media/image110.wmf"/><Relationship Id="rId19" Type="http://schemas.openxmlformats.org/officeDocument/2006/relationships/oleObject" Target="../embeddings/oleObject66.bin"/><Relationship Id="rId14" Type="http://schemas.openxmlformats.org/officeDocument/2006/relationships/image" Target="../media/image76.wmf"/><Relationship Id="rId30" Type="http://schemas.openxmlformats.org/officeDocument/2006/relationships/image" Target="../media/image84.wmf"/><Relationship Id="rId35" Type="http://schemas.openxmlformats.org/officeDocument/2006/relationships/oleObject" Target="../embeddings/oleObject74.bin"/><Relationship Id="rId56" Type="http://schemas.openxmlformats.org/officeDocument/2006/relationships/image" Target="../media/image97.wmf"/><Relationship Id="rId77" Type="http://schemas.openxmlformats.org/officeDocument/2006/relationships/oleObject" Target="../embeddings/oleObject95.bin"/></Relationships>
</file>

<file path=ppt/slides/_rels/slide20.xml.rels><?xml version="1.0" encoding="UTF-8" standalone="yes"?>
<Relationships xmlns="http://schemas.openxmlformats.org/package/2006/relationships"><Relationship Id="rId3" Type="http://schemas.openxmlformats.org/officeDocument/2006/relationships/slide" Target="slide35.xml"/><Relationship Id="rId2" Type="http://schemas.openxmlformats.org/officeDocument/2006/relationships/image" Target="../media/image117.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04.bin"/><Relationship Id="rId2" Type="http://schemas.openxmlformats.org/officeDocument/2006/relationships/slideLayout" Target="../slideLayouts/slideLayout15.xml"/><Relationship Id="rId1" Type="http://schemas.openxmlformats.org/officeDocument/2006/relationships/vmlDrawing" Target="../drawings/vmlDrawing11.vml"/><Relationship Id="rId4" Type="http://schemas.openxmlformats.org/officeDocument/2006/relationships/image" Target="../media/image118.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05.bin"/><Relationship Id="rId2" Type="http://schemas.openxmlformats.org/officeDocument/2006/relationships/slideLayout" Target="../slideLayouts/slideLayout15.xml"/><Relationship Id="rId1" Type="http://schemas.openxmlformats.org/officeDocument/2006/relationships/vmlDrawing" Target="../drawings/vmlDrawing12.vml"/><Relationship Id="rId4" Type="http://schemas.openxmlformats.org/officeDocument/2006/relationships/image" Target="../media/image119.w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06.bin"/><Relationship Id="rId2" Type="http://schemas.openxmlformats.org/officeDocument/2006/relationships/slideLayout" Target="../slideLayouts/slideLayout20.xml"/><Relationship Id="rId1" Type="http://schemas.openxmlformats.org/officeDocument/2006/relationships/vmlDrawing" Target="../drawings/vmlDrawing13.vml"/><Relationship Id="rId4" Type="http://schemas.openxmlformats.org/officeDocument/2006/relationships/image" Target="../media/image120.w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3" Type="http://schemas.openxmlformats.org/officeDocument/2006/relationships/oleObject" Target="../embeddings/oleObject112.bin"/><Relationship Id="rId18" Type="http://schemas.openxmlformats.org/officeDocument/2006/relationships/image" Target="../media/image128.wmf"/><Relationship Id="rId26" Type="http://schemas.openxmlformats.org/officeDocument/2006/relationships/image" Target="../media/image132.wmf"/><Relationship Id="rId39" Type="http://schemas.openxmlformats.org/officeDocument/2006/relationships/oleObject" Target="../embeddings/oleObject125.bin"/><Relationship Id="rId21" Type="http://schemas.openxmlformats.org/officeDocument/2006/relationships/oleObject" Target="../embeddings/oleObject116.bin"/><Relationship Id="rId34" Type="http://schemas.openxmlformats.org/officeDocument/2006/relationships/image" Target="../media/image136.wmf"/><Relationship Id="rId42" Type="http://schemas.openxmlformats.org/officeDocument/2006/relationships/image" Target="../media/image140.wmf"/><Relationship Id="rId47" Type="http://schemas.openxmlformats.org/officeDocument/2006/relationships/oleObject" Target="../embeddings/oleObject129.bin"/><Relationship Id="rId50" Type="http://schemas.openxmlformats.org/officeDocument/2006/relationships/image" Target="../media/image144.wmf"/><Relationship Id="rId7" Type="http://schemas.openxmlformats.org/officeDocument/2006/relationships/oleObject" Target="../embeddings/oleObject109.bin"/><Relationship Id="rId2" Type="http://schemas.openxmlformats.org/officeDocument/2006/relationships/slideLayout" Target="../slideLayouts/slideLayout20.xml"/><Relationship Id="rId16" Type="http://schemas.openxmlformats.org/officeDocument/2006/relationships/image" Target="../media/image127.wmf"/><Relationship Id="rId29" Type="http://schemas.openxmlformats.org/officeDocument/2006/relationships/oleObject" Target="../embeddings/oleObject120.bin"/><Relationship Id="rId11" Type="http://schemas.openxmlformats.org/officeDocument/2006/relationships/oleObject" Target="../embeddings/oleObject111.bin"/><Relationship Id="rId24" Type="http://schemas.openxmlformats.org/officeDocument/2006/relationships/image" Target="../media/image131.wmf"/><Relationship Id="rId32" Type="http://schemas.openxmlformats.org/officeDocument/2006/relationships/image" Target="../media/image135.wmf"/><Relationship Id="rId37" Type="http://schemas.openxmlformats.org/officeDocument/2006/relationships/oleObject" Target="../embeddings/oleObject124.bin"/><Relationship Id="rId40" Type="http://schemas.openxmlformats.org/officeDocument/2006/relationships/image" Target="../media/image139.wmf"/><Relationship Id="rId45" Type="http://schemas.openxmlformats.org/officeDocument/2006/relationships/oleObject" Target="../embeddings/oleObject128.bin"/><Relationship Id="rId53" Type="http://schemas.openxmlformats.org/officeDocument/2006/relationships/oleObject" Target="../embeddings/oleObject132.bin"/><Relationship Id="rId5" Type="http://schemas.openxmlformats.org/officeDocument/2006/relationships/oleObject" Target="../embeddings/oleObject108.bin"/><Relationship Id="rId10" Type="http://schemas.openxmlformats.org/officeDocument/2006/relationships/image" Target="../media/image124.wmf"/><Relationship Id="rId19" Type="http://schemas.openxmlformats.org/officeDocument/2006/relationships/oleObject" Target="../embeddings/oleObject115.bin"/><Relationship Id="rId31" Type="http://schemas.openxmlformats.org/officeDocument/2006/relationships/oleObject" Target="../embeddings/oleObject121.bin"/><Relationship Id="rId44" Type="http://schemas.openxmlformats.org/officeDocument/2006/relationships/image" Target="../media/image141.wmf"/><Relationship Id="rId52" Type="http://schemas.openxmlformats.org/officeDocument/2006/relationships/image" Target="../media/image145.wmf"/><Relationship Id="rId4" Type="http://schemas.openxmlformats.org/officeDocument/2006/relationships/image" Target="../media/image121.wmf"/><Relationship Id="rId9" Type="http://schemas.openxmlformats.org/officeDocument/2006/relationships/oleObject" Target="../embeddings/oleObject110.bin"/><Relationship Id="rId14" Type="http://schemas.openxmlformats.org/officeDocument/2006/relationships/image" Target="../media/image126.wmf"/><Relationship Id="rId22" Type="http://schemas.openxmlformats.org/officeDocument/2006/relationships/image" Target="../media/image130.wmf"/><Relationship Id="rId27" Type="http://schemas.openxmlformats.org/officeDocument/2006/relationships/oleObject" Target="../embeddings/oleObject119.bin"/><Relationship Id="rId30" Type="http://schemas.openxmlformats.org/officeDocument/2006/relationships/image" Target="../media/image134.wmf"/><Relationship Id="rId35" Type="http://schemas.openxmlformats.org/officeDocument/2006/relationships/oleObject" Target="../embeddings/oleObject123.bin"/><Relationship Id="rId43" Type="http://schemas.openxmlformats.org/officeDocument/2006/relationships/oleObject" Target="../embeddings/oleObject127.bin"/><Relationship Id="rId48" Type="http://schemas.openxmlformats.org/officeDocument/2006/relationships/image" Target="../media/image143.wmf"/><Relationship Id="rId8" Type="http://schemas.openxmlformats.org/officeDocument/2006/relationships/image" Target="../media/image123.wmf"/><Relationship Id="rId51" Type="http://schemas.openxmlformats.org/officeDocument/2006/relationships/oleObject" Target="../embeddings/oleObject131.bin"/><Relationship Id="rId3" Type="http://schemas.openxmlformats.org/officeDocument/2006/relationships/oleObject" Target="../embeddings/oleObject107.bin"/><Relationship Id="rId12" Type="http://schemas.openxmlformats.org/officeDocument/2006/relationships/image" Target="../media/image125.wmf"/><Relationship Id="rId17" Type="http://schemas.openxmlformats.org/officeDocument/2006/relationships/oleObject" Target="../embeddings/oleObject114.bin"/><Relationship Id="rId25" Type="http://schemas.openxmlformats.org/officeDocument/2006/relationships/oleObject" Target="../embeddings/oleObject118.bin"/><Relationship Id="rId33" Type="http://schemas.openxmlformats.org/officeDocument/2006/relationships/oleObject" Target="../embeddings/oleObject122.bin"/><Relationship Id="rId38" Type="http://schemas.openxmlformats.org/officeDocument/2006/relationships/image" Target="../media/image138.wmf"/><Relationship Id="rId46" Type="http://schemas.openxmlformats.org/officeDocument/2006/relationships/image" Target="../media/image142.wmf"/><Relationship Id="rId20" Type="http://schemas.openxmlformats.org/officeDocument/2006/relationships/image" Target="../media/image129.wmf"/><Relationship Id="rId41" Type="http://schemas.openxmlformats.org/officeDocument/2006/relationships/oleObject" Target="../embeddings/oleObject126.bin"/><Relationship Id="rId54" Type="http://schemas.openxmlformats.org/officeDocument/2006/relationships/image" Target="../media/image146.wmf"/><Relationship Id="rId1" Type="http://schemas.openxmlformats.org/officeDocument/2006/relationships/vmlDrawing" Target="../drawings/vmlDrawing14.vml"/><Relationship Id="rId6" Type="http://schemas.openxmlformats.org/officeDocument/2006/relationships/image" Target="../media/image122.wmf"/><Relationship Id="rId15" Type="http://schemas.openxmlformats.org/officeDocument/2006/relationships/oleObject" Target="../embeddings/oleObject113.bin"/><Relationship Id="rId23" Type="http://schemas.openxmlformats.org/officeDocument/2006/relationships/oleObject" Target="../embeddings/oleObject117.bin"/><Relationship Id="rId28" Type="http://schemas.openxmlformats.org/officeDocument/2006/relationships/image" Target="../media/image133.wmf"/><Relationship Id="rId36" Type="http://schemas.openxmlformats.org/officeDocument/2006/relationships/image" Target="../media/image137.wmf"/><Relationship Id="rId49" Type="http://schemas.openxmlformats.org/officeDocument/2006/relationships/oleObject" Target="../embeddings/oleObject130.bin"/></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28.xml"/></Relationships>
</file>

<file path=ppt/slides/_rels/slide32.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28.xml"/></Relationships>
</file>

<file path=ppt/slides/_rels/slide33.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28.xml"/></Relationships>
</file>

<file path=ppt/slides/_rels/slide34.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8.xml"/></Relationships>
</file>

<file path=ppt/slides/_rels/slide35.xml.rels><?xml version="1.0" encoding="UTF-8" standalone="yes"?>
<Relationships xmlns="http://schemas.openxmlformats.org/package/2006/relationships"><Relationship Id="rId2" Type="http://schemas.openxmlformats.org/officeDocument/2006/relationships/slide" Target="slide20.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Chapter 5</a:t>
            </a:r>
          </a:p>
        </p:txBody>
      </p:sp>
      <p:sp>
        <p:nvSpPr>
          <p:cNvPr id="3" name="Subtitle 2"/>
          <p:cNvSpPr>
            <a:spLocks noGrp="1"/>
          </p:cNvSpPr>
          <p:nvPr>
            <p:ph type="subTitle" idx="1"/>
          </p:nvPr>
        </p:nvSpPr>
        <p:spPr/>
        <p:txBody>
          <a:bodyPr/>
          <a:lstStyle/>
          <a:p>
            <a:r>
              <a:rPr lang="en-US" dirty="0"/>
              <a:t>Business Statistics</a:t>
            </a:r>
          </a:p>
        </p:txBody>
      </p:sp>
      <p:sp>
        <p:nvSpPr>
          <p:cNvPr id="4" name="Text Placeholder 3"/>
          <p:cNvSpPr>
            <a:spLocks noGrp="1"/>
          </p:cNvSpPr>
          <p:nvPr>
            <p:ph type="body" sz="quarter" idx="10"/>
          </p:nvPr>
        </p:nvSpPr>
        <p:spPr>
          <a:xfrm>
            <a:off x="777240" y="4718304"/>
            <a:ext cx="6356985" cy="576185"/>
          </a:xfrm>
        </p:spPr>
        <p:txBody>
          <a:bodyPr/>
          <a:lstStyle/>
          <a:p>
            <a:r>
              <a:rPr lang="en-US" dirty="0"/>
              <a:t>Math for Business and Finance: an Algebraic Approach, 3rd Edition Jeffrey Slater</a:t>
            </a:r>
          </a:p>
        </p:txBody>
      </p:sp>
      <p:sp>
        <p:nvSpPr>
          <p:cNvPr id="6" name="Text Placeholder 5">
            <a:extLst>
              <a:ext uri="{FF2B5EF4-FFF2-40B4-BE49-F238E27FC236}">
                <a16:creationId xmlns:a16="http://schemas.microsoft.com/office/drawing/2014/main" id="{AB407C88-B911-4163-8FB5-E7F862E36DC6}"/>
              </a:ext>
            </a:extLst>
          </p:cNvPr>
          <p:cNvSpPr>
            <a:spLocks noGrp="1"/>
          </p:cNvSpPr>
          <p:nvPr>
            <p:ph type="body" sz="quarter" idx="11"/>
          </p:nvPr>
        </p:nvSpPr>
        <p:spPr/>
        <p:txBody>
          <a:bodyPr anchor="ctr"/>
          <a:lstStyle/>
          <a:p>
            <a:pPr algn="ctr"/>
            <a:r>
              <a:rPr lang="en-US" sz="1200" dirty="0">
                <a:solidFill>
                  <a:schemeClr val="tx1"/>
                </a:solidFill>
              </a:rPr>
              <a:t>© McGraw Hill LLC. All rights reserved. No reproduction or distribution without the prior written consent of McGraw Hill LLC.</a:t>
            </a:r>
          </a:p>
        </p:txBody>
      </p:sp>
    </p:spTree>
    <p:extLst>
      <p:ext uri="{BB962C8B-B14F-4D97-AF65-F5344CB8AC3E}">
        <p14:creationId xmlns:p14="http://schemas.microsoft.com/office/powerpoint/2010/main" val="35512810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Learning Unit Objectives</a:t>
            </a:r>
          </a:p>
        </p:txBody>
      </p:sp>
      <p:sp>
        <p:nvSpPr>
          <p:cNvPr id="3" name="Content Placeholder 2"/>
          <p:cNvSpPr>
            <a:spLocks noGrp="1"/>
          </p:cNvSpPr>
          <p:nvPr>
            <p:ph sz="quarter" idx="11"/>
          </p:nvPr>
        </p:nvSpPr>
        <p:spPr>
          <a:xfrm>
            <a:off x="342900" y="1276709"/>
            <a:ext cx="8458200" cy="1451743"/>
          </a:xfrm>
        </p:spPr>
        <p:txBody>
          <a:bodyPr/>
          <a:lstStyle/>
          <a:p>
            <a:r>
              <a:rPr lang="en-IN" sz="1600" b="1" dirty="0"/>
              <a:t>L</a:t>
            </a:r>
            <a:r>
              <a:rPr lang="en-IN" sz="100" b="1" dirty="0"/>
              <a:t> </a:t>
            </a:r>
            <a:r>
              <a:rPr lang="en-IN" sz="1600" b="1" dirty="0"/>
              <a:t>U 5-1: Frequency Distributions and Graphs</a:t>
            </a:r>
          </a:p>
          <a:p>
            <a:pPr marL="402336" indent="-402336">
              <a:buClr>
                <a:schemeClr val="tx1"/>
              </a:buClr>
              <a:buFont typeface="+mj-lt"/>
              <a:buAutoNum type="arabicPeriod"/>
            </a:pPr>
            <a:r>
              <a:rPr lang="en-IN" sz="1600" dirty="0"/>
              <a:t>Prepare a frequency distribution.</a:t>
            </a:r>
          </a:p>
          <a:p>
            <a:pPr marL="402336" indent="-402336">
              <a:buClr>
                <a:schemeClr val="tx1"/>
              </a:buClr>
              <a:buFont typeface="+mj-lt"/>
              <a:buAutoNum type="arabicPeriod"/>
            </a:pPr>
            <a:r>
              <a:rPr lang="en-IN" sz="1600" dirty="0"/>
              <a:t>Prepare bar, line, and circle graphs.</a:t>
            </a:r>
          </a:p>
          <a:p>
            <a:pPr marL="402336" indent="-402336">
              <a:buClr>
                <a:schemeClr val="tx1"/>
              </a:buClr>
              <a:buFont typeface="+mj-lt"/>
              <a:buAutoNum type="arabicPeriod"/>
            </a:pPr>
            <a:r>
              <a:rPr lang="en-IN" sz="1600" dirty="0"/>
              <a:t>Calculate price relatives and cost comparisons.</a:t>
            </a:r>
          </a:p>
        </p:txBody>
      </p:sp>
      <p:sp>
        <p:nvSpPr>
          <p:cNvPr id="7" name="Content Placeholder 6">
            <a:extLst>
              <a:ext uri="{FF2B5EF4-FFF2-40B4-BE49-F238E27FC236}">
                <a16:creationId xmlns:a16="http://schemas.microsoft.com/office/drawing/2014/main" id="{7AAA1F56-FA7B-484F-8975-BD9AD37FA7DF}"/>
              </a:ext>
            </a:extLst>
          </p:cNvPr>
          <p:cNvSpPr>
            <a:spLocks noGrp="1"/>
          </p:cNvSpPr>
          <p:nvPr>
            <p:ph sz="quarter" idx="14"/>
          </p:nvPr>
        </p:nvSpPr>
        <p:spPr>
          <a:xfrm>
            <a:off x="342900" y="2832820"/>
            <a:ext cx="8458200" cy="1865895"/>
          </a:xfrm>
        </p:spPr>
        <p:txBody>
          <a:bodyPr/>
          <a:lstStyle/>
          <a:p>
            <a:r>
              <a:rPr lang="en-IN" sz="1600" b="1" dirty="0"/>
              <a:t>L</a:t>
            </a:r>
            <a:r>
              <a:rPr lang="en-IN" sz="100" b="1" dirty="0"/>
              <a:t> </a:t>
            </a:r>
            <a:r>
              <a:rPr lang="en-IN" sz="1600" b="1" dirty="0"/>
              <a:t>U 5-2: Mean, Median, and Mode</a:t>
            </a:r>
          </a:p>
          <a:p>
            <a:pPr marL="402336" indent="-402336">
              <a:buClr>
                <a:schemeClr val="tx1"/>
              </a:buClr>
              <a:buFont typeface="+mj-lt"/>
              <a:buAutoNum type="arabicPeriod"/>
            </a:pPr>
            <a:r>
              <a:rPr lang="en-IN" sz="1600" dirty="0"/>
              <a:t>Define and calculate the mean.</a:t>
            </a:r>
          </a:p>
          <a:p>
            <a:pPr marL="402336" indent="-402336">
              <a:buClr>
                <a:schemeClr val="tx1"/>
              </a:buClr>
              <a:buFont typeface="+mj-lt"/>
              <a:buAutoNum type="arabicPeriod"/>
            </a:pPr>
            <a:r>
              <a:rPr lang="en-IN" sz="1600" dirty="0"/>
              <a:t>Explain and calculate a weighted mean.</a:t>
            </a:r>
          </a:p>
          <a:p>
            <a:pPr marL="402336" indent="-402336">
              <a:buClr>
                <a:schemeClr val="tx1"/>
              </a:buClr>
              <a:buFont typeface="+mj-lt"/>
              <a:buAutoNum type="arabicPeriod"/>
            </a:pPr>
            <a:r>
              <a:rPr lang="en-IN" sz="1600" dirty="0"/>
              <a:t>Define and calculate the median.</a:t>
            </a:r>
          </a:p>
          <a:p>
            <a:pPr marL="402336" indent="-402336">
              <a:buClr>
                <a:schemeClr val="tx1"/>
              </a:buClr>
              <a:buFont typeface="+mj-lt"/>
              <a:buAutoNum type="arabicPeriod"/>
            </a:pPr>
            <a:r>
              <a:rPr lang="en-IN" sz="1600" dirty="0"/>
              <a:t>Define and identify the mode.</a:t>
            </a:r>
          </a:p>
        </p:txBody>
      </p:sp>
      <p:sp>
        <p:nvSpPr>
          <p:cNvPr id="8" name="Content Placeholder 7">
            <a:extLst>
              <a:ext uri="{FF2B5EF4-FFF2-40B4-BE49-F238E27FC236}">
                <a16:creationId xmlns:a16="http://schemas.microsoft.com/office/drawing/2014/main" id="{6A2DE420-C175-425C-8792-DA8ECB424291}"/>
              </a:ext>
            </a:extLst>
          </p:cNvPr>
          <p:cNvSpPr>
            <a:spLocks noGrp="1"/>
          </p:cNvSpPr>
          <p:nvPr>
            <p:ph sz="quarter" idx="15"/>
          </p:nvPr>
        </p:nvSpPr>
        <p:spPr>
          <a:xfrm>
            <a:off x="342900" y="4812036"/>
            <a:ext cx="8639352" cy="1433934"/>
          </a:xfrm>
        </p:spPr>
        <p:txBody>
          <a:bodyPr/>
          <a:lstStyle/>
          <a:p>
            <a:r>
              <a:rPr lang="en-IN" sz="1600" b="1" dirty="0"/>
              <a:t>L</a:t>
            </a:r>
            <a:r>
              <a:rPr lang="en-IN" sz="100" b="1" dirty="0"/>
              <a:t> </a:t>
            </a:r>
            <a:r>
              <a:rPr lang="en-IN" sz="1600" b="1" dirty="0"/>
              <a:t>U 5-3: Measures of Dispersion</a:t>
            </a:r>
          </a:p>
          <a:p>
            <a:pPr marL="402336" indent="-402336">
              <a:buClr>
                <a:schemeClr val="tx1"/>
              </a:buClr>
              <a:buFont typeface="Times New Roman" pitchFamily="18" charset="0"/>
              <a:buAutoNum type="arabicPeriod"/>
            </a:pPr>
            <a:r>
              <a:rPr lang="en-IN" sz="1600" dirty="0"/>
              <a:t>Explain and calculate the range.</a:t>
            </a:r>
          </a:p>
          <a:p>
            <a:pPr marL="402336" indent="-402336">
              <a:buClr>
                <a:schemeClr val="tx1"/>
              </a:buClr>
              <a:buFont typeface="Times New Roman" pitchFamily="18" charset="0"/>
              <a:buAutoNum type="arabicPeriod"/>
            </a:pPr>
            <a:r>
              <a:rPr lang="en-IN" sz="1600" dirty="0"/>
              <a:t>Define and calculate the standard deviation.</a:t>
            </a:r>
          </a:p>
          <a:p>
            <a:pPr marL="402336" indent="-402336">
              <a:buClr>
                <a:schemeClr val="tx1"/>
              </a:buClr>
              <a:buFont typeface="Times New Roman" pitchFamily="18" charset="0"/>
              <a:buAutoNum type="arabicPeriod"/>
            </a:pPr>
            <a:r>
              <a:rPr lang="en-IN" sz="1600" dirty="0">
                <a:solidFill>
                  <a:srgbClr val="A9131A"/>
                </a:solidFill>
              </a:rPr>
              <a:t>Define normal distribution and e</a:t>
            </a:r>
            <a:r>
              <a:rPr lang="en-IN" sz="1600" dirty="0"/>
              <a:t>stimate percentage of data by using standard deviations.</a:t>
            </a:r>
          </a:p>
        </p:txBody>
      </p:sp>
      <p:sp>
        <p:nvSpPr>
          <p:cNvPr id="6" name="Slide Number Placeholder 5"/>
          <p:cNvSpPr>
            <a:spLocks noGrp="1"/>
          </p:cNvSpPr>
          <p:nvPr>
            <p:ph type="sldNum" sz="quarter" idx="10"/>
          </p:nvPr>
        </p:nvSpPr>
        <p:spPr/>
        <p:txBody>
          <a:bodyPr/>
          <a:lstStyle/>
          <a:p>
            <a:fld id="{68151E55-6873-49E2-B8D5-2F265E6F1973}" type="slidenum">
              <a:rPr lang="en-US" smtClean="0"/>
              <a:pPr/>
              <a:t>2</a:t>
            </a:fld>
            <a:endParaRPr lang="en-US" dirty="0"/>
          </a:p>
        </p:txBody>
      </p:sp>
    </p:spTree>
    <p:extLst>
      <p:ext uri="{BB962C8B-B14F-4D97-AF65-F5344CB8AC3E}">
        <p14:creationId xmlns:p14="http://schemas.microsoft.com/office/powerpoint/2010/main" val="30211375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C32E7-B1B5-4BD1-B3BD-BFD5F1005FFE}"/>
              </a:ext>
            </a:extLst>
          </p:cNvPr>
          <p:cNvSpPr>
            <a:spLocks noGrp="1"/>
          </p:cNvSpPr>
          <p:nvPr>
            <p:ph type="title"/>
          </p:nvPr>
        </p:nvSpPr>
        <p:spPr/>
        <p:txBody>
          <a:bodyPr>
            <a:normAutofit/>
          </a:bodyPr>
          <a:lstStyle/>
          <a:p>
            <a:r>
              <a:rPr lang="en-US" sz="3600" dirty="0"/>
              <a:t>Frequency Distribution</a:t>
            </a:r>
          </a:p>
        </p:txBody>
      </p:sp>
      <p:sp>
        <p:nvSpPr>
          <p:cNvPr id="3" name="Content Placeholder 2">
            <a:extLst>
              <a:ext uri="{FF2B5EF4-FFF2-40B4-BE49-F238E27FC236}">
                <a16:creationId xmlns:a16="http://schemas.microsoft.com/office/drawing/2014/main" id="{4D315DBE-9DC2-4349-B214-53FBA50E817E}"/>
              </a:ext>
            </a:extLst>
          </p:cNvPr>
          <p:cNvSpPr>
            <a:spLocks noGrp="1"/>
          </p:cNvSpPr>
          <p:nvPr>
            <p:ph sz="quarter" idx="11"/>
          </p:nvPr>
        </p:nvSpPr>
        <p:spPr>
          <a:xfrm>
            <a:off x="342900" y="1276709"/>
            <a:ext cx="8458200" cy="707073"/>
          </a:xfrm>
        </p:spPr>
        <p:txBody>
          <a:bodyPr/>
          <a:lstStyle/>
          <a:p>
            <a:r>
              <a:rPr lang="en-US" sz="2000" b="1" dirty="0"/>
              <a:t>Frequency Distribution </a:t>
            </a:r>
            <a:r>
              <a:rPr lang="en-US" sz="2000" dirty="0"/>
              <a:t>- A way of collecting and organizing raw data. Show</a:t>
            </a:r>
            <a:r>
              <a:rPr lang="en-US" sz="2000" dirty="0">
                <a:ea typeface="+mn-lt"/>
                <a:cs typeface="+mn-lt"/>
              </a:rPr>
              <a:t>s the number of data observations that fall into specific intervals.</a:t>
            </a:r>
            <a:endParaRPr lang="en-US" sz="2000" dirty="0"/>
          </a:p>
        </p:txBody>
      </p:sp>
      <p:sp>
        <p:nvSpPr>
          <p:cNvPr id="4" name="Content Placeholder 3">
            <a:extLst>
              <a:ext uri="{FF2B5EF4-FFF2-40B4-BE49-F238E27FC236}">
                <a16:creationId xmlns:a16="http://schemas.microsoft.com/office/drawing/2014/main" id="{A1E123C6-9A06-4399-AAA1-B8AFAFF3CE06}"/>
              </a:ext>
            </a:extLst>
          </p:cNvPr>
          <p:cNvSpPr>
            <a:spLocks noGrp="1"/>
          </p:cNvSpPr>
          <p:nvPr>
            <p:ph sz="quarter" idx="14"/>
          </p:nvPr>
        </p:nvSpPr>
        <p:spPr>
          <a:xfrm>
            <a:off x="342900" y="2070496"/>
            <a:ext cx="2167825" cy="409233"/>
          </a:xfrm>
        </p:spPr>
        <p:txBody>
          <a:bodyPr/>
          <a:lstStyle/>
          <a:p>
            <a:pPr>
              <a:spcBef>
                <a:spcPct val="50000"/>
              </a:spcBef>
            </a:pPr>
            <a:r>
              <a:rPr lang="en-US" sz="2000" b="1" dirty="0"/>
              <a:t>Computer costs</a:t>
            </a:r>
          </a:p>
        </p:txBody>
      </p:sp>
      <p:graphicFrame>
        <p:nvGraphicFramePr>
          <p:cNvPr id="12" name="Table 12">
            <a:extLst>
              <a:ext uri="{FF2B5EF4-FFF2-40B4-BE49-F238E27FC236}">
                <a16:creationId xmlns:a16="http://schemas.microsoft.com/office/drawing/2014/main" id="{CB222A8A-81DC-4CB1-8CD8-B3D4B904F502}"/>
              </a:ext>
            </a:extLst>
          </p:cNvPr>
          <p:cNvGraphicFramePr>
            <a:graphicFrameLocks noGrp="1"/>
          </p:cNvGraphicFramePr>
          <p:nvPr>
            <p:extLst>
              <p:ext uri="{D42A27DB-BD31-4B8C-83A1-F6EECF244321}">
                <p14:modId xmlns:p14="http://schemas.microsoft.com/office/powerpoint/2010/main" val="598857796"/>
              </p:ext>
            </p:extLst>
          </p:nvPr>
        </p:nvGraphicFramePr>
        <p:xfrm>
          <a:off x="454617" y="2934340"/>
          <a:ext cx="4582333" cy="1112520"/>
        </p:xfrm>
        <a:graphic>
          <a:graphicData uri="http://schemas.openxmlformats.org/drawingml/2006/table">
            <a:tbl>
              <a:tblPr firstRow="1" bandRow="1">
                <a:tableStyleId>{5C22544A-7EE6-4342-B048-85BDC9FD1C3A}</a:tableStyleId>
              </a:tblPr>
              <a:tblGrid>
                <a:gridCol w="654619">
                  <a:extLst>
                    <a:ext uri="{9D8B030D-6E8A-4147-A177-3AD203B41FA5}">
                      <a16:colId xmlns:a16="http://schemas.microsoft.com/office/drawing/2014/main" val="2802299648"/>
                    </a:ext>
                  </a:extLst>
                </a:gridCol>
                <a:gridCol w="654619">
                  <a:extLst>
                    <a:ext uri="{9D8B030D-6E8A-4147-A177-3AD203B41FA5}">
                      <a16:colId xmlns:a16="http://schemas.microsoft.com/office/drawing/2014/main" val="2672441991"/>
                    </a:ext>
                  </a:extLst>
                </a:gridCol>
                <a:gridCol w="654619">
                  <a:extLst>
                    <a:ext uri="{9D8B030D-6E8A-4147-A177-3AD203B41FA5}">
                      <a16:colId xmlns:a16="http://schemas.microsoft.com/office/drawing/2014/main" val="1724012474"/>
                    </a:ext>
                  </a:extLst>
                </a:gridCol>
                <a:gridCol w="654619">
                  <a:extLst>
                    <a:ext uri="{9D8B030D-6E8A-4147-A177-3AD203B41FA5}">
                      <a16:colId xmlns:a16="http://schemas.microsoft.com/office/drawing/2014/main" val="987964717"/>
                    </a:ext>
                  </a:extLst>
                </a:gridCol>
                <a:gridCol w="708493">
                  <a:extLst>
                    <a:ext uri="{9D8B030D-6E8A-4147-A177-3AD203B41FA5}">
                      <a16:colId xmlns:a16="http://schemas.microsoft.com/office/drawing/2014/main" val="607801472"/>
                    </a:ext>
                  </a:extLst>
                </a:gridCol>
                <a:gridCol w="600745">
                  <a:extLst>
                    <a:ext uri="{9D8B030D-6E8A-4147-A177-3AD203B41FA5}">
                      <a16:colId xmlns:a16="http://schemas.microsoft.com/office/drawing/2014/main" val="3817794205"/>
                    </a:ext>
                  </a:extLst>
                </a:gridCol>
                <a:gridCol w="654619">
                  <a:extLst>
                    <a:ext uri="{9D8B030D-6E8A-4147-A177-3AD203B41FA5}">
                      <a16:colId xmlns:a16="http://schemas.microsoft.com/office/drawing/2014/main" val="4211270141"/>
                    </a:ext>
                  </a:extLst>
                </a:gridCol>
              </a:tblGrid>
              <a:tr h="370840">
                <a:tc>
                  <a:txBody>
                    <a:bodyPr/>
                    <a:lstStyle/>
                    <a:p>
                      <a:pPr marL="0" marR="0" lvl="0" indent="0" algn="ctr" defTabSz="914400" rtl="0" eaLnBrk="0" fontAlgn="base" latinLnBrk="0" hangingPunct="0">
                        <a:lnSpc>
                          <a:spcPct val="100000"/>
                        </a:lnSpc>
                        <a:spcBef>
                          <a:spcPct val="20000"/>
                        </a:spcBef>
                        <a:spcAft>
                          <a:spcPct val="0"/>
                        </a:spcAft>
                        <a:buClr>
                          <a:schemeClr val="tx1"/>
                        </a:buClr>
                        <a:buSzPct val="85000"/>
                        <a:buFontTx/>
                        <a:buNone/>
                        <a:tabLst/>
                      </a:pPr>
                      <a:r>
                        <a:rPr kumimoji="0" lang="en-US" sz="1600" b="0" i="0" u="none" strike="noStrike" cap="none" normalizeH="0" baseline="0" dirty="0">
                          <a:ln>
                            <a:noFill/>
                          </a:ln>
                          <a:solidFill>
                            <a:schemeClr val="tx1"/>
                          </a:solidFill>
                          <a:effectLst/>
                          <a:latin typeface="Times New Roman" pitchFamily="18" charset="0"/>
                        </a:rPr>
                        <a:t>1000</a:t>
                      </a:r>
                    </a:p>
                  </a:txBody>
                  <a:tcPr marL="82999" marR="82999" marT="41500" marB="415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Pct val="85000"/>
                        <a:buFontTx/>
                        <a:buNone/>
                        <a:tabLst/>
                      </a:pPr>
                      <a:r>
                        <a:rPr kumimoji="0" lang="en-US" sz="1600" b="0" i="0" u="none" strike="noStrike" cap="none" normalizeH="0" baseline="0" dirty="0">
                          <a:ln>
                            <a:noFill/>
                          </a:ln>
                          <a:solidFill>
                            <a:schemeClr val="tx1"/>
                          </a:solidFill>
                          <a:effectLst/>
                          <a:latin typeface="Times New Roman" pitchFamily="18" charset="0"/>
                        </a:rPr>
                        <a:t>7000</a:t>
                      </a:r>
                    </a:p>
                  </a:txBody>
                  <a:tcPr marL="82999" marR="82999" marT="41500" marB="415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Pct val="85000"/>
                        <a:buFontTx/>
                        <a:buNone/>
                        <a:tabLst/>
                      </a:pPr>
                      <a:r>
                        <a:rPr kumimoji="0" lang="en-US" sz="1600" b="0" i="0" u="none" strike="noStrike" cap="none" normalizeH="0" baseline="0" dirty="0">
                          <a:ln>
                            <a:noFill/>
                          </a:ln>
                          <a:solidFill>
                            <a:schemeClr val="tx1"/>
                          </a:solidFill>
                          <a:effectLst/>
                          <a:latin typeface="Times New Roman" pitchFamily="18" charset="0"/>
                        </a:rPr>
                        <a:t>4000</a:t>
                      </a:r>
                    </a:p>
                  </a:txBody>
                  <a:tcPr marL="82999" marR="82999" marT="41500" marB="415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Pct val="85000"/>
                        <a:buFontTx/>
                        <a:buNone/>
                        <a:tabLst/>
                      </a:pPr>
                      <a:r>
                        <a:rPr kumimoji="0" lang="en-US" sz="1600" b="0" i="0" u="none" strike="noStrike" cap="none" normalizeH="0" baseline="0" dirty="0">
                          <a:ln>
                            <a:noFill/>
                          </a:ln>
                          <a:solidFill>
                            <a:schemeClr val="tx1"/>
                          </a:solidFill>
                          <a:effectLst/>
                          <a:latin typeface="Times New Roman" pitchFamily="18" charset="0"/>
                        </a:rPr>
                        <a:t>1000</a:t>
                      </a:r>
                    </a:p>
                  </a:txBody>
                  <a:tcPr marL="82999" marR="82999" marT="41500" marB="415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Pct val="85000"/>
                        <a:buFontTx/>
                        <a:buNone/>
                        <a:tabLst/>
                      </a:pPr>
                      <a:r>
                        <a:rPr kumimoji="0" lang="en-US" sz="1600" b="0" i="0" u="none" strike="noStrike" cap="none" normalizeH="0" baseline="0" dirty="0">
                          <a:ln>
                            <a:noFill/>
                          </a:ln>
                          <a:solidFill>
                            <a:schemeClr val="tx1"/>
                          </a:solidFill>
                          <a:effectLst/>
                          <a:latin typeface="Times New Roman" pitchFamily="18" charset="0"/>
                        </a:rPr>
                        <a:t>5000</a:t>
                      </a:r>
                    </a:p>
                  </a:txBody>
                  <a:tcPr marL="82999" marR="82999" marT="41500" marB="415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Pct val="85000"/>
                        <a:buFontTx/>
                        <a:buNone/>
                        <a:tabLst/>
                      </a:pPr>
                      <a:r>
                        <a:rPr kumimoji="0" lang="en-US" sz="1600" b="0" i="0" u="none" strike="noStrike" cap="none" normalizeH="0" baseline="0" dirty="0">
                          <a:ln>
                            <a:noFill/>
                          </a:ln>
                          <a:solidFill>
                            <a:schemeClr val="tx1"/>
                          </a:solidFill>
                          <a:effectLst/>
                          <a:latin typeface="Times New Roman" pitchFamily="18" charset="0"/>
                        </a:rPr>
                        <a:t>1000</a:t>
                      </a:r>
                    </a:p>
                  </a:txBody>
                  <a:tcPr marL="82999" marR="82999" marT="41500" marB="415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Pct val="85000"/>
                        <a:buFontTx/>
                        <a:buNone/>
                        <a:tabLst/>
                      </a:pPr>
                      <a:r>
                        <a:rPr kumimoji="0" lang="en-US" sz="1600" b="0" i="0" u="none" strike="noStrike" cap="none" normalizeH="0" baseline="0" dirty="0">
                          <a:ln>
                            <a:noFill/>
                          </a:ln>
                          <a:solidFill>
                            <a:schemeClr val="tx1"/>
                          </a:solidFill>
                          <a:effectLst/>
                          <a:latin typeface="Times New Roman" pitchFamily="18" charset="0"/>
                        </a:rPr>
                        <a:t>3000</a:t>
                      </a:r>
                    </a:p>
                  </a:txBody>
                  <a:tcPr marL="82999" marR="82999" marT="41500" marB="415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77162723"/>
                  </a:ext>
                </a:extLst>
              </a:tr>
              <a:tr h="370840">
                <a:tc>
                  <a:txBody>
                    <a:bodyPr/>
                    <a:lstStyle/>
                    <a:p>
                      <a:pPr marL="0" marR="0" lvl="0" indent="0" algn="ctr" defTabSz="914400" rtl="0" eaLnBrk="0" fontAlgn="base" latinLnBrk="0" hangingPunct="0">
                        <a:lnSpc>
                          <a:spcPct val="100000"/>
                        </a:lnSpc>
                        <a:spcBef>
                          <a:spcPct val="20000"/>
                        </a:spcBef>
                        <a:spcAft>
                          <a:spcPct val="0"/>
                        </a:spcAft>
                        <a:buClr>
                          <a:schemeClr val="tx1"/>
                        </a:buClr>
                        <a:buSzPct val="85000"/>
                        <a:buFontTx/>
                        <a:buNone/>
                        <a:tabLst/>
                      </a:pPr>
                      <a:r>
                        <a:rPr kumimoji="0" lang="en-US" sz="1600" b="0" i="0" u="none" strike="noStrike" cap="none" normalizeH="0" baseline="0">
                          <a:ln>
                            <a:noFill/>
                          </a:ln>
                          <a:solidFill>
                            <a:schemeClr val="tx1"/>
                          </a:solidFill>
                          <a:effectLst/>
                          <a:latin typeface="Times New Roman" pitchFamily="18" charset="0"/>
                        </a:rPr>
                        <a:t>5000</a:t>
                      </a:r>
                    </a:p>
                  </a:txBody>
                  <a:tcPr marL="82999" marR="82999" marT="41500" marB="415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Pct val="85000"/>
                        <a:buFontTx/>
                        <a:buNone/>
                        <a:tabLst/>
                      </a:pPr>
                      <a:r>
                        <a:rPr kumimoji="0" lang="en-US" sz="1600" b="0" i="0" u="none" strike="noStrike" cap="none" normalizeH="0" baseline="0">
                          <a:ln>
                            <a:noFill/>
                          </a:ln>
                          <a:solidFill>
                            <a:schemeClr val="tx1"/>
                          </a:solidFill>
                          <a:effectLst/>
                          <a:latin typeface="Times New Roman" pitchFamily="18" charset="0"/>
                        </a:rPr>
                        <a:t>2000</a:t>
                      </a:r>
                    </a:p>
                  </a:txBody>
                  <a:tcPr marL="82999" marR="82999" marT="41500" marB="415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Pct val="85000"/>
                        <a:buFontTx/>
                        <a:buNone/>
                        <a:tabLst/>
                      </a:pPr>
                      <a:r>
                        <a:rPr kumimoji="0" lang="en-US" sz="1600" b="0" i="0" u="none" strike="noStrike" cap="none" normalizeH="0" baseline="0">
                          <a:ln>
                            <a:noFill/>
                          </a:ln>
                          <a:solidFill>
                            <a:schemeClr val="tx1"/>
                          </a:solidFill>
                          <a:effectLst/>
                          <a:latin typeface="Times New Roman" pitchFamily="18" charset="0"/>
                        </a:rPr>
                        <a:t>3000</a:t>
                      </a:r>
                    </a:p>
                  </a:txBody>
                  <a:tcPr marL="82999" marR="82999" marT="41500" marB="415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Pct val="85000"/>
                        <a:buFontTx/>
                        <a:buNone/>
                        <a:tabLst/>
                      </a:pPr>
                      <a:r>
                        <a:rPr kumimoji="0" lang="en-US" sz="1600" b="0" i="0" u="none" strike="noStrike" cap="none" normalizeH="0" baseline="0">
                          <a:ln>
                            <a:noFill/>
                          </a:ln>
                          <a:solidFill>
                            <a:schemeClr val="tx1"/>
                          </a:solidFill>
                          <a:effectLst/>
                          <a:latin typeface="Times New Roman" pitchFamily="18" charset="0"/>
                        </a:rPr>
                        <a:t>3000</a:t>
                      </a:r>
                    </a:p>
                  </a:txBody>
                  <a:tcPr marL="82999" marR="82999" marT="41500" marB="415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Pct val="85000"/>
                        <a:buFontTx/>
                        <a:buNone/>
                        <a:tabLst/>
                      </a:pPr>
                      <a:r>
                        <a:rPr kumimoji="0" lang="en-US" sz="1600" b="0" i="0" u="none" strike="noStrike" cap="none" normalizeH="0" baseline="0" dirty="0">
                          <a:ln>
                            <a:noFill/>
                          </a:ln>
                          <a:solidFill>
                            <a:schemeClr val="tx1"/>
                          </a:solidFill>
                          <a:effectLst/>
                          <a:latin typeface="Times New Roman" pitchFamily="18" charset="0"/>
                        </a:rPr>
                        <a:t>3000</a:t>
                      </a:r>
                    </a:p>
                  </a:txBody>
                  <a:tcPr marL="82999" marR="82999" marT="41500" marB="415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Pct val="85000"/>
                        <a:buFontTx/>
                        <a:buNone/>
                        <a:tabLst/>
                      </a:pPr>
                      <a:r>
                        <a:rPr kumimoji="0" lang="en-US" sz="1600" b="0" i="0" u="none" strike="noStrike" cap="none" normalizeH="0" baseline="0" dirty="0">
                          <a:ln>
                            <a:noFill/>
                          </a:ln>
                          <a:solidFill>
                            <a:schemeClr val="tx1"/>
                          </a:solidFill>
                          <a:effectLst/>
                          <a:latin typeface="Times New Roman" pitchFamily="18" charset="0"/>
                        </a:rPr>
                        <a:t>8000</a:t>
                      </a:r>
                    </a:p>
                  </a:txBody>
                  <a:tcPr marL="82999" marR="82999" marT="41500" marB="415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Pct val="85000"/>
                        <a:buFontTx/>
                        <a:buNone/>
                        <a:tabLst/>
                      </a:pPr>
                      <a:r>
                        <a:rPr kumimoji="0" lang="en-US" sz="1600" b="0" i="0" u="none" strike="noStrike" cap="none" normalizeH="0" baseline="0" dirty="0">
                          <a:ln>
                            <a:noFill/>
                          </a:ln>
                          <a:solidFill>
                            <a:schemeClr val="tx1"/>
                          </a:solidFill>
                          <a:effectLst/>
                          <a:latin typeface="Times New Roman" pitchFamily="18" charset="0"/>
                        </a:rPr>
                        <a:t>9000</a:t>
                      </a:r>
                    </a:p>
                  </a:txBody>
                  <a:tcPr marL="82999" marR="82999" marT="41500" marB="415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58373804"/>
                  </a:ext>
                </a:extLst>
              </a:tr>
              <a:tr h="370840">
                <a:tc>
                  <a:txBody>
                    <a:bodyPr/>
                    <a:lstStyle/>
                    <a:p>
                      <a:pPr marL="0" marR="0" lvl="0" indent="0" algn="ctr" defTabSz="914400" rtl="0" eaLnBrk="0" fontAlgn="base" latinLnBrk="0" hangingPunct="0">
                        <a:lnSpc>
                          <a:spcPct val="100000"/>
                        </a:lnSpc>
                        <a:spcBef>
                          <a:spcPct val="20000"/>
                        </a:spcBef>
                        <a:spcAft>
                          <a:spcPct val="0"/>
                        </a:spcAft>
                        <a:buClr>
                          <a:schemeClr val="tx1"/>
                        </a:buClr>
                        <a:buSzPct val="85000"/>
                        <a:buFontTx/>
                        <a:buNone/>
                        <a:tabLst/>
                      </a:pPr>
                      <a:r>
                        <a:rPr kumimoji="0" lang="en-US" sz="1600" b="0" i="0" u="none" strike="noStrike" cap="none" normalizeH="0" baseline="0">
                          <a:ln>
                            <a:noFill/>
                          </a:ln>
                          <a:solidFill>
                            <a:schemeClr val="tx1"/>
                          </a:solidFill>
                          <a:effectLst/>
                          <a:latin typeface="Times New Roman" pitchFamily="18" charset="0"/>
                        </a:rPr>
                        <a:t>3000</a:t>
                      </a:r>
                    </a:p>
                  </a:txBody>
                  <a:tcPr marL="82999" marR="82999" marT="41500" marB="415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Pct val="85000"/>
                        <a:buFontTx/>
                        <a:buNone/>
                        <a:tabLst/>
                      </a:pPr>
                      <a:r>
                        <a:rPr kumimoji="0" lang="en-US" sz="1600" b="0" i="0" u="none" strike="noStrike" cap="none" normalizeH="0" baseline="0">
                          <a:ln>
                            <a:noFill/>
                          </a:ln>
                          <a:solidFill>
                            <a:schemeClr val="tx1"/>
                          </a:solidFill>
                          <a:effectLst/>
                          <a:latin typeface="Times New Roman" pitchFamily="18" charset="0"/>
                        </a:rPr>
                        <a:t>6000</a:t>
                      </a:r>
                    </a:p>
                  </a:txBody>
                  <a:tcPr marL="82999" marR="82999" marT="41500" marB="415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Pct val="85000"/>
                        <a:buFontTx/>
                        <a:buNone/>
                        <a:tabLst/>
                      </a:pPr>
                      <a:r>
                        <a:rPr kumimoji="0" lang="en-US" sz="1600" b="0" i="0" u="none" strike="noStrike" cap="none" normalizeH="0" baseline="0">
                          <a:ln>
                            <a:noFill/>
                          </a:ln>
                          <a:solidFill>
                            <a:schemeClr val="tx1"/>
                          </a:solidFill>
                          <a:effectLst/>
                          <a:latin typeface="Times New Roman" pitchFamily="18" charset="0"/>
                        </a:rPr>
                        <a:t>6000</a:t>
                      </a:r>
                    </a:p>
                  </a:txBody>
                  <a:tcPr marL="82999" marR="82999" marT="41500" marB="415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Pct val="85000"/>
                        <a:buFontTx/>
                        <a:buNone/>
                        <a:tabLst/>
                      </a:pPr>
                      <a:r>
                        <a:rPr kumimoji="0" lang="en-US" sz="1600" b="0" i="0" u="none" strike="noStrike" cap="none" normalizeH="0" baseline="0">
                          <a:ln>
                            <a:noFill/>
                          </a:ln>
                          <a:solidFill>
                            <a:schemeClr val="tx1"/>
                          </a:solidFill>
                          <a:effectLst/>
                          <a:latin typeface="Times New Roman" pitchFamily="18" charset="0"/>
                        </a:rPr>
                        <a:t>1000</a:t>
                      </a:r>
                    </a:p>
                  </a:txBody>
                  <a:tcPr marL="82999" marR="82999" marT="41500" marB="415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Pct val="85000"/>
                        <a:buFontTx/>
                        <a:buNone/>
                        <a:tabLst/>
                      </a:pPr>
                      <a:r>
                        <a:rPr kumimoji="0" lang="en-US" sz="1600" b="0" i="0" u="none" strike="noStrike" cap="none" normalizeH="0" baseline="0" dirty="0">
                          <a:ln>
                            <a:noFill/>
                          </a:ln>
                          <a:solidFill>
                            <a:schemeClr val="tx1"/>
                          </a:solidFill>
                          <a:effectLst/>
                          <a:latin typeface="Times New Roman" pitchFamily="18" charset="0"/>
                        </a:rPr>
                        <a:t>10000</a:t>
                      </a:r>
                    </a:p>
                  </a:txBody>
                  <a:tcPr marL="82999" marR="82999" marT="41500" marB="415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Pct val="85000"/>
                        <a:buFontTx/>
                        <a:buNone/>
                        <a:tabLst/>
                      </a:pPr>
                      <a:r>
                        <a:rPr kumimoji="0" lang="en-US" sz="1600" b="0" i="0" u="none" strike="noStrike" cap="none" normalizeH="0" baseline="0">
                          <a:ln>
                            <a:noFill/>
                          </a:ln>
                          <a:solidFill>
                            <a:schemeClr val="tx1"/>
                          </a:solidFill>
                          <a:effectLst/>
                          <a:latin typeface="Times New Roman" pitchFamily="18" charset="0"/>
                        </a:rPr>
                        <a:t>1000</a:t>
                      </a:r>
                    </a:p>
                  </a:txBody>
                  <a:tcPr marL="82999" marR="82999" marT="41500" marB="415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Pct val="85000"/>
                        <a:buFontTx/>
                        <a:buNone/>
                        <a:tabLst/>
                      </a:pPr>
                      <a:endParaRPr kumimoji="0" lang="en-US" sz="1600" b="0" i="0" u="none" strike="noStrike" cap="none" normalizeH="0" baseline="0" dirty="0">
                        <a:ln>
                          <a:noFill/>
                        </a:ln>
                        <a:solidFill>
                          <a:schemeClr val="tx1"/>
                        </a:solidFill>
                        <a:effectLst/>
                        <a:latin typeface="Times New Roman" pitchFamily="18" charset="0"/>
                      </a:endParaRPr>
                    </a:p>
                  </a:txBody>
                  <a:tcPr marL="82999" marR="82999" marT="41500" marB="415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1135131"/>
                  </a:ext>
                </a:extLst>
              </a:tr>
            </a:tbl>
          </a:graphicData>
        </a:graphic>
      </p:graphicFrame>
      <p:graphicFrame>
        <p:nvGraphicFramePr>
          <p:cNvPr id="14" name="Table 14">
            <a:extLst>
              <a:ext uri="{FF2B5EF4-FFF2-40B4-BE49-F238E27FC236}">
                <a16:creationId xmlns:a16="http://schemas.microsoft.com/office/drawing/2014/main" id="{17E61B78-246A-4FB6-AE12-D969D8B4F238}"/>
              </a:ext>
            </a:extLst>
          </p:cNvPr>
          <p:cNvGraphicFramePr>
            <a:graphicFrameLocks noGrp="1"/>
          </p:cNvGraphicFramePr>
          <p:nvPr>
            <p:extLst>
              <p:ext uri="{D42A27DB-BD31-4B8C-83A1-F6EECF244321}">
                <p14:modId xmlns:p14="http://schemas.microsoft.com/office/powerpoint/2010/main" val="2465395256"/>
              </p:ext>
            </p:extLst>
          </p:nvPr>
        </p:nvGraphicFramePr>
        <p:xfrm>
          <a:off x="5154258" y="2342076"/>
          <a:ext cx="3422983" cy="3091759"/>
        </p:xfrm>
        <a:graphic>
          <a:graphicData uri="http://schemas.openxmlformats.org/drawingml/2006/table">
            <a:tbl>
              <a:tblPr firstRow="1" bandRow="1">
                <a:tableStyleId>{5C22544A-7EE6-4342-B048-85BDC9FD1C3A}</a:tableStyleId>
              </a:tblPr>
              <a:tblGrid>
                <a:gridCol w="1511334">
                  <a:extLst>
                    <a:ext uri="{9D8B030D-6E8A-4147-A177-3AD203B41FA5}">
                      <a16:colId xmlns:a16="http://schemas.microsoft.com/office/drawing/2014/main" val="675124260"/>
                    </a:ext>
                  </a:extLst>
                </a:gridCol>
                <a:gridCol w="878208">
                  <a:extLst>
                    <a:ext uri="{9D8B030D-6E8A-4147-A177-3AD203B41FA5}">
                      <a16:colId xmlns:a16="http://schemas.microsoft.com/office/drawing/2014/main" val="2063702181"/>
                    </a:ext>
                  </a:extLst>
                </a:gridCol>
                <a:gridCol w="1033441">
                  <a:extLst>
                    <a:ext uri="{9D8B030D-6E8A-4147-A177-3AD203B41FA5}">
                      <a16:colId xmlns:a16="http://schemas.microsoft.com/office/drawing/2014/main" val="1055116471"/>
                    </a:ext>
                  </a:extLst>
                </a:gridCol>
              </a:tblGrid>
              <a:tr h="28106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latin typeface="+mn-lt"/>
                      </a:endParaRPr>
                    </a:p>
                  </a:txBody>
                  <a:tcPr marL="51346" marR="51346" marT="19822" marB="1982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dirty="0">
                          <a:solidFill>
                            <a:schemeClr val="tx1"/>
                          </a:solidFill>
                        </a:rPr>
                        <a:t>  </a:t>
                      </a:r>
                      <a:endParaRPr lang="en-US" sz="1400" dirty="0">
                        <a:solidFill>
                          <a:schemeClr val="tx1"/>
                        </a:solidFill>
                        <a:latin typeface="+mn-lt"/>
                      </a:endParaRPr>
                    </a:p>
                  </a:txBody>
                  <a:tcPr marL="51346" marR="51346" marT="19822" marB="1982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400" dirty="0">
                        <a:solidFill>
                          <a:schemeClr val="tx1"/>
                        </a:solidFill>
                        <a:latin typeface="+mn-lt"/>
                      </a:endParaRPr>
                    </a:p>
                  </a:txBody>
                  <a:tcPr marL="51346" marR="51346" marT="19822" marB="1982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7862144"/>
                  </a:ext>
                </a:extLst>
              </a:tr>
              <a:tr h="281069">
                <a:tc>
                  <a:txBody>
                    <a:bodyPr/>
                    <a:lstStyle/>
                    <a:p>
                      <a:pPr algn="ctr"/>
                      <a:endParaRPr lang="en-US" sz="1400" dirty="0">
                        <a:solidFill>
                          <a:schemeClr val="tx1"/>
                        </a:solidFill>
                        <a:latin typeface="+mn-lt"/>
                      </a:endParaRPr>
                    </a:p>
                  </a:txBody>
                  <a:tcPr marL="51346" marR="51346" marT="19822" marB="198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400" dirty="0">
                        <a:solidFill>
                          <a:schemeClr val="tx1"/>
                        </a:solidFill>
                        <a:latin typeface="+mn-lt"/>
                      </a:endParaRPr>
                    </a:p>
                  </a:txBody>
                  <a:tcPr marL="51346" marR="51346" marT="19822" marB="198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400" dirty="0">
                        <a:solidFill>
                          <a:schemeClr val="tx1"/>
                        </a:solidFill>
                        <a:latin typeface="+mn-lt"/>
                      </a:endParaRPr>
                    </a:p>
                  </a:txBody>
                  <a:tcPr marL="51346" marR="51346" marT="19822" marB="198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2807205"/>
                  </a:ext>
                </a:extLst>
              </a:tr>
              <a:tr h="281069">
                <a:tc>
                  <a:txBody>
                    <a:bodyPr/>
                    <a:lstStyle/>
                    <a:p>
                      <a:pPr algn="ctr"/>
                      <a:endParaRPr lang="en-US" sz="1400" dirty="0">
                        <a:solidFill>
                          <a:schemeClr val="tx1"/>
                        </a:solidFill>
                        <a:latin typeface="+mn-lt"/>
                      </a:endParaRPr>
                    </a:p>
                  </a:txBody>
                  <a:tcPr marL="51346" marR="51346" marT="19822" marB="198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400" dirty="0">
                        <a:solidFill>
                          <a:schemeClr val="tx1"/>
                        </a:solidFill>
                        <a:latin typeface="+mn-lt"/>
                      </a:endParaRPr>
                    </a:p>
                  </a:txBody>
                  <a:tcPr marL="51346" marR="51346" marT="19822" marB="198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400" dirty="0">
                        <a:solidFill>
                          <a:schemeClr val="tx1"/>
                        </a:solidFill>
                        <a:latin typeface="+mn-lt"/>
                      </a:endParaRPr>
                    </a:p>
                  </a:txBody>
                  <a:tcPr marL="51346" marR="51346" marT="19822" marB="198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93174860"/>
                  </a:ext>
                </a:extLst>
              </a:tr>
              <a:tr h="281069">
                <a:tc>
                  <a:txBody>
                    <a:bodyPr/>
                    <a:lstStyle/>
                    <a:p>
                      <a:pPr algn="ctr"/>
                      <a:endParaRPr lang="en-US" sz="1400" dirty="0">
                        <a:solidFill>
                          <a:schemeClr val="tx1"/>
                        </a:solidFill>
                        <a:latin typeface="+mn-lt"/>
                      </a:endParaRPr>
                    </a:p>
                  </a:txBody>
                  <a:tcPr marL="51346" marR="51346" marT="19822" marB="198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400">
                        <a:solidFill>
                          <a:schemeClr val="tx1"/>
                        </a:solidFill>
                        <a:latin typeface="+mn-lt"/>
                      </a:endParaRPr>
                    </a:p>
                  </a:txBody>
                  <a:tcPr marL="51346" marR="51346" marT="19822" marB="198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400" dirty="0">
                        <a:solidFill>
                          <a:schemeClr val="tx1"/>
                        </a:solidFill>
                        <a:latin typeface="+mn-lt"/>
                      </a:endParaRPr>
                    </a:p>
                  </a:txBody>
                  <a:tcPr marL="51346" marR="51346" marT="19822" marB="198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49009062"/>
                  </a:ext>
                </a:extLst>
              </a:tr>
              <a:tr h="281069">
                <a:tc>
                  <a:txBody>
                    <a:bodyPr/>
                    <a:lstStyle/>
                    <a:p>
                      <a:pPr algn="ctr"/>
                      <a:endParaRPr lang="en-US" sz="1400" dirty="0">
                        <a:solidFill>
                          <a:schemeClr val="tx1"/>
                        </a:solidFill>
                        <a:latin typeface="+mn-lt"/>
                      </a:endParaRPr>
                    </a:p>
                  </a:txBody>
                  <a:tcPr marL="51346" marR="51346" marT="19822" marB="198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400" dirty="0">
                        <a:solidFill>
                          <a:schemeClr val="tx1"/>
                        </a:solidFill>
                        <a:latin typeface="+mn-lt"/>
                      </a:endParaRPr>
                    </a:p>
                  </a:txBody>
                  <a:tcPr marL="51346" marR="51346" marT="19822" marB="198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400" dirty="0">
                        <a:solidFill>
                          <a:schemeClr val="tx1"/>
                        </a:solidFill>
                        <a:latin typeface="+mn-lt"/>
                      </a:endParaRPr>
                    </a:p>
                  </a:txBody>
                  <a:tcPr marL="51346" marR="51346" marT="19822" marB="198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2205891"/>
                  </a:ext>
                </a:extLst>
              </a:tr>
              <a:tr h="281069">
                <a:tc>
                  <a:txBody>
                    <a:bodyPr/>
                    <a:lstStyle/>
                    <a:p>
                      <a:pPr algn="ctr"/>
                      <a:endParaRPr lang="en-US" sz="1400" dirty="0">
                        <a:solidFill>
                          <a:schemeClr val="tx1"/>
                        </a:solidFill>
                        <a:latin typeface="+mn-lt"/>
                      </a:endParaRPr>
                    </a:p>
                  </a:txBody>
                  <a:tcPr marL="51346" marR="51346" marT="19822" marB="198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400" dirty="0">
                        <a:solidFill>
                          <a:schemeClr val="tx1"/>
                        </a:solidFill>
                        <a:latin typeface="+mn-lt"/>
                      </a:endParaRPr>
                    </a:p>
                  </a:txBody>
                  <a:tcPr marL="51346" marR="51346" marT="19822" marB="198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400" dirty="0">
                        <a:solidFill>
                          <a:schemeClr val="tx1"/>
                        </a:solidFill>
                        <a:latin typeface="+mn-lt"/>
                      </a:endParaRPr>
                    </a:p>
                  </a:txBody>
                  <a:tcPr marL="51346" marR="51346" marT="19822" marB="198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1213051"/>
                  </a:ext>
                </a:extLst>
              </a:tr>
              <a:tr h="281069">
                <a:tc>
                  <a:txBody>
                    <a:bodyPr/>
                    <a:lstStyle/>
                    <a:p>
                      <a:pPr algn="ctr"/>
                      <a:endParaRPr lang="en-US" sz="1400" dirty="0">
                        <a:solidFill>
                          <a:schemeClr val="tx1"/>
                        </a:solidFill>
                        <a:latin typeface="+mn-lt"/>
                      </a:endParaRPr>
                    </a:p>
                  </a:txBody>
                  <a:tcPr marL="51346" marR="51346" marT="19822" marB="198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400" dirty="0">
                        <a:solidFill>
                          <a:schemeClr val="tx1"/>
                        </a:solidFill>
                        <a:latin typeface="+mn-lt"/>
                      </a:endParaRPr>
                    </a:p>
                  </a:txBody>
                  <a:tcPr marL="51346" marR="51346" marT="19822" marB="198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400" dirty="0">
                        <a:solidFill>
                          <a:schemeClr val="tx1"/>
                        </a:solidFill>
                        <a:latin typeface="+mn-lt"/>
                      </a:endParaRPr>
                    </a:p>
                  </a:txBody>
                  <a:tcPr marL="51346" marR="51346" marT="19822" marB="198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39254661"/>
                  </a:ext>
                </a:extLst>
              </a:tr>
              <a:tr h="281069">
                <a:tc>
                  <a:txBody>
                    <a:bodyPr/>
                    <a:lstStyle/>
                    <a:p>
                      <a:pPr algn="ctr"/>
                      <a:endParaRPr lang="en-US" sz="1400" dirty="0">
                        <a:solidFill>
                          <a:schemeClr val="tx1"/>
                        </a:solidFill>
                        <a:latin typeface="+mn-lt"/>
                      </a:endParaRPr>
                    </a:p>
                  </a:txBody>
                  <a:tcPr marL="51346" marR="51346" marT="19822" marB="198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chemeClr val="tx1"/>
                        </a:solidFill>
                        <a:effectLst/>
                        <a:uLnTx/>
                        <a:uFillTx/>
                        <a:latin typeface="+mn-lt"/>
                        <a:ea typeface="+mn-ea"/>
                        <a:cs typeface="+mn-cs"/>
                      </a:endParaRPr>
                    </a:p>
                  </a:txBody>
                  <a:tcPr marL="51346" marR="51346" marT="19822" marB="198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400" dirty="0">
                        <a:solidFill>
                          <a:schemeClr val="tx1"/>
                        </a:solidFill>
                        <a:latin typeface="+mn-lt"/>
                      </a:endParaRPr>
                    </a:p>
                  </a:txBody>
                  <a:tcPr marL="51346" marR="51346" marT="19822" marB="198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37232964"/>
                  </a:ext>
                </a:extLst>
              </a:tr>
              <a:tr h="281069">
                <a:tc>
                  <a:txBody>
                    <a:bodyPr/>
                    <a:lstStyle/>
                    <a:p>
                      <a:pPr algn="ctr"/>
                      <a:endParaRPr lang="en-US" sz="1400" dirty="0">
                        <a:solidFill>
                          <a:schemeClr val="tx1"/>
                        </a:solidFill>
                        <a:latin typeface="+mn-lt"/>
                      </a:endParaRPr>
                    </a:p>
                  </a:txBody>
                  <a:tcPr marL="51346" marR="51346" marT="19822" marB="198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chemeClr val="tx1"/>
                        </a:solidFill>
                        <a:effectLst/>
                        <a:uLnTx/>
                        <a:uFillTx/>
                        <a:latin typeface="+mn-lt"/>
                        <a:ea typeface="+mn-ea"/>
                        <a:cs typeface="+mn-cs"/>
                      </a:endParaRPr>
                    </a:p>
                  </a:txBody>
                  <a:tcPr marL="51346" marR="51346" marT="19822" marB="198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400" dirty="0">
                        <a:solidFill>
                          <a:schemeClr val="tx1"/>
                        </a:solidFill>
                        <a:latin typeface="+mn-lt"/>
                      </a:endParaRPr>
                    </a:p>
                  </a:txBody>
                  <a:tcPr marL="51346" marR="51346" marT="19822" marB="198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24187252"/>
                  </a:ext>
                </a:extLst>
              </a:tr>
              <a:tr h="281069">
                <a:tc>
                  <a:txBody>
                    <a:bodyPr/>
                    <a:lstStyle/>
                    <a:p>
                      <a:pPr algn="ctr"/>
                      <a:endParaRPr lang="en-US" sz="1400" dirty="0">
                        <a:solidFill>
                          <a:schemeClr val="tx1"/>
                        </a:solidFill>
                        <a:latin typeface="+mn-lt"/>
                      </a:endParaRPr>
                    </a:p>
                  </a:txBody>
                  <a:tcPr marL="51346" marR="51346" marT="19822" marB="198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chemeClr val="tx1"/>
                        </a:solidFill>
                        <a:effectLst/>
                        <a:uLnTx/>
                        <a:uFillTx/>
                        <a:latin typeface="+mn-lt"/>
                        <a:ea typeface="+mn-ea"/>
                        <a:cs typeface="+mn-cs"/>
                      </a:endParaRPr>
                    </a:p>
                  </a:txBody>
                  <a:tcPr marL="51346" marR="51346" marT="19822" marB="198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400" dirty="0">
                        <a:solidFill>
                          <a:schemeClr val="tx1"/>
                        </a:solidFill>
                        <a:latin typeface="+mn-lt"/>
                      </a:endParaRPr>
                    </a:p>
                  </a:txBody>
                  <a:tcPr marL="51346" marR="51346" marT="19822" marB="198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69147713"/>
                  </a:ext>
                </a:extLst>
              </a:tr>
              <a:tr h="28106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latin typeface="+mn-lt"/>
                      </a:endParaRPr>
                    </a:p>
                  </a:txBody>
                  <a:tcPr marL="51346" marR="51346" marT="19822" marB="198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chemeClr val="tx1"/>
                        </a:solidFill>
                        <a:effectLst/>
                        <a:uLnTx/>
                        <a:uFillTx/>
                        <a:latin typeface="+mn-lt"/>
                        <a:ea typeface="+mn-ea"/>
                        <a:cs typeface="+mn-cs"/>
                      </a:endParaRPr>
                    </a:p>
                  </a:txBody>
                  <a:tcPr marL="51346" marR="51346" marT="19822" marB="198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400" dirty="0">
                        <a:solidFill>
                          <a:schemeClr val="tx1"/>
                        </a:solidFill>
                        <a:latin typeface="+mn-lt"/>
                      </a:endParaRPr>
                    </a:p>
                  </a:txBody>
                  <a:tcPr marL="51346" marR="51346" marT="19822" marB="198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67982188"/>
                  </a:ext>
                </a:extLst>
              </a:tr>
            </a:tbl>
          </a:graphicData>
        </a:graphic>
      </p:graphicFrame>
      <p:graphicFrame>
        <p:nvGraphicFramePr>
          <p:cNvPr id="6" name="Object 5">
            <a:extLst>
              <a:ext uri="{FF2B5EF4-FFF2-40B4-BE49-F238E27FC236}">
                <a16:creationId xmlns:a16="http://schemas.microsoft.com/office/drawing/2014/main" id="{0371B729-6F72-4738-B245-8012BB8E427F}"/>
              </a:ext>
            </a:extLst>
          </p:cNvPr>
          <p:cNvGraphicFramePr>
            <a:graphicFrameLocks noChangeAspect="1"/>
          </p:cNvGraphicFramePr>
          <p:nvPr>
            <p:extLst>
              <p:ext uri="{D42A27DB-BD31-4B8C-83A1-F6EECF244321}">
                <p14:modId xmlns:p14="http://schemas.microsoft.com/office/powerpoint/2010/main" val="4248812915"/>
              </p:ext>
            </p:extLst>
          </p:nvPr>
        </p:nvGraphicFramePr>
        <p:xfrm>
          <a:off x="5258067" y="2381608"/>
          <a:ext cx="1313917" cy="208835"/>
        </p:xfrm>
        <a:graphic>
          <a:graphicData uri="http://schemas.openxmlformats.org/presentationml/2006/ole">
            <mc:AlternateContent xmlns:mc="http://schemas.openxmlformats.org/markup-compatibility/2006">
              <mc:Choice xmlns:v="urn:schemas-microsoft-com:vml" Requires="v">
                <p:oleObj spid="_x0000_s1323" name="Equation" r:id="rId3" imgW="1917360" imgH="304560" progId="Equation.DSMT4">
                  <p:embed/>
                </p:oleObj>
              </mc:Choice>
              <mc:Fallback>
                <p:oleObj name="Equation" r:id="rId3" imgW="1917360" imgH="304560" progId="Equation.DSMT4">
                  <p:embed/>
                  <p:pic>
                    <p:nvPicPr>
                      <p:cNvPr id="0" name=""/>
                      <p:cNvPicPr/>
                      <p:nvPr/>
                    </p:nvPicPr>
                    <p:blipFill>
                      <a:blip r:embed="rId4"/>
                      <a:stretch>
                        <a:fillRect/>
                      </a:stretch>
                    </p:blipFill>
                    <p:spPr>
                      <a:xfrm>
                        <a:off x="5258067" y="2381608"/>
                        <a:ext cx="1313917" cy="208835"/>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7EDAD0E1-9DD1-4BAA-B9CF-BA95BE52DD40}"/>
              </a:ext>
            </a:extLst>
          </p:cNvPr>
          <p:cNvGraphicFramePr>
            <a:graphicFrameLocks noChangeAspect="1"/>
          </p:cNvGraphicFramePr>
          <p:nvPr>
            <p:extLst>
              <p:ext uri="{D42A27DB-BD31-4B8C-83A1-F6EECF244321}">
                <p14:modId xmlns:p14="http://schemas.microsoft.com/office/powerpoint/2010/main" val="2682796646"/>
              </p:ext>
            </p:extLst>
          </p:nvPr>
        </p:nvGraphicFramePr>
        <p:xfrm>
          <a:off x="6884940" y="2388633"/>
          <a:ext cx="365220" cy="194784"/>
        </p:xfrm>
        <a:graphic>
          <a:graphicData uri="http://schemas.openxmlformats.org/presentationml/2006/ole">
            <mc:AlternateContent xmlns:mc="http://schemas.openxmlformats.org/markup-compatibility/2006">
              <mc:Choice xmlns:v="urn:schemas-microsoft-com:vml" Requires="v">
                <p:oleObj spid="_x0000_s1324" name="Equation" r:id="rId5" imgW="571320" imgH="304560" progId="Equation.DSMT4">
                  <p:embed/>
                </p:oleObj>
              </mc:Choice>
              <mc:Fallback>
                <p:oleObj name="Equation" r:id="rId5" imgW="571320" imgH="304560" progId="Equation.DSMT4">
                  <p:embed/>
                  <p:pic>
                    <p:nvPicPr>
                      <p:cNvPr id="0" name=""/>
                      <p:cNvPicPr/>
                      <p:nvPr/>
                    </p:nvPicPr>
                    <p:blipFill>
                      <a:blip r:embed="rId6"/>
                      <a:stretch>
                        <a:fillRect/>
                      </a:stretch>
                    </p:blipFill>
                    <p:spPr>
                      <a:xfrm>
                        <a:off x="6884940" y="2388633"/>
                        <a:ext cx="365220" cy="194784"/>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BA4E6CA6-D7D4-4016-BBD3-BC9C84E3239D}"/>
              </a:ext>
            </a:extLst>
          </p:cNvPr>
          <p:cNvGraphicFramePr>
            <a:graphicFrameLocks noChangeAspect="1"/>
          </p:cNvGraphicFramePr>
          <p:nvPr>
            <p:extLst>
              <p:ext uri="{D42A27DB-BD31-4B8C-83A1-F6EECF244321}">
                <p14:modId xmlns:p14="http://schemas.microsoft.com/office/powerpoint/2010/main" val="1124416299"/>
              </p:ext>
            </p:extLst>
          </p:nvPr>
        </p:nvGraphicFramePr>
        <p:xfrm>
          <a:off x="7649562" y="2375489"/>
          <a:ext cx="836227" cy="221073"/>
        </p:xfrm>
        <a:graphic>
          <a:graphicData uri="http://schemas.openxmlformats.org/presentationml/2006/ole">
            <mc:AlternateContent xmlns:mc="http://schemas.openxmlformats.org/markup-compatibility/2006">
              <mc:Choice xmlns:v="urn:schemas-microsoft-com:vml" Requires="v">
                <p:oleObj spid="_x0000_s1325" name="Equation" r:id="rId7" imgW="1104840" imgH="291960" progId="Equation.DSMT4">
                  <p:embed/>
                </p:oleObj>
              </mc:Choice>
              <mc:Fallback>
                <p:oleObj name="Equation" r:id="rId7" imgW="1104840" imgH="291960" progId="Equation.DSMT4">
                  <p:embed/>
                  <p:pic>
                    <p:nvPicPr>
                      <p:cNvPr id="0" name=""/>
                      <p:cNvPicPr/>
                      <p:nvPr/>
                    </p:nvPicPr>
                    <p:blipFill>
                      <a:blip r:embed="rId8"/>
                      <a:stretch>
                        <a:fillRect/>
                      </a:stretch>
                    </p:blipFill>
                    <p:spPr>
                      <a:xfrm>
                        <a:off x="7649562" y="2375489"/>
                        <a:ext cx="836227" cy="221073"/>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88AB11B9-71A5-49ED-B325-F826B6AF8B70}"/>
              </a:ext>
            </a:extLst>
          </p:cNvPr>
          <p:cNvGraphicFramePr>
            <a:graphicFrameLocks noChangeAspect="1"/>
          </p:cNvGraphicFramePr>
          <p:nvPr>
            <p:extLst>
              <p:ext uri="{D42A27DB-BD31-4B8C-83A1-F6EECF244321}">
                <p14:modId xmlns:p14="http://schemas.microsoft.com/office/powerpoint/2010/main" val="274780937"/>
              </p:ext>
            </p:extLst>
          </p:nvPr>
        </p:nvGraphicFramePr>
        <p:xfrm>
          <a:off x="5548535" y="2646424"/>
          <a:ext cx="656781" cy="269752"/>
        </p:xfrm>
        <a:graphic>
          <a:graphicData uri="http://schemas.openxmlformats.org/presentationml/2006/ole">
            <mc:AlternateContent xmlns:mc="http://schemas.openxmlformats.org/markup-compatibility/2006">
              <mc:Choice xmlns:v="urn:schemas-microsoft-com:vml" Requires="v">
                <p:oleObj spid="_x0000_s1326" name="Equation" r:id="rId9" imgW="711000" imgH="291960" progId="Equation.DSMT4">
                  <p:embed/>
                </p:oleObj>
              </mc:Choice>
              <mc:Fallback>
                <p:oleObj name="Equation" r:id="rId9" imgW="711000" imgH="291960" progId="Equation.DSMT4">
                  <p:embed/>
                  <p:pic>
                    <p:nvPicPr>
                      <p:cNvPr id="0" name=""/>
                      <p:cNvPicPr/>
                      <p:nvPr/>
                    </p:nvPicPr>
                    <p:blipFill>
                      <a:blip r:embed="rId10"/>
                      <a:stretch>
                        <a:fillRect/>
                      </a:stretch>
                    </p:blipFill>
                    <p:spPr>
                      <a:xfrm>
                        <a:off x="5548535" y="2646424"/>
                        <a:ext cx="656781" cy="269752"/>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D7EC9615-99DD-4EC5-B802-18EAB89EF705}"/>
              </a:ext>
            </a:extLst>
          </p:cNvPr>
          <p:cNvGraphicFramePr>
            <a:graphicFrameLocks noChangeAspect="1"/>
          </p:cNvGraphicFramePr>
          <p:nvPr>
            <p:extLst>
              <p:ext uri="{D42A27DB-BD31-4B8C-83A1-F6EECF244321}">
                <p14:modId xmlns:p14="http://schemas.microsoft.com/office/powerpoint/2010/main" val="2987281639"/>
              </p:ext>
            </p:extLst>
          </p:nvPr>
        </p:nvGraphicFramePr>
        <p:xfrm>
          <a:off x="6940414" y="2624363"/>
          <a:ext cx="268903" cy="234205"/>
        </p:xfrm>
        <a:graphic>
          <a:graphicData uri="http://schemas.openxmlformats.org/presentationml/2006/ole">
            <mc:AlternateContent xmlns:mc="http://schemas.openxmlformats.org/markup-compatibility/2006">
              <mc:Choice xmlns:v="urn:schemas-microsoft-com:vml" Requires="v">
                <p:oleObj spid="_x0000_s1327" name="Equation" r:id="rId11" imgW="393480" imgH="342720" progId="Equation.DSMT4">
                  <p:embed/>
                </p:oleObj>
              </mc:Choice>
              <mc:Fallback>
                <p:oleObj name="Equation" r:id="rId11" imgW="393480" imgH="342720" progId="Equation.DSMT4">
                  <p:embed/>
                  <p:pic>
                    <p:nvPicPr>
                      <p:cNvPr id="16" name="Object 15">
                        <a:extLst>
                          <a:ext uri="{FF2B5EF4-FFF2-40B4-BE49-F238E27FC236}">
                            <a16:creationId xmlns:a16="http://schemas.microsoft.com/office/drawing/2014/main" id="{D7EC9615-99DD-4EC5-B802-18EAB89EF705}"/>
                          </a:ext>
                        </a:extLst>
                      </p:cNvPr>
                      <p:cNvPicPr/>
                      <p:nvPr/>
                    </p:nvPicPr>
                    <p:blipFill>
                      <a:blip r:embed="rId12"/>
                      <a:stretch>
                        <a:fillRect/>
                      </a:stretch>
                    </p:blipFill>
                    <p:spPr>
                      <a:xfrm>
                        <a:off x="6940414" y="2624363"/>
                        <a:ext cx="268903" cy="234205"/>
                      </a:xfrm>
                      <a:prstGeom prst="rect">
                        <a:avLst/>
                      </a:prstGeom>
                      <a:solidFill>
                        <a:schemeClr val="bg1"/>
                      </a:solidFill>
                    </p:spPr>
                  </p:pic>
                </p:oleObj>
              </mc:Fallback>
            </mc:AlternateContent>
          </a:graphicData>
        </a:graphic>
      </p:graphicFrame>
      <p:graphicFrame>
        <p:nvGraphicFramePr>
          <p:cNvPr id="13" name="Object 12">
            <a:extLst>
              <a:ext uri="{FF2B5EF4-FFF2-40B4-BE49-F238E27FC236}">
                <a16:creationId xmlns:a16="http://schemas.microsoft.com/office/drawing/2014/main" id="{3E48DE13-11B8-48D5-86EA-062A082DF340}"/>
              </a:ext>
            </a:extLst>
          </p:cNvPr>
          <p:cNvGraphicFramePr>
            <a:graphicFrameLocks noChangeAspect="1"/>
          </p:cNvGraphicFramePr>
          <p:nvPr>
            <p:extLst>
              <p:ext uri="{D42A27DB-BD31-4B8C-83A1-F6EECF244321}">
                <p14:modId xmlns:p14="http://schemas.microsoft.com/office/powerpoint/2010/main" val="2707375965"/>
              </p:ext>
            </p:extLst>
          </p:nvPr>
        </p:nvGraphicFramePr>
        <p:xfrm>
          <a:off x="7981950" y="2641600"/>
          <a:ext cx="152400" cy="241300"/>
        </p:xfrm>
        <a:graphic>
          <a:graphicData uri="http://schemas.openxmlformats.org/presentationml/2006/ole">
            <mc:AlternateContent xmlns:mc="http://schemas.openxmlformats.org/markup-compatibility/2006">
              <mc:Choice xmlns:v="urn:schemas-microsoft-com:vml" Requires="v">
                <p:oleObj spid="_x0000_s1328" name="Equation" r:id="rId13" imgW="152280" imgH="241200" progId="Equation.DSMT4">
                  <p:embed/>
                </p:oleObj>
              </mc:Choice>
              <mc:Fallback>
                <p:oleObj name="Equation" r:id="rId13" imgW="152280" imgH="241200" progId="Equation.DSMT4">
                  <p:embed/>
                  <p:pic>
                    <p:nvPicPr>
                      <p:cNvPr id="0" name=""/>
                      <p:cNvPicPr/>
                      <p:nvPr/>
                    </p:nvPicPr>
                    <p:blipFill>
                      <a:blip r:embed="rId14"/>
                      <a:stretch>
                        <a:fillRect/>
                      </a:stretch>
                    </p:blipFill>
                    <p:spPr>
                      <a:xfrm>
                        <a:off x="7981950" y="2641600"/>
                        <a:ext cx="152400" cy="241300"/>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3D8B8618-1C3C-4839-9E8C-877BB9959897}"/>
              </a:ext>
            </a:extLst>
          </p:cNvPr>
          <p:cNvGraphicFramePr>
            <a:graphicFrameLocks noChangeAspect="1"/>
          </p:cNvGraphicFramePr>
          <p:nvPr>
            <p:extLst>
              <p:ext uri="{D42A27DB-BD31-4B8C-83A1-F6EECF244321}">
                <p14:modId xmlns:p14="http://schemas.microsoft.com/office/powerpoint/2010/main" val="4115652931"/>
              </p:ext>
            </p:extLst>
          </p:nvPr>
        </p:nvGraphicFramePr>
        <p:xfrm>
          <a:off x="5622148" y="2933548"/>
          <a:ext cx="563530" cy="247954"/>
        </p:xfrm>
        <a:graphic>
          <a:graphicData uri="http://schemas.openxmlformats.org/presentationml/2006/ole">
            <mc:AlternateContent xmlns:mc="http://schemas.openxmlformats.org/markup-compatibility/2006">
              <mc:Choice xmlns:v="urn:schemas-microsoft-com:vml" Requires="v">
                <p:oleObj spid="_x0000_s1329" name="Equation" r:id="rId15" imgW="634680" imgH="279360" progId="Equation.DSMT4">
                  <p:embed/>
                </p:oleObj>
              </mc:Choice>
              <mc:Fallback>
                <p:oleObj name="Equation" r:id="rId15" imgW="634680" imgH="279360" progId="Equation.DSMT4">
                  <p:embed/>
                  <p:pic>
                    <p:nvPicPr>
                      <p:cNvPr id="0" name=""/>
                      <p:cNvPicPr/>
                      <p:nvPr/>
                    </p:nvPicPr>
                    <p:blipFill>
                      <a:blip r:embed="rId16"/>
                      <a:stretch>
                        <a:fillRect/>
                      </a:stretch>
                    </p:blipFill>
                    <p:spPr>
                      <a:xfrm>
                        <a:off x="5622148" y="2933548"/>
                        <a:ext cx="563530" cy="247954"/>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5B73E6E6-D4DB-4B64-BC59-E54E63BAFFF5}"/>
              </a:ext>
            </a:extLst>
          </p:cNvPr>
          <p:cNvGraphicFramePr>
            <a:graphicFrameLocks noChangeAspect="1"/>
          </p:cNvGraphicFramePr>
          <p:nvPr>
            <p:extLst>
              <p:ext uri="{D42A27DB-BD31-4B8C-83A1-F6EECF244321}">
                <p14:modId xmlns:p14="http://schemas.microsoft.com/office/powerpoint/2010/main" val="2982531406"/>
              </p:ext>
            </p:extLst>
          </p:nvPr>
        </p:nvGraphicFramePr>
        <p:xfrm>
          <a:off x="7059613" y="2941638"/>
          <a:ext cx="77787" cy="228600"/>
        </p:xfrm>
        <a:graphic>
          <a:graphicData uri="http://schemas.openxmlformats.org/presentationml/2006/ole">
            <mc:AlternateContent xmlns:mc="http://schemas.openxmlformats.org/markup-compatibility/2006">
              <mc:Choice xmlns:v="urn:schemas-microsoft-com:vml" Requires="v">
                <p:oleObj spid="_x0000_s1330" name="Equation" r:id="rId17" imgW="126720" imgH="228600" progId="Equation.DSMT4">
                  <p:embed/>
                </p:oleObj>
              </mc:Choice>
              <mc:Fallback>
                <p:oleObj name="Equation" r:id="rId17" imgW="126720" imgH="228600" progId="Equation.DSMT4">
                  <p:embed/>
                  <p:pic>
                    <p:nvPicPr>
                      <p:cNvPr id="0" name=""/>
                      <p:cNvPicPr/>
                      <p:nvPr/>
                    </p:nvPicPr>
                    <p:blipFill>
                      <a:blip r:embed="rId18"/>
                      <a:stretch>
                        <a:fillRect/>
                      </a:stretch>
                    </p:blipFill>
                    <p:spPr>
                      <a:xfrm>
                        <a:off x="7059613" y="2941638"/>
                        <a:ext cx="77787" cy="228600"/>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20BC8424-4C77-436B-8F5C-C13517DBC949}"/>
              </a:ext>
            </a:extLst>
          </p:cNvPr>
          <p:cNvGraphicFramePr>
            <a:graphicFrameLocks noChangeAspect="1"/>
          </p:cNvGraphicFramePr>
          <p:nvPr>
            <p:extLst>
              <p:ext uri="{D42A27DB-BD31-4B8C-83A1-F6EECF244321}">
                <p14:modId xmlns:p14="http://schemas.microsoft.com/office/powerpoint/2010/main" val="2791826908"/>
              </p:ext>
            </p:extLst>
          </p:nvPr>
        </p:nvGraphicFramePr>
        <p:xfrm>
          <a:off x="8001000" y="2943225"/>
          <a:ext cx="114300" cy="228600"/>
        </p:xfrm>
        <a:graphic>
          <a:graphicData uri="http://schemas.openxmlformats.org/presentationml/2006/ole">
            <mc:AlternateContent xmlns:mc="http://schemas.openxmlformats.org/markup-compatibility/2006">
              <mc:Choice xmlns:v="urn:schemas-microsoft-com:vml" Requires="v">
                <p:oleObj spid="_x0000_s1331" name="Equation" r:id="rId19" imgW="114120" imgH="228600" progId="Equation.DSMT4">
                  <p:embed/>
                </p:oleObj>
              </mc:Choice>
              <mc:Fallback>
                <p:oleObj name="Equation" r:id="rId19" imgW="114120" imgH="228600" progId="Equation.DSMT4">
                  <p:embed/>
                  <p:pic>
                    <p:nvPicPr>
                      <p:cNvPr id="0" name=""/>
                      <p:cNvPicPr/>
                      <p:nvPr/>
                    </p:nvPicPr>
                    <p:blipFill>
                      <a:blip r:embed="rId20"/>
                      <a:stretch>
                        <a:fillRect/>
                      </a:stretch>
                    </p:blipFill>
                    <p:spPr>
                      <a:xfrm>
                        <a:off x="8001000" y="2943225"/>
                        <a:ext cx="114300" cy="228600"/>
                      </a:xfrm>
                      <a:prstGeom prst="rect">
                        <a:avLst/>
                      </a:prstGeom>
                    </p:spPr>
                  </p:pic>
                </p:oleObj>
              </mc:Fallback>
            </mc:AlternateContent>
          </a:graphicData>
        </a:graphic>
      </p:graphicFrame>
      <p:graphicFrame>
        <p:nvGraphicFramePr>
          <p:cNvPr id="20" name="Object 19">
            <a:extLst>
              <a:ext uri="{FF2B5EF4-FFF2-40B4-BE49-F238E27FC236}">
                <a16:creationId xmlns:a16="http://schemas.microsoft.com/office/drawing/2014/main" id="{E6D8876C-FD93-4C7B-BEBB-6694FF117BA0}"/>
              </a:ext>
            </a:extLst>
          </p:cNvPr>
          <p:cNvGraphicFramePr>
            <a:graphicFrameLocks noChangeAspect="1"/>
          </p:cNvGraphicFramePr>
          <p:nvPr>
            <p:extLst>
              <p:ext uri="{D42A27DB-BD31-4B8C-83A1-F6EECF244321}">
                <p14:modId xmlns:p14="http://schemas.microsoft.com/office/powerpoint/2010/main" val="326298140"/>
              </p:ext>
            </p:extLst>
          </p:nvPr>
        </p:nvGraphicFramePr>
        <p:xfrm>
          <a:off x="5613400" y="3194050"/>
          <a:ext cx="622300" cy="279400"/>
        </p:xfrm>
        <a:graphic>
          <a:graphicData uri="http://schemas.openxmlformats.org/presentationml/2006/ole">
            <mc:AlternateContent xmlns:mc="http://schemas.openxmlformats.org/markup-compatibility/2006">
              <mc:Choice xmlns:v="urn:schemas-microsoft-com:vml" Requires="v">
                <p:oleObj spid="_x0000_s1332" name="Equation" r:id="rId21" imgW="622080" imgH="279360" progId="Equation.DSMT4">
                  <p:embed/>
                </p:oleObj>
              </mc:Choice>
              <mc:Fallback>
                <p:oleObj name="Equation" r:id="rId21" imgW="622080" imgH="279360" progId="Equation.DSMT4">
                  <p:embed/>
                  <p:pic>
                    <p:nvPicPr>
                      <p:cNvPr id="0" name=""/>
                      <p:cNvPicPr/>
                      <p:nvPr/>
                    </p:nvPicPr>
                    <p:blipFill>
                      <a:blip r:embed="rId22"/>
                      <a:stretch>
                        <a:fillRect/>
                      </a:stretch>
                    </p:blipFill>
                    <p:spPr>
                      <a:xfrm>
                        <a:off x="5613400" y="3194050"/>
                        <a:ext cx="622300" cy="279400"/>
                      </a:xfrm>
                      <a:prstGeom prst="rect">
                        <a:avLst/>
                      </a:prstGeom>
                    </p:spPr>
                  </p:pic>
                </p:oleObj>
              </mc:Fallback>
            </mc:AlternateContent>
          </a:graphicData>
        </a:graphic>
      </p:graphicFrame>
      <p:graphicFrame>
        <p:nvGraphicFramePr>
          <p:cNvPr id="17" name="Object 16">
            <a:extLst>
              <a:ext uri="{FF2B5EF4-FFF2-40B4-BE49-F238E27FC236}">
                <a16:creationId xmlns:a16="http://schemas.microsoft.com/office/drawing/2014/main" id="{11AFF5EA-CE93-4083-9D90-8839A1EFFAE0}"/>
              </a:ext>
            </a:extLst>
          </p:cNvPr>
          <p:cNvGraphicFramePr>
            <a:graphicFrameLocks noChangeAspect="1"/>
          </p:cNvGraphicFramePr>
          <p:nvPr>
            <p:extLst>
              <p:ext uri="{D42A27DB-BD31-4B8C-83A1-F6EECF244321}">
                <p14:modId xmlns:p14="http://schemas.microsoft.com/office/powerpoint/2010/main" val="13149959"/>
              </p:ext>
            </p:extLst>
          </p:nvPr>
        </p:nvGraphicFramePr>
        <p:xfrm>
          <a:off x="6968990" y="3199323"/>
          <a:ext cx="268903" cy="234205"/>
        </p:xfrm>
        <a:graphic>
          <a:graphicData uri="http://schemas.openxmlformats.org/presentationml/2006/ole">
            <mc:AlternateContent xmlns:mc="http://schemas.openxmlformats.org/markup-compatibility/2006">
              <mc:Choice xmlns:v="urn:schemas-microsoft-com:vml" Requires="v">
                <p:oleObj spid="_x0000_s1333" name="Equation" r:id="rId23" imgW="393480" imgH="342720" progId="Equation.DSMT4">
                  <p:embed/>
                </p:oleObj>
              </mc:Choice>
              <mc:Fallback>
                <p:oleObj name="Equation" r:id="rId23" imgW="393480" imgH="342720" progId="Equation.DSMT4">
                  <p:embed/>
                  <p:pic>
                    <p:nvPicPr>
                      <p:cNvPr id="17" name="Object 16">
                        <a:extLst>
                          <a:ext uri="{FF2B5EF4-FFF2-40B4-BE49-F238E27FC236}">
                            <a16:creationId xmlns:a16="http://schemas.microsoft.com/office/drawing/2014/main" id="{11AFF5EA-CE93-4083-9D90-8839A1EFFAE0}"/>
                          </a:ext>
                        </a:extLst>
                      </p:cNvPr>
                      <p:cNvPicPr/>
                      <p:nvPr/>
                    </p:nvPicPr>
                    <p:blipFill>
                      <a:blip r:embed="rId24"/>
                      <a:stretch>
                        <a:fillRect/>
                      </a:stretch>
                    </p:blipFill>
                    <p:spPr>
                      <a:xfrm>
                        <a:off x="6968990" y="3199323"/>
                        <a:ext cx="268903" cy="234205"/>
                      </a:xfrm>
                      <a:prstGeom prst="rect">
                        <a:avLst/>
                      </a:prstGeom>
                      <a:solidFill>
                        <a:schemeClr val="bg1"/>
                      </a:solidFill>
                    </p:spPr>
                  </p:pic>
                </p:oleObj>
              </mc:Fallback>
            </mc:AlternateContent>
          </a:graphicData>
        </a:graphic>
      </p:graphicFrame>
      <p:graphicFrame>
        <p:nvGraphicFramePr>
          <p:cNvPr id="19" name="Object 18">
            <a:extLst>
              <a:ext uri="{FF2B5EF4-FFF2-40B4-BE49-F238E27FC236}">
                <a16:creationId xmlns:a16="http://schemas.microsoft.com/office/drawing/2014/main" id="{8FA5B573-F6B0-430C-B778-59279C9EABF4}"/>
              </a:ext>
            </a:extLst>
          </p:cNvPr>
          <p:cNvGraphicFramePr>
            <a:graphicFrameLocks noChangeAspect="1"/>
          </p:cNvGraphicFramePr>
          <p:nvPr>
            <p:extLst>
              <p:ext uri="{D42A27DB-BD31-4B8C-83A1-F6EECF244321}">
                <p14:modId xmlns:p14="http://schemas.microsoft.com/office/powerpoint/2010/main" val="162816962"/>
              </p:ext>
            </p:extLst>
          </p:nvPr>
        </p:nvGraphicFramePr>
        <p:xfrm>
          <a:off x="7991475" y="3221038"/>
          <a:ext cx="152400" cy="241300"/>
        </p:xfrm>
        <a:graphic>
          <a:graphicData uri="http://schemas.openxmlformats.org/presentationml/2006/ole">
            <mc:AlternateContent xmlns:mc="http://schemas.openxmlformats.org/markup-compatibility/2006">
              <mc:Choice xmlns:v="urn:schemas-microsoft-com:vml" Requires="v">
                <p:oleObj spid="_x0000_s1334" name="Equation" r:id="rId25" imgW="152280" imgH="241200" progId="Equation.DSMT4">
                  <p:embed/>
                </p:oleObj>
              </mc:Choice>
              <mc:Fallback>
                <p:oleObj name="Equation" r:id="rId25" imgW="152280" imgH="241200" progId="Equation.DSMT4">
                  <p:embed/>
                  <p:pic>
                    <p:nvPicPr>
                      <p:cNvPr id="0" name=""/>
                      <p:cNvPicPr/>
                      <p:nvPr/>
                    </p:nvPicPr>
                    <p:blipFill>
                      <a:blip r:embed="rId26"/>
                      <a:stretch>
                        <a:fillRect/>
                      </a:stretch>
                    </p:blipFill>
                    <p:spPr>
                      <a:xfrm>
                        <a:off x="7991475" y="3221038"/>
                        <a:ext cx="152400" cy="241300"/>
                      </a:xfrm>
                      <a:prstGeom prst="rect">
                        <a:avLst/>
                      </a:prstGeom>
                    </p:spPr>
                  </p:pic>
                </p:oleObj>
              </mc:Fallback>
            </mc:AlternateContent>
          </a:graphicData>
        </a:graphic>
      </p:graphicFrame>
      <p:graphicFrame>
        <p:nvGraphicFramePr>
          <p:cNvPr id="21" name="Object 20">
            <a:extLst>
              <a:ext uri="{FF2B5EF4-FFF2-40B4-BE49-F238E27FC236}">
                <a16:creationId xmlns:a16="http://schemas.microsoft.com/office/drawing/2014/main" id="{96F2E31E-484F-469C-B265-06F3E5D577F7}"/>
              </a:ext>
            </a:extLst>
          </p:cNvPr>
          <p:cNvGraphicFramePr>
            <a:graphicFrameLocks noChangeAspect="1"/>
          </p:cNvGraphicFramePr>
          <p:nvPr>
            <p:extLst>
              <p:ext uri="{D42A27DB-BD31-4B8C-83A1-F6EECF244321}">
                <p14:modId xmlns:p14="http://schemas.microsoft.com/office/powerpoint/2010/main" val="3334385311"/>
              </p:ext>
            </p:extLst>
          </p:nvPr>
        </p:nvGraphicFramePr>
        <p:xfrm>
          <a:off x="5597525" y="3470275"/>
          <a:ext cx="635000" cy="279400"/>
        </p:xfrm>
        <a:graphic>
          <a:graphicData uri="http://schemas.openxmlformats.org/presentationml/2006/ole">
            <mc:AlternateContent xmlns:mc="http://schemas.openxmlformats.org/markup-compatibility/2006">
              <mc:Choice xmlns:v="urn:schemas-microsoft-com:vml" Requires="v">
                <p:oleObj spid="_x0000_s1335" name="Equation" r:id="rId27" imgW="634680" imgH="279360" progId="Equation.DSMT4">
                  <p:embed/>
                </p:oleObj>
              </mc:Choice>
              <mc:Fallback>
                <p:oleObj name="Equation" r:id="rId27" imgW="634680" imgH="279360" progId="Equation.DSMT4">
                  <p:embed/>
                  <p:pic>
                    <p:nvPicPr>
                      <p:cNvPr id="0" name=""/>
                      <p:cNvPicPr/>
                      <p:nvPr/>
                    </p:nvPicPr>
                    <p:blipFill>
                      <a:blip r:embed="rId28"/>
                      <a:stretch>
                        <a:fillRect/>
                      </a:stretch>
                    </p:blipFill>
                    <p:spPr>
                      <a:xfrm>
                        <a:off x="5597525" y="3470275"/>
                        <a:ext cx="635000" cy="279400"/>
                      </a:xfrm>
                      <a:prstGeom prst="rect">
                        <a:avLst/>
                      </a:prstGeom>
                    </p:spPr>
                  </p:pic>
                </p:oleObj>
              </mc:Fallback>
            </mc:AlternateContent>
          </a:graphicData>
        </a:graphic>
      </p:graphicFrame>
      <p:graphicFrame>
        <p:nvGraphicFramePr>
          <p:cNvPr id="28" name="Object 27">
            <a:extLst>
              <a:ext uri="{FF2B5EF4-FFF2-40B4-BE49-F238E27FC236}">
                <a16:creationId xmlns:a16="http://schemas.microsoft.com/office/drawing/2014/main" id="{A0605867-3377-4EC6-B31E-5993B770E735}"/>
              </a:ext>
            </a:extLst>
          </p:cNvPr>
          <p:cNvGraphicFramePr>
            <a:graphicFrameLocks noChangeAspect="1"/>
          </p:cNvGraphicFramePr>
          <p:nvPr>
            <p:extLst>
              <p:ext uri="{D42A27DB-BD31-4B8C-83A1-F6EECF244321}">
                <p14:modId xmlns:p14="http://schemas.microsoft.com/office/powerpoint/2010/main" val="871942758"/>
              </p:ext>
            </p:extLst>
          </p:nvPr>
        </p:nvGraphicFramePr>
        <p:xfrm>
          <a:off x="7032625" y="3486150"/>
          <a:ext cx="127000" cy="228600"/>
        </p:xfrm>
        <a:graphic>
          <a:graphicData uri="http://schemas.openxmlformats.org/presentationml/2006/ole">
            <mc:AlternateContent xmlns:mc="http://schemas.openxmlformats.org/markup-compatibility/2006">
              <mc:Choice xmlns:v="urn:schemas-microsoft-com:vml" Requires="v">
                <p:oleObj spid="_x0000_s1336" name="Equation" r:id="rId29" imgW="126720" imgH="228600" progId="Equation.DSMT4">
                  <p:embed/>
                </p:oleObj>
              </mc:Choice>
              <mc:Fallback>
                <p:oleObj name="Equation" r:id="rId29" imgW="126720" imgH="228600" progId="Equation.DSMT4">
                  <p:embed/>
                  <p:pic>
                    <p:nvPicPr>
                      <p:cNvPr id="0" name=""/>
                      <p:cNvPicPr/>
                      <p:nvPr/>
                    </p:nvPicPr>
                    <p:blipFill>
                      <a:blip r:embed="rId30"/>
                      <a:stretch>
                        <a:fillRect/>
                      </a:stretch>
                    </p:blipFill>
                    <p:spPr>
                      <a:xfrm>
                        <a:off x="7032625" y="3486150"/>
                        <a:ext cx="127000" cy="228600"/>
                      </a:xfrm>
                      <a:prstGeom prst="rect">
                        <a:avLst/>
                      </a:prstGeom>
                    </p:spPr>
                  </p:pic>
                </p:oleObj>
              </mc:Fallback>
            </mc:AlternateContent>
          </a:graphicData>
        </a:graphic>
      </p:graphicFrame>
      <p:graphicFrame>
        <p:nvGraphicFramePr>
          <p:cNvPr id="29" name="Object 28">
            <a:extLst>
              <a:ext uri="{FF2B5EF4-FFF2-40B4-BE49-F238E27FC236}">
                <a16:creationId xmlns:a16="http://schemas.microsoft.com/office/drawing/2014/main" id="{D52733F1-A631-41E7-B9E8-13B6C0E309EF}"/>
              </a:ext>
            </a:extLst>
          </p:cNvPr>
          <p:cNvGraphicFramePr>
            <a:graphicFrameLocks noChangeAspect="1"/>
          </p:cNvGraphicFramePr>
          <p:nvPr>
            <p:extLst>
              <p:ext uri="{D42A27DB-BD31-4B8C-83A1-F6EECF244321}">
                <p14:modId xmlns:p14="http://schemas.microsoft.com/office/powerpoint/2010/main" val="1925594872"/>
              </p:ext>
            </p:extLst>
          </p:nvPr>
        </p:nvGraphicFramePr>
        <p:xfrm>
          <a:off x="8010525" y="3495675"/>
          <a:ext cx="114300" cy="228600"/>
        </p:xfrm>
        <a:graphic>
          <a:graphicData uri="http://schemas.openxmlformats.org/presentationml/2006/ole">
            <mc:AlternateContent xmlns:mc="http://schemas.openxmlformats.org/markup-compatibility/2006">
              <mc:Choice xmlns:v="urn:schemas-microsoft-com:vml" Requires="v">
                <p:oleObj spid="_x0000_s1337" name="Equation" r:id="rId31" imgW="114120" imgH="228600" progId="Equation.DSMT4">
                  <p:embed/>
                </p:oleObj>
              </mc:Choice>
              <mc:Fallback>
                <p:oleObj name="Equation" r:id="rId31" imgW="114120" imgH="228600" progId="Equation.DSMT4">
                  <p:embed/>
                  <p:pic>
                    <p:nvPicPr>
                      <p:cNvPr id="0" name=""/>
                      <p:cNvPicPr/>
                      <p:nvPr/>
                    </p:nvPicPr>
                    <p:blipFill>
                      <a:blip r:embed="rId32"/>
                      <a:stretch>
                        <a:fillRect/>
                      </a:stretch>
                    </p:blipFill>
                    <p:spPr>
                      <a:xfrm>
                        <a:off x="8010525" y="3495675"/>
                        <a:ext cx="114300" cy="228600"/>
                      </a:xfrm>
                      <a:prstGeom prst="rect">
                        <a:avLst/>
                      </a:prstGeom>
                    </p:spPr>
                  </p:pic>
                </p:oleObj>
              </mc:Fallback>
            </mc:AlternateContent>
          </a:graphicData>
        </a:graphic>
      </p:graphicFrame>
      <p:graphicFrame>
        <p:nvGraphicFramePr>
          <p:cNvPr id="22" name="Object 21">
            <a:extLst>
              <a:ext uri="{FF2B5EF4-FFF2-40B4-BE49-F238E27FC236}">
                <a16:creationId xmlns:a16="http://schemas.microsoft.com/office/drawing/2014/main" id="{DBB3870B-BD29-4D98-B5EA-064ADBEDE5BC}"/>
              </a:ext>
            </a:extLst>
          </p:cNvPr>
          <p:cNvGraphicFramePr>
            <a:graphicFrameLocks noChangeAspect="1"/>
          </p:cNvGraphicFramePr>
          <p:nvPr>
            <p:extLst>
              <p:ext uri="{D42A27DB-BD31-4B8C-83A1-F6EECF244321}">
                <p14:modId xmlns:p14="http://schemas.microsoft.com/office/powerpoint/2010/main" val="2050945870"/>
              </p:ext>
            </p:extLst>
          </p:nvPr>
        </p:nvGraphicFramePr>
        <p:xfrm>
          <a:off x="5613400" y="3763963"/>
          <a:ext cx="622300" cy="279400"/>
        </p:xfrm>
        <a:graphic>
          <a:graphicData uri="http://schemas.openxmlformats.org/presentationml/2006/ole">
            <mc:AlternateContent xmlns:mc="http://schemas.openxmlformats.org/markup-compatibility/2006">
              <mc:Choice xmlns:v="urn:schemas-microsoft-com:vml" Requires="v">
                <p:oleObj spid="_x0000_s1338" name="Equation" r:id="rId33" imgW="622080" imgH="279360" progId="Equation.DSMT4">
                  <p:embed/>
                </p:oleObj>
              </mc:Choice>
              <mc:Fallback>
                <p:oleObj name="Equation" r:id="rId33" imgW="622080" imgH="279360" progId="Equation.DSMT4">
                  <p:embed/>
                  <p:pic>
                    <p:nvPicPr>
                      <p:cNvPr id="0" name=""/>
                      <p:cNvPicPr/>
                      <p:nvPr/>
                    </p:nvPicPr>
                    <p:blipFill>
                      <a:blip r:embed="rId34"/>
                      <a:stretch>
                        <a:fillRect/>
                      </a:stretch>
                    </p:blipFill>
                    <p:spPr>
                      <a:xfrm>
                        <a:off x="5613400" y="3763963"/>
                        <a:ext cx="622300" cy="279400"/>
                      </a:xfrm>
                      <a:prstGeom prst="rect">
                        <a:avLst/>
                      </a:prstGeom>
                    </p:spPr>
                  </p:pic>
                </p:oleObj>
              </mc:Fallback>
            </mc:AlternateContent>
          </a:graphicData>
        </a:graphic>
      </p:graphicFrame>
      <p:graphicFrame>
        <p:nvGraphicFramePr>
          <p:cNvPr id="30" name="Object 29">
            <a:extLst>
              <a:ext uri="{FF2B5EF4-FFF2-40B4-BE49-F238E27FC236}">
                <a16:creationId xmlns:a16="http://schemas.microsoft.com/office/drawing/2014/main" id="{A9744345-B6AF-4473-83D3-F4CF51E01560}"/>
              </a:ext>
            </a:extLst>
          </p:cNvPr>
          <p:cNvGraphicFramePr>
            <a:graphicFrameLocks noChangeAspect="1"/>
          </p:cNvGraphicFramePr>
          <p:nvPr>
            <p:extLst>
              <p:ext uri="{D42A27DB-BD31-4B8C-83A1-F6EECF244321}">
                <p14:modId xmlns:p14="http://schemas.microsoft.com/office/powerpoint/2010/main" val="24488877"/>
              </p:ext>
            </p:extLst>
          </p:nvPr>
        </p:nvGraphicFramePr>
        <p:xfrm>
          <a:off x="6994525" y="3762375"/>
          <a:ext cx="203200" cy="228600"/>
        </p:xfrm>
        <a:graphic>
          <a:graphicData uri="http://schemas.openxmlformats.org/presentationml/2006/ole">
            <mc:AlternateContent xmlns:mc="http://schemas.openxmlformats.org/markup-compatibility/2006">
              <mc:Choice xmlns:v="urn:schemas-microsoft-com:vml" Requires="v">
                <p:oleObj spid="_x0000_s1339" name="Equation" r:id="rId35" imgW="203040" imgH="228600" progId="Equation.DSMT4">
                  <p:embed/>
                </p:oleObj>
              </mc:Choice>
              <mc:Fallback>
                <p:oleObj name="Equation" r:id="rId35" imgW="203040" imgH="228600" progId="Equation.DSMT4">
                  <p:embed/>
                  <p:pic>
                    <p:nvPicPr>
                      <p:cNvPr id="0" name=""/>
                      <p:cNvPicPr/>
                      <p:nvPr/>
                    </p:nvPicPr>
                    <p:blipFill>
                      <a:blip r:embed="rId36"/>
                      <a:stretch>
                        <a:fillRect/>
                      </a:stretch>
                    </p:blipFill>
                    <p:spPr>
                      <a:xfrm>
                        <a:off x="6994525" y="3762375"/>
                        <a:ext cx="203200" cy="228600"/>
                      </a:xfrm>
                      <a:prstGeom prst="rect">
                        <a:avLst/>
                      </a:prstGeom>
                    </p:spPr>
                  </p:pic>
                </p:oleObj>
              </mc:Fallback>
            </mc:AlternateContent>
          </a:graphicData>
        </a:graphic>
      </p:graphicFrame>
      <p:graphicFrame>
        <p:nvGraphicFramePr>
          <p:cNvPr id="31" name="Object 30">
            <a:extLst>
              <a:ext uri="{FF2B5EF4-FFF2-40B4-BE49-F238E27FC236}">
                <a16:creationId xmlns:a16="http://schemas.microsoft.com/office/drawing/2014/main" id="{0CD40B0C-092A-4DA3-82A4-9EBE3F5BCB03}"/>
              </a:ext>
            </a:extLst>
          </p:cNvPr>
          <p:cNvGraphicFramePr>
            <a:graphicFrameLocks noChangeAspect="1"/>
          </p:cNvGraphicFramePr>
          <p:nvPr>
            <p:extLst>
              <p:ext uri="{D42A27DB-BD31-4B8C-83A1-F6EECF244321}">
                <p14:modId xmlns:p14="http://schemas.microsoft.com/office/powerpoint/2010/main" val="3375103386"/>
              </p:ext>
            </p:extLst>
          </p:nvPr>
        </p:nvGraphicFramePr>
        <p:xfrm>
          <a:off x="7975600" y="3781425"/>
          <a:ext cx="165100" cy="228600"/>
        </p:xfrm>
        <a:graphic>
          <a:graphicData uri="http://schemas.openxmlformats.org/presentationml/2006/ole">
            <mc:AlternateContent xmlns:mc="http://schemas.openxmlformats.org/markup-compatibility/2006">
              <mc:Choice xmlns:v="urn:schemas-microsoft-com:vml" Requires="v">
                <p:oleObj spid="_x0000_s1340" name="Equation" r:id="rId37" imgW="164880" imgH="228600" progId="Equation.DSMT4">
                  <p:embed/>
                </p:oleObj>
              </mc:Choice>
              <mc:Fallback>
                <p:oleObj name="Equation" r:id="rId37" imgW="164880" imgH="228600" progId="Equation.DSMT4">
                  <p:embed/>
                  <p:pic>
                    <p:nvPicPr>
                      <p:cNvPr id="0" name=""/>
                      <p:cNvPicPr/>
                      <p:nvPr/>
                    </p:nvPicPr>
                    <p:blipFill>
                      <a:blip r:embed="rId38"/>
                      <a:stretch>
                        <a:fillRect/>
                      </a:stretch>
                    </p:blipFill>
                    <p:spPr>
                      <a:xfrm>
                        <a:off x="7975600" y="3781425"/>
                        <a:ext cx="165100" cy="228600"/>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66A25F4B-DE82-4382-9CF6-7626325BA86C}"/>
              </a:ext>
            </a:extLst>
          </p:cNvPr>
          <p:cNvGraphicFramePr>
            <a:graphicFrameLocks noChangeAspect="1"/>
          </p:cNvGraphicFramePr>
          <p:nvPr>
            <p:extLst>
              <p:ext uri="{D42A27DB-BD31-4B8C-83A1-F6EECF244321}">
                <p14:modId xmlns:p14="http://schemas.microsoft.com/office/powerpoint/2010/main" val="2340998513"/>
              </p:ext>
            </p:extLst>
          </p:nvPr>
        </p:nvGraphicFramePr>
        <p:xfrm>
          <a:off x="5603875" y="4032250"/>
          <a:ext cx="622300" cy="279400"/>
        </p:xfrm>
        <a:graphic>
          <a:graphicData uri="http://schemas.openxmlformats.org/presentationml/2006/ole">
            <mc:AlternateContent xmlns:mc="http://schemas.openxmlformats.org/markup-compatibility/2006">
              <mc:Choice xmlns:v="urn:schemas-microsoft-com:vml" Requires="v">
                <p:oleObj spid="_x0000_s1341" name="Equation" r:id="rId39" imgW="622080" imgH="279360" progId="Equation.DSMT4">
                  <p:embed/>
                </p:oleObj>
              </mc:Choice>
              <mc:Fallback>
                <p:oleObj name="Equation" r:id="rId39" imgW="622080" imgH="279360" progId="Equation.DSMT4">
                  <p:embed/>
                  <p:pic>
                    <p:nvPicPr>
                      <p:cNvPr id="0" name=""/>
                      <p:cNvPicPr/>
                      <p:nvPr/>
                    </p:nvPicPr>
                    <p:blipFill>
                      <a:blip r:embed="rId40"/>
                      <a:stretch>
                        <a:fillRect/>
                      </a:stretch>
                    </p:blipFill>
                    <p:spPr>
                      <a:xfrm>
                        <a:off x="5603875" y="4032250"/>
                        <a:ext cx="622300" cy="279400"/>
                      </a:xfrm>
                      <a:prstGeom prst="rect">
                        <a:avLst/>
                      </a:prstGeom>
                    </p:spPr>
                  </p:pic>
                </p:oleObj>
              </mc:Fallback>
            </mc:AlternateContent>
          </a:graphicData>
        </a:graphic>
      </p:graphicFrame>
      <p:graphicFrame>
        <p:nvGraphicFramePr>
          <p:cNvPr id="32" name="Object 31">
            <a:extLst>
              <a:ext uri="{FF2B5EF4-FFF2-40B4-BE49-F238E27FC236}">
                <a16:creationId xmlns:a16="http://schemas.microsoft.com/office/drawing/2014/main" id="{783CA693-EFE0-4594-8FB9-3D402C04608C}"/>
              </a:ext>
            </a:extLst>
          </p:cNvPr>
          <p:cNvGraphicFramePr>
            <a:graphicFrameLocks noChangeAspect="1"/>
          </p:cNvGraphicFramePr>
          <p:nvPr>
            <p:extLst>
              <p:ext uri="{D42A27DB-BD31-4B8C-83A1-F6EECF244321}">
                <p14:modId xmlns:p14="http://schemas.microsoft.com/office/powerpoint/2010/main" val="818078152"/>
              </p:ext>
            </p:extLst>
          </p:nvPr>
        </p:nvGraphicFramePr>
        <p:xfrm>
          <a:off x="7013575" y="4067175"/>
          <a:ext cx="203200" cy="228600"/>
        </p:xfrm>
        <a:graphic>
          <a:graphicData uri="http://schemas.openxmlformats.org/presentationml/2006/ole">
            <mc:AlternateContent xmlns:mc="http://schemas.openxmlformats.org/markup-compatibility/2006">
              <mc:Choice xmlns:v="urn:schemas-microsoft-com:vml" Requires="v">
                <p:oleObj spid="_x0000_s1342" name="Equation" r:id="rId41" imgW="203040" imgH="228600" progId="Equation.DSMT4">
                  <p:embed/>
                </p:oleObj>
              </mc:Choice>
              <mc:Fallback>
                <p:oleObj name="Equation" r:id="rId41" imgW="203040" imgH="228600" progId="Equation.DSMT4">
                  <p:embed/>
                  <p:pic>
                    <p:nvPicPr>
                      <p:cNvPr id="0" name=""/>
                      <p:cNvPicPr/>
                      <p:nvPr/>
                    </p:nvPicPr>
                    <p:blipFill>
                      <a:blip r:embed="rId42"/>
                      <a:stretch>
                        <a:fillRect/>
                      </a:stretch>
                    </p:blipFill>
                    <p:spPr>
                      <a:xfrm>
                        <a:off x="7013575" y="4067175"/>
                        <a:ext cx="203200" cy="228600"/>
                      </a:xfrm>
                      <a:prstGeom prst="rect">
                        <a:avLst/>
                      </a:prstGeom>
                    </p:spPr>
                  </p:pic>
                </p:oleObj>
              </mc:Fallback>
            </mc:AlternateContent>
          </a:graphicData>
        </a:graphic>
      </p:graphicFrame>
      <p:graphicFrame>
        <p:nvGraphicFramePr>
          <p:cNvPr id="33" name="Object 32">
            <a:extLst>
              <a:ext uri="{FF2B5EF4-FFF2-40B4-BE49-F238E27FC236}">
                <a16:creationId xmlns:a16="http://schemas.microsoft.com/office/drawing/2014/main" id="{9E11B51A-B19E-4C51-9271-4CFBEF35B668}"/>
              </a:ext>
            </a:extLst>
          </p:cNvPr>
          <p:cNvGraphicFramePr>
            <a:graphicFrameLocks noChangeAspect="1"/>
          </p:cNvGraphicFramePr>
          <p:nvPr>
            <p:extLst>
              <p:ext uri="{D42A27DB-BD31-4B8C-83A1-F6EECF244321}">
                <p14:modId xmlns:p14="http://schemas.microsoft.com/office/powerpoint/2010/main" val="1336239740"/>
              </p:ext>
            </p:extLst>
          </p:nvPr>
        </p:nvGraphicFramePr>
        <p:xfrm>
          <a:off x="7983538" y="4057650"/>
          <a:ext cx="165100" cy="228600"/>
        </p:xfrm>
        <a:graphic>
          <a:graphicData uri="http://schemas.openxmlformats.org/presentationml/2006/ole">
            <mc:AlternateContent xmlns:mc="http://schemas.openxmlformats.org/markup-compatibility/2006">
              <mc:Choice xmlns:v="urn:schemas-microsoft-com:vml" Requires="v">
                <p:oleObj spid="_x0000_s1343" name="Equation" r:id="rId43" imgW="164880" imgH="228600" progId="Equation.DSMT4">
                  <p:embed/>
                </p:oleObj>
              </mc:Choice>
              <mc:Fallback>
                <p:oleObj name="Equation" r:id="rId43" imgW="164880" imgH="228600" progId="Equation.DSMT4">
                  <p:embed/>
                  <p:pic>
                    <p:nvPicPr>
                      <p:cNvPr id="0" name=""/>
                      <p:cNvPicPr/>
                      <p:nvPr/>
                    </p:nvPicPr>
                    <p:blipFill>
                      <a:blip r:embed="rId44"/>
                      <a:stretch>
                        <a:fillRect/>
                      </a:stretch>
                    </p:blipFill>
                    <p:spPr>
                      <a:xfrm>
                        <a:off x="7983538" y="4057650"/>
                        <a:ext cx="165100" cy="228600"/>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82A5290B-0E9C-4798-B74F-0E46200F58FE}"/>
              </a:ext>
            </a:extLst>
          </p:cNvPr>
          <p:cNvGraphicFramePr>
            <a:graphicFrameLocks noChangeAspect="1"/>
          </p:cNvGraphicFramePr>
          <p:nvPr>
            <p:extLst>
              <p:ext uri="{D42A27DB-BD31-4B8C-83A1-F6EECF244321}">
                <p14:modId xmlns:p14="http://schemas.microsoft.com/office/powerpoint/2010/main" val="2378364284"/>
              </p:ext>
            </p:extLst>
          </p:nvPr>
        </p:nvGraphicFramePr>
        <p:xfrm>
          <a:off x="5588000" y="4325938"/>
          <a:ext cx="635000" cy="279400"/>
        </p:xfrm>
        <a:graphic>
          <a:graphicData uri="http://schemas.openxmlformats.org/presentationml/2006/ole">
            <mc:AlternateContent xmlns:mc="http://schemas.openxmlformats.org/markup-compatibility/2006">
              <mc:Choice xmlns:v="urn:schemas-microsoft-com:vml" Requires="v">
                <p:oleObj spid="_x0000_s1344" name="Equation" r:id="rId45" imgW="634680" imgH="279360" progId="Equation.DSMT4">
                  <p:embed/>
                </p:oleObj>
              </mc:Choice>
              <mc:Fallback>
                <p:oleObj name="Equation" r:id="rId45" imgW="634680" imgH="279360" progId="Equation.DSMT4">
                  <p:embed/>
                  <p:pic>
                    <p:nvPicPr>
                      <p:cNvPr id="0" name=""/>
                      <p:cNvPicPr/>
                      <p:nvPr/>
                    </p:nvPicPr>
                    <p:blipFill>
                      <a:blip r:embed="rId46"/>
                      <a:stretch>
                        <a:fillRect/>
                      </a:stretch>
                    </p:blipFill>
                    <p:spPr>
                      <a:xfrm>
                        <a:off x="5588000" y="4325938"/>
                        <a:ext cx="635000" cy="279400"/>
                      </a:xfrm>
                      <a:prstGeom prst="rect">
                        <a:avLst/>
                      </a:prstGeom>
                    </p:spPr>
                  </p:pic>
                </p:oleObj>
              </mc:Fallback>
            </mc:AlternateContent>
          </a:graphicData>
        </a:graphic>
      </p:graphicFrame>
      <p:graphicFrame>
        <p:nvGraphicFramePr>
          <p:cNvPr id="34" name="Object 33">
            <a:extLst>
              <a:ext uri="{FF2B5EF4-FFF2-40B4-BE49-F238E27FC236}">
                <a16:creationId xmlns:a16="http://schemas.microsoft.com/office/drawing/2014/main" id="{D31BDAEE-817E-40EC-AF34-3B5EE4907476}"/>
              </a:ext>
            </a:extLst>
          </p:cNvPr>
          <p:cNvGraphicFramePr>
            <a:graphicFrameLocks noChangeAspect="1"/>
          </p:cNvGraphicFramePr>
          <p:nvPr>
            <p:extLst>
              <p:ext uri="{D42A27DB-BD31-4B8C-83A1-F6EECF244321}">
                <p14:modId xmlns:p14="http://schemas.microsoft.com/office/powerpoint/2010/main" val="1199139551"/>
              </p:ext>
            </p:extLst>
          </p:nvPr>
        </p:nvGraphicFramePr>
        <p:xfrm>
          <a:off x="7034213" y="4321175"/>
          <a:ext cx="142875" cy="254000"/>
        </p:xfrm>
        <a:graphic>
          <a:graphicData uri="http://schemas.openxmlformats.org/presentationml/2006/ole">
            <mc:AlternateContent xmlns:mc="http://schemas.openxmlformats.org/markup-compatibility/2006">
              <mc:Choice xmlns:v="urn:schemas-microsoft-com:vml" Requires="v">
                <p:oleObj spid="_x0000_s1345" name="Equation" r:id="rId47" imgW="126720" imgH="228600" progId="Equation.DSMT4">
                  <p:embed/>
                </p:oleObj>
              </mc:Choice>
              <mc:Fallback>
                <p:oleObj name="Equation" r:id="rId47" imgW="126720" imgH="228600" progId="Equation.DSMT4">
                  <p:embed/>
                  <p:pic>
                    <p:nvPicPr>
                      <p:cNvPr id="0" name=""/>
                      <p:cNvPicPr/>
                      <p:nvPr/>
                    </p:nvPicPr>
                    <p:blipFill>
                      <a:blip r:embed="rId48"/>
                      <a:stretch>
                        <a:fillRect/>
                      </a:stretch>
                    </p:blipFill>
                    <p:spPr>
                      <a:xfrm>
                        <a:off x="7034213" y="4321175"/>
                        <a:ext cx="142875" cy="254000"/>
                      </a:xfrm>
                      <a:prstGeom prst="rect">
                        <a:avLst/>
                      </a:prstGeom>
                    </p:spPr>
                  </p:pic>
                </p:oleObj>
              </mc:Fallback>
            </mc:AlternateContent>
          </a:graphicData>
        </a:graphic>
      </p:graphicFrame>
      <p:graphicFrame>
        <p:nvGraphicFramePr>
          <p:cNvPr id="35" name="Object 34">
            <a:extLst>
              <a:ext uri="{FF2B5EF4-FFF2-40B4-BE49-F238E27FC236}">
                <a16:creationId xmlns:a16="http://schemas.microsoft.com/office/drawing/2014/main" id="{D13FBAAF-1EF6-47F2-A402-72DAAF910198}"/>
              </a:ext>
            </a:extLst>
          </p:cNvPr>
          <p:cNvGraphicFramePr>
            <a:graphicFrameLocks noChangeAspect="1"/>
          </p:cNvGraphicFramePr>
          <p:nvPr>
            <p:extLst>
              <p:ext uri="{D42A27DB-BD31-4B8C-83A1-F6EECF244321}">
                <p14:modId xmlns:p14="http://schemas.microsoft.com/office/powerpoint/2010/main" val="1787451103"/>
              </p:ext>
            </p:extLst>
          </p:nvPr>
        </p:nvGraphicFramePr>
        <p:xfrm>
          <a:off x="8020050" y="4343400"/>
          <a:ext cx="114300" cy="228600"/>
        </p:xfrm>
        <a:graphic>
          <a:graphicData uri="http://schemas.openxmlformats.org/presentationml/2006/ole">
            <mc:AlternateContent xmlns:mc="http://schemas.openxmlformats.org/markup-compatibility/2006">
              <mc:Choice xmlns:v="urn:schemas-microsoft-com:vml" Requires="v">
                <p:oleObj spid="_x0000_s1346" name="Equation" r:id="rId49" imgW="114120" imgH="228600" progId="Equation.DSMT4">
                  <p:embed/>
                </p:oleObj>
              </mc:Choice>
              <mc:Fallback>
                <p:oleObj name="Equation" r:id="rId49" imgW="114120" imgH="228600" progId="Equation.DSMT4">
                  <p:embed/>
                  <p:pic>
                    <p:nvPicPr>
                      <p:cNvPr id="0" name=""/>
                      <p:cNvPicPr/>
                      <p:nvPr/>
                    </p:nvPicPr>
                    <p:blipFill>
                      <a:blip r:embed="rId50"/>
                      <a:stretch>
                        <a:fillRect/>
                      </a:stretch>
                    </p:blipFill>
                    <p:spPr>
                      <a:xfrm>
                        <a:off x="8020050" y="4343400"/>
                        <a:ext cx="114300" cy="228600"/>
                      </a:xfrm>
                      <a:prstGeom prst="rect">
                        <a:avLst/>
                      </a:prstGeom>
                    </p:spPr>
                  </p:pic>
                </p:oleObj>
              </mc:Fallback>
            </mc:AlternateContent>
          </a:graphicData>
        </a:graphic>
      </p:graphicFrame>
      <p:graphicFrame>
        <p:nvGraphicFramePr>
          <p:cNvPr id="25" name="Object 24">
            <a:extLst>
              <a:ext uri="{FF2B5EF4-FFF2-40B4-BE49-F238E27FC236}">
                <a16:creationId xmlns:a16="http://schemas.microsoft.com/office/drawing/2014/main" id="{6544BEBE-0C2B-4583-BADA-095CA8F5929E}"/>
              </a:ext>
            </a:extLst>
          </p:cNvPr>
          <p:cNvGraphicFramePr>
            <a:graphicFrameLocks noChangeAspect="1"/>
          </p:cNvGraphicFramePr>
          <p:nvPr>
            <p:extLst>
              <p:ext uri="{D42A27DB-BD31-4B8C-83A1-F6EECF244321}">
                <p14:modId xmlns:p14="http://schemas.microsoft.com/office/powerpoint/2010/main" val="131828920"/>
              </p:ext>
            </p:extLst>
          </p:nvPr>
        </p:nvGraphicFramePr>
        <p:xfrm>
          <a:off x="5603875" y="4603750"/>
          <a:ext cx="622300" cy="279400"/>
        </p:xfrm>
        <a:graphic>
          <a:graphicData uri="http://schemas.openxmlformats.org/presentationml/2006/ole">
            <mc:AlternateContent xmlns:mc="http://schemas.openxmlformats.org/markup-compatibility/2006">
              <mc:Choice xmlns:v="urn:schemas-microsoft-com:vml" Requires="v">
                <p:oleObj spid="_x0000_s1347" name="Equation" r:id="rId51" imgW="622080" imgH="279360" progId="Equation.DSMT4">
                  <p:embed/>
                </p:oleObj>
              </mc:Choice>
              <mc:Fallback>
                <p:oleObj name="Equation" r:id="rId51" imgW="622080" imgH="279360" progId="Equation.DSMT4">
                  <p:embed/>
                  <p:pic>
                    <p:nvPicPr>
                      <p:cNvPr id="0" name=""/>
                      <p:cNvPicPr/>
                      <p:nvPr/>
                    </p:nvPicPr>
                    <p:blipFill>
                      <a:blip r:embed="rId52"/>
                      <a:stretch>
                        <a:fillRect/>
                      </a:stretch>
                    </p:blipFill>
                    <p:spPr>
                      <a:xfrm>
                        <a:off x="5603875" y="4603750"/>
                        <a:ext cx="622300" cy="279400"/>
                      </a:xfrm>
                      <a:prstGeom prst="rect">
                        <a:avLst/>
                      </a:prstGeom>
                    </p:spPr>
                  </p:pic>
                </p:oleObj>
              </mc:Fallback>
            </mc:AlternateContent>
          </a:graphicData>
        </a:graphic>
      </p:graphicFrame>
      <p:graphicFrame>
        <p:nvGraphicFramePr>
          <p:cNvPr id="40" name="Object 39">
            <a:extLst>
              <a:ext uri="{FF2B5EF4-FFF2-40B4-BE49-F238E27FC236}">
                <a16:creationId xmlns:a16="http://schemas.microsoft.com/office/drawing/2014/main" id="{193C4EDA-E970-4BEE-B433-7F3DFCA36D3C}"/>
              </a:ext>
            </a:extLst>
          </p:cNvPr>
          <p:cNvGraphicFramePr>
            <a:graphicFrameLocks noChangeAspect="1"/>
          </p:cNvGraphicFramePr>
          <p:nvPr>
            <p:extLst>
              <p:ext uri="{D42A27DB-BD31-4B8C-83A1-F6EECF244321}">
                <p14:modId xmlns:p14="http://schemas.microsoft.com/office/powerpoint/2010/main" val="3994809280"/>
              </p:ext>
            </p:extLst>
          </p:nvPr>
        </p:nvGraphicFramePr>
        <p:xfrm>
          <a:off x="7061200" y="4619625"/>
          <a:ext cx="127000" cy="228600"/>
        </p:xfrm>
        <a:graphic>
          <a:graphicData uri="http://schemas.openxmlformats.org/presentationml/2006/ole">
            <mc:AlternateContent xmlns:mc="http://schemas.openxmlformats.org/markup-compatibility/2006">
              <mc:Choice xmlns:v="urn:schemas-microsoft-com:vml" Requires="v">
                <p:oleObj spid="_x0000_s1348" name="Equation" r:id="rId53" imgW="126720" imgH="228600" progId="Equation.DSMT4">
                  <p:embed/>
                </p:oleObj>
              </mc:Choice>
              <mc:Fallback>
                <p:oleObj name="Equation" r:id="rId53" imgW="126720" imgH="228600" progId="Equation.DSMT4">
                  <p:embed/>
                  <p:pic>
                    <p:nvPicPr>
                      <p:cNvPr id="0" name=""/>
                      <p:cNvPicPr/>
                      <p:nvPr/>
                    </p:nvPicPr>
                    <p:blipFill>
                      <a:blip r:embed="rId54"/>
                      <a:stretch>
                        <a:fillRect/>
                      </a:stretch>
                    </p:blipFill>
                    <p:spPr>
                      <a:xfrm>
                        <a:off x="7061200" y="4619625"/>
                        <a:ext cx="127000" cy="228600"/>
                      </a:xfrm>
                      <a:prstGeom prst="rect">
                        <a:avLst/>
                      </a:prstGeom>
                    </p:spPr>
                  </p:pic>
                </p:oleObj>
              </mc:Fallback>
            </mc:AlternateContent>
          </a:graphicData>
        </a:graphic>
      </p:graphicFrame>
      <p:graphicFrame>
        <p:nvGraphicFramePr>
          <p:cNvPr id="41" name="Object 40">
            <a:extLst>
              <a:ext uri="{FF2B5EF4-FFF2-40B4-BE49-F238E27FC236}">
                <a16:creationId xmlns:a16="http://schemas.microsoft.com/office/drawing/2014/main" id="{5312F1D7-BDF8-4CE4-AF8E-75D82AF19F86}"/>
              </a:ext>
            </a:extLst>
          </p:cNvPr>
          <p:cNvGraphicFramePr>
            <a:graphicFrameLocks noChangeAspect="1"/>
          </p:cNvGraphicFramePr>
          <p:nvPr>
            <p:extLst>
              <p:ext uri="{D42A27DB-BD31-4B8C-83A1-F6EECF244321}">
                <p14:modId xmlns:p14="http://schemas.microsoft.com/office/powerpoint/2010/main" val="2707885802"/>
              </p:ext>
            </p:extLst>
          </p:nvPr>
        </p:nvGraphicFramePr>
        <p:xfrm>
          <a:off x="8010525" y="4629150"/>
          <a:ext cx="114300" cy="228600"/>
        </p:xfrm>
        <a:graphic>
          <a:graphicData uri="http://schemas.openxmlformats.org/presentationml/2006/ole">
            <mc:AlternateContent xmlns:mc="http://schemas.openxmlformats.org/markup-compatibility/2006">
              <mc:Choice xmlns:v="urn:schemas-microsoft-com:vml" Requires="v">
                <p:oleObj spid="_x0000_s1349" name="Equation" r:id="rId55" imgW="114120" imgH="228600" progId="Equation.DSMT4">
                  <p:embed/>
                </p:oleObj>
              </mc:Choice>
              <mc:Fallback>
                <p:oleObj name="Equation" r:id="rId55" imgW="114120" imgH="228600" progId="Equation.DSMT4">
                  <p:embed/>
                  <p:pic>
                    <p:nvPicPr>
                      <p:cNvPr id="0" name=""/>
                      <p:cNvPicPr/>
                      <p:nvPr/>
                    </p:nvPicPr>
                    <p:blipFill>
                      <a:blip r:embed="rId56"/>
                      <a:stretch>
                        <a:fillRect/>
                      </a:stretch>
                    </p:blipFill>
                    <p:spPr>
                      <a:xfrm>
                        <a:off x="8010525" y="4629150"/>
                        <a:ext cx="114300" cy="228600"/>
                      </a:xfrm>
                      <a:prstGeom prst="rect">
                        <a:avLst/>
                      </a:prstGeom>
                    </p:spPr>
                  </p:pic>
                </p:oleObj>
              </mc:Fallback>
            </mc:AlternateContent>
          </a:graphicData>
        </a:graphic>
      </p:graphicFrame>
      <p:graphicFrame>
        <p:nvGraphicFramePr>
          <p:cNvPr id="26" name="Object 25">
            <a:extLst>
              <a:ext uri="{FF2B5EF4-FFF2-40B4-BE49-F238E27FC236}">
                <a16:creationId xmlns:a16="http://schemas.microsoft.com/office/drawing/2014/main" id="{50A3BB5B-AF8B-4EC9-8480-3DE8CB75ACC4}"/>
              </a:ext>
            </a:extLst>
          </p:cNvPr>
          <p:cNvGraphicFramePr>
            <a:graphicFrameLocks noChangeAspect="1"/>
          </p:cNvGraphicFramePr>
          <p:nvPr>
            <p:extLst>
              <p:ext uri="{D42A27DB-BD31-4B8C-83A1-F6EECF244321}">
                <p14:modId xmlns:p14="http://schemas.microsoft.com/office/powerpoint/2010/main" val="473225895"/>
              </p:ext>
            </p:extLst>
          </p:nvPr>
        </p:nvGraphicFramePr>
        <p:xfrm>
          <a:off x="5611813" y="4879975"/>
          <a:ext cx="622300" cy="279400"/>
        </p:xfrm>
        <a:graphic>
          <a:graphicData uri="http://schemas.openxmlformats.org/presentationml/2006/ole">
            <mc:AlternateContent xmlns:mc="http://schemas.openxmlformats.org/markup-compatibility/2006">
              <mc:Choice xmlns:v="urn:schemas-microsoft-com:vml" Requires="v">
                <p:oleObj spid="_x0000_s1350" name="Equation" r:id="rId57" imgW="622080" imgH="279360" progId="Equation.DSMT4">
                  <p:embed/>
                </p:oleObj>
              </mc:Choice>
              <mc:Fallback>
                <p:oleObj name="Equation" r:id="rId57" imgW="622080" imgH="279360" progId="Equation.DSMT4">
                  <p:embed/>
                  <p:pic>
                    <p:nvPicPr>
                      <p:cNvPr id="0" name=""/>
                      <p:cNvPicPr/>
                      <p:nvPr/>
                    </p:nvPicPr>
                    <p:blipFill>
                      <a:blip r:embed="rId58"/>
                      <a:stretch>
                        <a:fillRect/>
                      </a:stretch>
                    </p:blipFill>
                    <p:spPr>
                      <a:xfrm>
                        <a:off x="5611813" y="4879975"/>
                        <a:ext cx="622300" cy="279400"/>
                      </a:xfrm>
                      <a:prstGeom prst="rect">
                        <a:avLst/>
                      </a:prstGeom>
                    </p:spPr>
                  </p:pic>
                </p:oleObj>
              </mc:Fallback>
            </mc:AlternateContent>
          </a:graphicData>
        </a:graphic>
      </p:graphicFrame>
      <p:graphicFrame>
        <p:nvGraphicFramePr>
          <p:cNvPr id="36" name="Object 35">
            <a:extLst>
              <a:ext uri="{FF2B5EF4-FFF2-40B4-BE49-F238E27FC236}">
                <a16:creationId xmlns:a16="http://schemas.microsoft.com/office/drawing/2014/main" id="{BFE08707-5894-4234-AC41-61BAF68BFBB1}"/>
              </a:ext>
            </a:extLst>
          </p:cNvPr>
          <p:cNvGraphicFramePr>
            <a:graphicFrameLocks noChangeAspect="1"/>
          </p:cNvGraphicFramePr>
          <p:nvPr>
            <p:extLst>
              <p:ext uri="{D42A27DB-BD31-4B8C-83A1-F6EECF244321}">
                <p14:modId xmlns:p14="http://schemas.microsoft.com/office/powerpoint/2010/main" val="3446588625"/>
              </p:ext>
            </p:extLst>
          </p:nvPr>
        </p:nvGraphicFramePr>
        <p:xfrm>
          <a:off x="7061200" y="4886325"/>
          <a:ext cx="127000" cy="228600"/>
        </p:xfrm>
        <a:graphic>
          <a:graphicData uri="http://schemas.openxmlformats.org/presentationml/2006/ole">
            <mc:AlternateContent xmlns:mc="http://schemas.openxmlformats.org/markup-compatibility/2006">
              <mc:Choice xmlns:v="urn:schemas-microsoft-com:vml" Requires="v">
                <p:oleObj spid="_x0000_s1351" name="Equation" r:id="rId59" imgW="126720" imgH="228600" progId="Equation.DSMT4">
                  <p:embed/>
                </p:oleObj>
              </mc:Choice>
              <mc:Fallback>
                <p:oleObj name="Equation" r:id="rId59" imgW="126720" imgH="228600" progId="Equation.DSMT4">
                  <p:embed/>
                  <p:pic>
                    <p:nvPicPr>
                      <p:cNvPr id="0" name=""/>
                      <p:cNvPicPr/>
                      <p:nvPr/>
                    </p:nvPicPr>
                    <p:blipFill>
                      <a:blip r:embed="rId60"/>
                      <a:stretch>
                        <a:fillRect/>
                      </a:stretch>
                    </p:blipFill>
                    <p:spPr>
                      <a:xfrm>
                        <a:off x="7061200" y="4886325"/>
                        <a:ext cx="127000" cy="228600"/>
                      </a:xfrm>
                      <a:prstGeom prst="rect">
                        <a:avLst/>
                      </a:prstGeom>
                    </p:spPr>
                  </p:pic>
                </p:oleObj>
              </mc:Fallback>
            </mc:AlternateContent>
          </a:graphicData>
        </a:graphic>
      </p:graphicFrame>
      <p:graphicFrame>
        <p:nvGraphicFramePr>
          <p:cNvPr id="42" name="Object 41">
            <a:extLst>
              <a:ext uri="{FF2B5EF4-FFF2-40B4-BE49-F238E27FC236}">
                <a16:creationId xmlns:a16="http://schemas.microsoft.com/office/drawing/2014/main" id="{7D1D9C7D-97A3-44ED-9E23-FEAD2BD3E0D6}"/>
              </a:ext>
            </a:extLst>
          </p:cNvPr>
          <p:cNvGraphicFramePr>
            <a:graphicFrameLocks noChangeAspect="1"/>
          </p:cNvGraphicFramePr>
          <p:nvPr>
            <p:extLst>
              <p:ext uri="{D42A27DB-BD31-4B8C-83A1-F6EECF244321}">
                <p14:modId xmlns:p14="http://schemas.microsoft.com/office/powerpoint/2010/main" val="2170061217"/>
              </p:ext>
            </p:extLst>
          </p:nvPr>
        </p:nvGraphicFramePr>
        <p:xfrm>
          <a:off x="8020050" y="4886325"/>
          <a:ext cx="114300" cy="228600"/>
        </p:xfrm>
        <a:graphic>
          <a:graphicData uri="http://schemas.openxmlformats.org/presentationml/2006/ole">
            <mc:AlternateContent xmlns:mc="http://schemas.openxmlformats.org/markup-compatibility/2006">
              <mc:Choice xmlns:v="urn:schemas-microsoft-com:vml" Requires="v">
                <p:oleObj spid="_x0000_s1352" name="Equation" r:id="rId61" imgW="114120" imgH="228600" progId="Equation.DSMT4">
                  <p:embed/>
                </p:oleObj>
              </mc:Choice>
              <mc:Fallback>
                <p:oleObj name="Equation" r:id="rId61" imgW="114120" imgH="228600" progId="Equation.DSMT4">
                  <p:embed/>
                  <p:pic>
                    <p:nvPicPr>
                      <p:cNvPr id="0" name=""/>
                      <p:cNvPicPr/>
                      <p:nvPr/>
                    </p:nvPicPr>
                    <p:blipFill>
                      <a:blip r:embed="rId62"/>
                      <a:stretch>
                        <a:fillRect/>
                      </a:stretch>
                    </p:blipFill>
                    <p:spPr>
                      <a:xfrm>
                        <a:off x="8020050" y="4886325"/>
                        <a:ext cx="114300" cy="228600"/>
                      </a:xfrm>
                      <a:prstGeom prst="rect">
                        <a:avLst/>
                      </a:prstGeom>
                    </p:spPr>
                  </p:pic>
                </p:oleObj>
              </mc:Fallback>
            </mc:AlternateContent>
          </a:graphicData>
        </a:graphic>
      </p:graphicFrame>
      <p:graphicFrame>
        <p:nvGraphicFramePr>
          <p:cNvPr id="27" name="Object 26">
            <a:extLst>
              <a:ext uri="{FF2B5EF4-FFF2-40B4-BE49-F238E27FC236}">
                <a16:creationId xmlns:a16="http://schemas.microsoft.com/office/drawing/2014/main" id="{48CCBDD5-5A7E-44F5-97E4-0D19A2E07650}"/>
              </a:ext>
            </a:extLst>
          </p:cNvPr>
          <p:cNvGraphicFramePr>
            <a:graphicFrameLocks noChangeAspect="1"/>
          </p:cNvGraphicFramePr>
          <p:nvPr>
            <p:extLst>
              <p:ext uri="{D42A27DB-BD31-4B8C-83A1-F6EECF244321}">
                <p14:modId xmlns:p14="http://schemas.microsoft.com/office/powerpoint/2010/main" val="1734678227"/>
              </p:ext>
            </p:extLst>
          </p:nvPr>
        </p:nvGraphicFramePr>
        <p:xfrm>
          <a:off x="5605727" y="5185095"/>
          <a:ext cx="634472" cy="240661"/>
        </p:xfrm>
        <a:graphic>
          <a:graphicData uri="http://schemas.openxmlformats.org/presentationml/2006/ole">
            <mc:AlternateContent xmlns:mc="http://schemas.openxmlformats.org/markup-compatibility/2006">
              <mc:Choice xmlns:v="urn:schemas-microsoft-com:vml" Requires="v">
                <p:oleObj spid="_x0000_s1353" name="Equation" r:id="rId63" imgW="736560" imgH="279360" progId="Equation.DSMT4">
                  <p:embed/>
                </p:oleObj>
              </mc:Choice>
              <mc:Fallback>
                <p:oleObj name="Equation" r:id="rId63" imgW="736560" imgH="279360" progId="Equation.DSMT4">
                  <p:embed/>
                  <p:pic>
                    <p:nvPicPr>
                      <p:cNvPr id="0" name=""/>
                      <p:cNvPicPr/>
                      <p:nvPr/>
                    </p:nvPicPr>
                    <p:blipFill>
                      <a:blip r:embed="rId64"/>
                      <a:stretch>
                        <a:fillRect/>
                      </a:stretch>
                    </p:blipFill>
                    <p:spPr>
                      <a:xfrm>
                        <a:off x="5605727" y="5185095"/>
                        <a:ext cx="634472" cy="240661"/>
                      </a:xfrm>
                      <a:prstGeom prst="rect">
                        <a:avLst/>
                      </a:prstGeom>
                    </p:spPr>
                  </p:pic>
                </p:oleObj>
              </mc:Fallback>
            </mc:AlternateContent>
          </a:graphicData>
        </a:graphic>
      </p:graphicFrame>
      <p:graphicFrame>
        <p:nvGraphicFramePr>
          <p:cNvPr id="37" name="Object 36">
            <a:extLst>
              <a:ext uri="{FF2B5EF4-FFF2-40B4-BE49-F238E27FC236}">
                <a16:creationId xmlns:a16="http://schemas.microsoft.com/office/drawing/2014/main" id="{0FCCE23F-54D5-4253-8942-E19006671677}"/>
              </a:ext>
            </a:extLst>
          </p:cNvPr>
          <p:cNvGraphicFramePr>
            <a:graphicFrameLocks noChangeAspect="1"/>
          </p:cNvGraphicFramePr>
          <p:nvPr>
            <p:extLst>
              <p:ext uri="{D42A27DB-BD31-4B8C-83A1-F6EECF244321}">
                <p14:modId xmlns:p14="http://schemas.microsoft.com/office/powerpoint/2010/main" val="1123351822"/>
              </p:ext>
            </p:extLst>
          </p:nvPr>
        </p:nvGraphicFramePr>
        <p:xfrm>
          <a:off x="7070725" y="5153025"/>
          <a:ext cx="127000" cy="228600"/>
        </p:xfrm>
        <a:graphic>
          <a:graphicData uri="http://schemas.openxmlformats.org/presentationml/2006/ole">
            <mc:AlternateContent xmlns:mc="http://schemas.openxmlformats.org/markup-compatibility/2006">
              <mc:Choice xmlns:v="urn:schemas-microsoft-com:vml" Requires="v">
                <p:oleObj spid="_x0000_s1354" name="Equation" r:id="rId65" imgW="126720" imgH="228600" progId="Equation.DSMT4">
                  <p:embed/>
                </p:oleObj>
              </mc:Choice>
              <mc:Fallback>
                <p:oleObj name="Equation" r:id="rId65" imgW="126720" imgH="228600" progId="Equation.DSMT4">
                  <p:embed/>
                  <p:pic>
                    <p:nvPicPr>
                      <p:cNvPr id="0" name=""/>
                      <p:cNvPicPr/>
                      <p:nvPr/>
                    </p:nvPicPr>
                    <p:blipFill>
                      <a:blip r:embed="rId66"/>
                      <a:stretch>
                        <a:fillRect/>
                      </a:stretch>
                    </p:blipFill>
                    <p:spPr>
                      <a:xfrm>
                        <a:off x="7070725" y="5153025"/>
                        <a:ext cx="127000" cy="228600"/>
                      </a:xfrm>
                      <a:prstGeom prst="rect">
                        <a:avLst/>
                      </a:prstGeom>
                    </p:spPr>
                  </p:pic>
                </p:oleObj>
              </mc:Fallback>
            </mc:AlternateContent>
          </a:graphicData>
        </a:graphic>
      </p:graphicFrame>
      <p:graphicFrame>
        <p:nvGraphicFramePr>
          <p:cNvPr id="43" name="Object 42">
            <a:extLst>
              <a:ext uri="{FF2B5EF4-FFF2-40B4-BE49-F238E27FC236}">
                <a16:creationId xmlns:a16="http://schemas.microsoft.com/office/drawing/2014/main" id="{57FF7B3F-150F-49C9-982C-3B60EB43149B}"/>
              </a:ext>
            </a:extLst>
          </p:cNvPr>
          <p:cNvGraphicFramePr>
            <a:graphicFrameLocks noChangeAspect="1"/>
          </p:cNvGraphicFramePr>
          <p:nvPr>
            <p:extLst>
              <p:ext uri="{D42A27DB-BD31-4B8C-83A1-F6EECF244321}">
                <p14:modId xmlns:p14="http://schemas.microsoft.com/office/powerpoint/2010/main" val="634105778"/>
              </p:ext>
            </p:extLst>
          </p:nvPr>
        </p:nvGraphicFramePr>
        <p:xfrm>
          <a:off x="8029575" y="5200650"/>
          <a:ext cx="114300" cy="228600"/>
        </p:xfrm>
        <a:graphic>
          <a:graphicData uri="http://schemas.openxmlformats.org/presentationml/2006/ole">
            <mc:AlternateContent xmlns:mc="http://schemas.openxmlformats.org/markup-compatibility/2006">
              <mc:Choice xmlns:v="urn:schemas-microsoft-com:vml" Requires="v">
                <p:oleObj spid="_x0000_s1355" name="Equation" r:id="rId67" imgW="114120" imgH="228600" progId="Equation.DSMT4">
                  <p:embed/>
                </p:oleObj>
              </mc:Choice>
              <mc:Fallback>
                <p:oleObj name="Equation" r:id="rId67" imgW="114120" imgH="228600" progId="Equation.DSMT4">
                  <p:embed/>
                  <p:pic>
                    <p:nvPicPr>
                      <p:cNvPr id="0" name=""/>
                      <p:cNvPicPr/>
                      <p:nvPr/>
                    </p:nvPicPr>
                    <p:blipFill>
                      <a:blip r:embed="rId68"/>
                      <a:stretch>
                        <a:fillRect/>
                      </a:stretch>
                    </p:blipFill>
                    <p:spPr>
                      <a:xfrm>
                        <a:off x="8029575" y="5200650"/>
                        <a:ext cx="114300" cy="228600"/>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FFC2BEF7-7EB2-4283-B514-60469F8EC67A}"/>
              </a:ext>
            </a:extLst>
          </p:cNvPr>
          <p:cNvSpPr>
            <a:spLocks noGrp="1"/>
          </p:cNvSpPr>
          <p:nvPr>
            <p:ph sz="quarter" idx="15"/>
          </p:nvPr>
        </p:nvSpPr>
        <p:spPr>
          <a:xfrm>
            <a:off x="4961395" y="5803133"/>
            <a:ext cx="3717656" cy="415693"/>
          </a:xfrm>
        </p:spPr>
        <p:txBody>
          <a:bodyPr/>
          <a:lstStyle/>
          <a:p>
            <a:r>
              <a:rPr lang="en-US" sz="2000" b="1" dirty="0"/>
              <a:t>Frequency distribution table</a:t>
            </a:r>
          </a:p>
        </p:txBody>
      </p:sp>
      <p:sp>
        <p:nvSpPr>
          <p:cNvPr id="11" name="Slide Number Placeholder 10">
            <a:extLst>
              <a:ext uri="{FF2B5EF4-FFF2-40B4-BE49-F238E27FC236}">
                <a16:creationId xmlns:a16="http://schemas.microsoft.com/office/drawing/2014/main" id="{5CC0FD4D-6F0D-494F-B385-30917FFCFA57}"/>
              </a:ext>
            </a:extLst>
          </p:cNvPr>
          <p:cNvSpPr>
            <a:spLocks noGrp="1"/>
          </p:cNvSpPr>
          <p:nvPr>
            <p:ph type="sldNum" sz="quarter" idx="10"/>
          </p:nvPr>
        </p:nvSpPr>
        <p:spPr/>
        <p:txBody>
          <a:bodyPr/>
          <a:lstStyle/>
          <a:p>
            <a:fld id="{68151E55-6873-49E2-B8D5-2F265E6F1973}" type="slidenum">
              <a:rPr lang="en-US" smtClean="0"/>
              <a:t>3</a:t>
            </a:fld>
            <a:endParaRPr lang="en-US" dirty="0"/>
          </a:p>
        </p:txBody>
      </p:sp>
    </p:spTree>
    <p:extLst>
      <p:ext uri="{BB962C8B-B14F-4D97-AF65-F5344CB8AC3E}">
        <p14:creationId xmlns:p14="http://schemas.microsoft.com/office/powerpoint/2010/main" val="2740119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1B0F1-ECD9-4037-BF92-F150D2EEB5B5}"/>
              </a:ext>
            </a:extLst>
          </p:cNvPr>
          <p:cNvSpPr>
            <a:spLocks noGrp="1"/>
          </p:cNvSpPr>
          <p:nvPr>
            <p:ph type="title"/>
          </p:nvPr>
        </p:nvSpPr>
        <p:spPr/>
        <p:txBody>
          <a:bodyPr/>
          <a:lstStyle/>
          <a:p>
            <a:r>
              <a:rPr lang="en-US" dirty="0"/>
              <a:t>Bar Graph </a:t>
            </a:r>
            <a:r>
              <a:rPr lang="en-US" sz="1000" b="0" dirty="0"/>
              <a:t>1</a:t>
            </a:r>
          </a:p>
        </p:txBody>
      </p:sp>
      <p:sp>
        <p:nvSpPr>
          <p:cNvPr id="3" name="Content Placeholder 2">
            <a:extLst>
              <a:ext uri="{FF2B5EF4-FFF2-40B4-BE49-F238E27FC236}">
                <a16:creationId xmlns:a16="http://schemas.microsoft.com/office/drawing/2014/main" id="{5E784866-FE10-4D26-8112-49862308A515}"/>
              </a:ext>
            </a:extLst>
          </p:cNvPr>
          <p:cNvSpPr>
            <a:spLocks noGrp="1"/>
          </p:cNvSpPr>
          <p:nvPr>
            <p:ph sz="quarter" idx="11"/>
          </p:nvPr>
        </p:nvSpPr>
        <p:spPr>
          <a:xfrm>
            <a:off x="342900" y="1276709"/>
            <a:ext cx="8458200" cy="435977"/>
          </a:xfrm>
        </p:spPr>
        <p:txBody>
          <a:bodyPr/>
          <a:lstStyle/>
          <a:p>
            <a:pPr algn="ctr"/>
            <a:r>
              <a:rPr lang="en-IN" sz="2000" dirty="0"/>
              <a:t>Help readers see changes that have occurred over a period of time.</a:t>
            </a:r>
          </a:p>
        </p:txBody>
      </p:sp>
      <p:pic>
        <p:nvPicPr>
          <p:cNvPr id="7" name="Picture 6" descr="Bar graph showing the price of computers and the frequency of purchase. The most common computer purchase prices are $1,000 and $3,000.">
            <a:extLst>
              <a:ext uri="{FF2B5EF4-FFF2-40B4-BE49-F238E27FC236}">
                <a16:creationId xmlns:a16="http://schemas.microsoft.com/office/drawing/2014/main" id="{B0C2046B-04AD-4130-9C9B-C80E28423AC7}"/>
              </a:ext>
            </a:extLst>
          </p:cNvPr>
          <p:cNvPicPr>
            <a:picLocks noChangeAspect="1"/>
          </p:cNvPicPr>
          <p:nvPr/>
        </p:nvPicPr>
        <p:blipFill>
          <a:blip r:embed="rId2"/>
          <a:stretch>
            <a:fillRect/>
          </a:stretch>
        </p:blipFill>
        <p:spPr>
          <a:xfrm>
            <a:off x="1251660" y="1805504"/>
            <a:ext cx="6640681" cy="4030763"/>
          </a:xfrm>
          <a:prstGeom prst="rect">
            <a:avLst/>
          </a:prstGeom>
        </p:spPr>
      </p:pic>
      <p:sp>
        <p:nvSpPr>
          <p:cNvPr id="4" name="Text Placeholder 3">
            <a:extLst>
              <a:ext uri="{FF2B5EF4-FFF2-40B4-BE49-F238E27FC236}">
                <a16:creationId xmlns:a16="http://schemas.microsoft.com/office/drawing/2014/main" id="{049E2175-B44B-4E88-B88B-B22B87A356E0}"/>
              </a:ext>
            </a:extLst>
          </p:cNvPr>
          <p:cNvSpPr>
            <a:spLocks noGrp="1"/>
          </p:cNvSpPr>
          <p:nvPr>
            <p:ph type="body" sz="quarter" idx="12"/>
          </p:nvPr>
        </p:nvSpPr>
        <p:spPr>
          <a:xfrm>
            <a:off x="2971268" y="6324600"/>
            <a:ext cx="3201464" cy="190500"/>
          </a:xfrm>
        </p:spPr>
        <p:txBody>
          <a:bodyPr/>
          <a:lstStyle/>
          <a:p>
            <a:r>
              <a:rPr lang="en-IN" sz="1200" dirty="0">
                <a:hlinkClick r:id="rId3" action="ppaction://hlinksldjump"/>
              </a:rPr>
              <a:t>Access the text alternative for these images</a:t>
            </a:r>
            <a:endParaRPr lang="en-IN" sz="1200" dirty="0"/>
          </a:p>
        </p:txBody>
      </p:sp>
      <p:sp>
        <p:nvSpPr>
          <p:cNvPr id="6" name="Slide Number Placeholder 5">
            <a:extLst>
              <a:ext uri="{FF2B5EF4-FFF2-40B4-BE49-F238E27FC236}">
                <a16:creationId xmlns:a16="http://schemas.microsoft.com/office/drawing/2014/main" id="{D484134F-9627-4B31-B7E4-6610F5F238CD}"/>
              </a:ext>
            </a:extLst>
          </p:cNvPr>
          <p:cNvSpPr>
            <a:spLocks noGrp="1"/>
          </p:cNvSpPr>
          <p:nvPr>
            <p:ph type="sldNum" sz="quarter" idx="4"/>
          </p:nvPr>
        </p:nvSpPr>
        <p:spPr/>
        <p:txBody>
          <a:bodyPr/>
          <a:lstStyle/>
          <a:p>
            <a:fld id="{68151E55-6873-49E2-B8D5-2F265E6F1973}" type="slidenum">
              <a:rPr lang="en-US" smtClean="0"/>
              <a:pPr/>
              <a:t>4</a:t>
            </a:fld>
            <a:endParaRPr lang="en-US" dirty="0"/>
          </a:p>
        </p:txBody>
      </p:sp>
    </p:spTree>
    <p:extLst>
      <p:ext uri="{BB962C8B-B14F-4D97-AF65-F5344CB8AC3E}">
        <p14:creationId xmlns:p14="http://schemas.microsoft.com/office/powerpoint/2010/main" val="4034087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1B0F1-ECD9-4037-BF92-F150D2EEB5B5}"/>
              </a:ext>
            </a:extLst>
          </p:cNvPr>
          <p:cNvSpPr>
            <a:spLocks noGrp="1"/>
          </p:cNvSpPr>
          <p:nvPr>
            <p:ph type="title"/>
          </p:nvPr>
        </p:nvSpPr>
        <p:spPr/>
        <p:txBody>
          <a:bodyPr/>
          <a:lstStyle/>
          <a:p>
            <a:r>
              <a:rPr lang="en-US" dirty="0"/>
              <a:t>Bar Graph </a:t>
            </a:r>
            <a:r>
              <a:rPr lang="en-US" sz="1000" b="0" dirty="0"/>
              <a:t>2</a:t>
            </a:r>
          </a:p>
        </p:txBody>
      </p:sp>
      <p:graphicFrame>
        <p:nvGraphicFramePr>
          <p:cNvPr id="11" name="Table 11">
            <a:extLst>
              <a:ext uri="{FF2B5EF4-FFF2-40B4-BE49-F238E27FC236}">
                <a16:creationId xmlns:a16="http://schemas.microsoft.com/office/drawing/2014/main" id="{F4CE5F1E-456A-4A59-A954-852CBD5B8173}"/>
              </a:ext>
            </a:extLst>
          </p:cNvPr>
          <p:cNvGraphicFramePr>
            <a:graphicFrameLocks noGrp="1"/>
          </p:cNvGraphicFramePr>
          <p:nvPr>
            <p:extLst>
              <p:ext uri="{D42A27DB-BD31-4B8C-83A1-F6EECF244321}">
                <p14:modId xmlns:p14="http://schemas.microsoft.com/office/powerpoint/2010/main" val="955337518"/>
              </p:ext>
            </p:extLst>
          </p:nvPr>
        </p:nvGraphicFramePr>
        <p:xfrm>
          <a:off x="760729" y="1862082"/>
          <a:ext cx="3526972" cy="2225040"/>
        </p:xfrm>
        <a:graphic>
          <a:graphicData uri="http://schemas.openxmlformats.org/drawingml/2006/table">
            <a:tbl>
              <a:tblPr firstRow="1" bandRow="1">
                <a:tableStyleId>{5C22544A-7EE6-4342-B048-85BDC9FD1C3A}</a:tableStyleId>
              </a:tblPr>
              <a:tblGrid>
                <a:gridCol w="1988457">
                  <a:extLst>
                    <a:ext uri="{9D8B030D-6E8A-4147-A177-3AD203B41FA5}">
                      <a16:colId xmlns:a16="http://schemas.microsoft.com/office/drawing/2014/main" val="2096671947"/>
                    </a:ext>
                  </a:extLst>
                </a:gridCol>
                <a:gridCol w="1538515">
                  <a:extLst>
                    <a:ext uri="{9D8B030D-6E8A-4147-A177-3AD203B41FA5}">
                      <a16:colId xmlns:a16="http://schemas.microsoft.com/office/drawing/2014/main" val="742341942"/>
                    </a:ext>
                  </a:extLst>
                </a:gridCol>
              </a:tblGrid>
              <a:tr h="370840">
                <a:tc>
                  <a:txBody>
                    <a:bodyPr/>
                    <a:lstStyle/>
                    <a:p>
                      <a:pPr algn="ct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97429976"/>
                  </a:ext>
                </a:extLst>
              </a:tr>
              <a:tr h="370840">
                <a:tc>
                  <a:txBody>
                    <a:bodyPr/>
                    <a:lstStyle/>
                    <a:p>
                      <a:pPr algn="ct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42594351"/>
                  </a:ext>
                </a:extLst>
              </a:tr>
              <a:tr h="370840">
                <a:tc>
                  <a:txBody>
                    <a:bodyPr/>
                    <a:lstStyle/>
                    <a:p>
                      <a:pPr algn="ct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32079814"/>
                  </a:ext>
                </a:extLst>
              </a:tr>
              <a:tr h="370840">
                <a:tc>
                  <a:txBody>
                    <a:bodyPr/>
                    <a:lstStyle/>
                    <a:p>
                      <a:pPr algn="ct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47544156"/>
                  </a:ext>
                </a:extLst>
              </a:tr>
              <a:tr h="370840">
                <a:tc>
                  <a:txBody>
                    <a:bodyPr/>
                    <a:lstStyle/>
                    <a:p>
                      <a:pPr algn="ct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0375609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48002642"/>
                  </a:ext>
                </a:extLst>
              </a:tr>
            </a:tbl>
          </a:graphicData>
        </a:graphic>
      </p:graphicFrame>
      <p:graphicFrame>
        <p:nvGraphicFramePr>
          <p:cNvPr id="5" name="Object 4">
            <a:extLst>
              <a:ext uri="{FF2B5EF4-FFF2-40B4-BE49-F238E27FC236}">
                <a16:creationId xmlns:a16="http://schemas.microsoft.com/office/drawing/2014/main" id="{8E4C941C-372D-4E82-83D4-7A29C01C1F19}"/>
              </a:ext>
            </a:extLst>
          </p:cNvPr>
          <p:cNvGraphicFramePr>
            <a:graphicFrameLocks noChangeAspect="1"/>
          </p:cNvGraphicFramePr>
          <p:nvPr>
            <p:extLst>
              <p:ext uri="{D42A27DB-BD31-4B8C-83A1-F6EECF244321}">
                <p14:modId xmlns:p14="http://schemas.microsoft.com/office/powerpoint/2010/main" val="831970638"/>
              </p:ext>
            </p:extLst>
          </p:nvPr>
        </p:nvGraphicFramePr>
        <p:xfrm>
          <a:off x="1449388" y="1908175"/>
          <a:ext cx="622300" cy="241300"/>
        </p:xfrm>
        <a:graphic>
          <a:graphicData uri="http://schemas.openxmlformats.org/presentationml/2006/ole">
            <mc:AlternateContent xmlns:mc="http://schemas.openxmlformats.org/markup-compatibility/2006">
              <mc:Choice xmlns:v="urn:schemas-microsoft-com:vml" Requires="v">
                <p:oleObj spid="_x0000_s2158" name="Equation" r:id="rId3" imgW="622080" imgH="241200" progId="Equation.DSMT4">
                  <p:embed/>
                </p:oleObj>
              </mc:Choice>
              <mc:Fallback>
                <p:oleObj name="Equation" r:id="rId3" imgW="622080" imgH="241200" progId="Equation.DSMT4">
                  <p:embed/>
                  <p:pic>
                    <p:nvPicPr>
                      <p:cNvPr id="0" name=""/>
                      <p:cNvPicPr/>
                      <p:nvPr/>
                    </p:nvPicPr>
                    <p:blipFill>
                      <a:blip r:embed="rId4"/>
                      <a:stretch>
                        <a:fillRect/>
                      </a:stretch>
                    </p:blipFill>
                    <p:spPr>
                      <a:xfrm>
                        <a:off x="1449388" y="1908175"/>
                        <a:ext cx="622300" cy="24130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D620BEBA-EFE5-4037-8CCF-23436353028E}"/>
              </a:ext>
            </a:extLst>
          </p:cNvPr>
          <p:cNvGraphicFramePr>
            <a:graphicFrameLocks noChangeAspect="1"/>
          </p:cNvGraphicFramePr>
          <p:nvPr>
            <p:extLst>
              <p:ext uri="{D42A27DB-BD31-4B8C-83A1-F6EECF244321}">
                <p14:modId xmlns:p14="http://schemas.microsoft.com/office/powerpoint/2010/main" val="3306773922"/>
              </p:ext>
            </p:extLst>
          </p:nvPr>
        </p:nvGraphicFramePr>
        <p:xfrm>
          <a:off x="2978150" y="1911350"/>
          <a:ext cx="1206500" cy="292100"/>
        </p:xfrm>
        <a:graphic>
          <a:graphicData uri="http://schemas.openxmlformats.org/presentationml/2006/ole">
            <mc:AlternateContent xmlns:mc="http://schemas.openxmlformats.org/markup-compatibility/2006">
              <mc:Choice xmlns:v="urn:schemas-microsoft-com:vml" Requires="v">
                <p:oleObj spid="_x0000_s2159" name="Equation" r:id="rId5" imgW="1206360" imgH="291960" progId="Equation.DSMT4">
                  <p:embed/>
                </p:oleObj>
              </mc:Choice>
              <mc:Fallback>
                <p:oleObj name="Equation" r:id="rId5" imgW="1206360" imgH="291960" progId="Equation.DSMT4">
                  <p:embed/>
                  <p:pic>
                    <p:nvPicPr>
                      <p:cNvPr id="0" name=""/>
                      <p:cNvPicPr/>
                      <p:nvPr/>
                    </p:nvPicPr>
                    <p:blipFill>
                      <a:blip r:embed="rId6"/>
                      <a:stretch>
                        <a:fillRect/>
                      </a:stretch>
                    </p:blipFill>
                    <p:spPr>
                      <a:xfrm>
                        <a:off x="2978150" y="1911350"/>
                        <a:ext cx="1206500" cy="292100"/>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CCB34188-64ED-496F-B3E2-B8CC8D3A8A43}"/>
              </a:ext>
            </a:extLst>
          </p:cNvPr>
          <p:cNvGraphicFramePr>
            <a:graphicFrameLocks noChangeAspect="1"/>
          </p:cNvGraphicFramePr>
          <p:nvPr>
            <p:extLst>
              <p:ext uri="{D42A27DB-BD31-4B8C-83A1-F6EECF244321}">
                <p14:modId xmlns:p14="http://schemas.microsoft.com/office/powerpoint/2010/main" val="3710392793"/>
              </p:ext>
            </p:extLst>
          </p:nvPr>
        </p:nvGraphicFramePr>
        <p:xfrm>
          <a:off x="790575" y="2301875"/>
          <a:ext cx="1943100" cy="292100"/>
        </p:xfrm>
        <a:graphic>
          <a:graphicData uri="http://schemas.openxmlformats.org/presentationml/2006/ole">
            <mc:AlternateContent xmlns:mc="http://schemas.openxmlformats.org/markup-compatibility/2006">
              <mc:Choice xmlns:v="urn:schemas-microsoft-com:vml" Requires="v">
                <p:oleObj spid="_x0000_s2160" name="Equation" r:id="rId7" imgW="1942920" imgH="291960" progId="Equation.DSMT4">
                  <p:embed/>
                </p:oleObj>
              </mc:Choice>
              <mc:Fallback>
                <p:oleObj name="Equation" r:id="rId7" imgW="1942920" imgH="291960" progId="Equation.DSMT4">
                  <p:embed/>
                  <p:pic>
                    <p:nvPicPr>
                      <p:cNvPr id="0" name=""/>
                      <p:cNvPicPr/>
                      <p:nvPr/>
                    </p:nvPicPr>
                    <p:blipFill>
                      <a:blip r:embed="rId8"/>
                      <a:stretch>
                        <a:fillRect/>
                      </a:stretch>
                    </p:blipFill>
                    <p:spPr>
                      <a:xfrm>
                        <a:off x="790575" y="2301875"/>
                        <a:ext cx="1943100" cy="292100"/>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33DC851E-8C3E-4BC2-8B1A-B3A6223B115B}"/>
              </a:ext>
            </a:extLst>
          </p:cNvPr>
          <p:cNvGraphicFramePr>
            <a:graphicFrameLocks noChangeAspect="1"/>
          </p:cNvGraphicFramePr>
          <p:nvPr>
            <p:extLst>
              <p:ext uri="{D42A27DB-BD31-4B8C-83A1-F6EECF244321}">
                <p14:modId xmlns:p14="http://schemas.microsoft.com/office/powerpoint/2010/main" val="727659201"/>
              </p:ext>
            </p:extLst>
          </p:nvPr>
        </p:nvGraphicFramePr>
        <p:xfrm>
          <a:off x="3413935" y="2295791"/>
          <a:ext cx="220631" cy="209018"/>
        </p:xfrm>
        <a:graphic>
          <a:graphicData uri="http://schemas.openxmlformats.org/presentationml/2006/ole">
            <mc:AlternateContent xmlns:mc="http://schemas.openxmlformats.org/markup-compatibility/2006">
              <mc:Choice xmlns:v="urn:schemas-microsoft-com:vml" Requires="v">
                <p:oleObj spid="_x0000_s2161" name="Equation" r:id="rId9" imgW="241200" imgH="228600" progId="Equation.DSMT4">
                  <p:embed/>
                </p:oleObj>
              </mc:Choice>
              <mc:Fallback>
                <p:oleObj name="Equation" r:id="rId9" imgW="241200" imgH="228600" progId="Equation.DSMT4">
                  <p:embed/>
                  <p:pic>
                    <p:nvPicPr>
                      <p:cNvPr id="0" name=""/>
                      <p:cNvPicPr/>
                      <p:nvPr/>
                    </p:nvPicPr>
                    <p:blipFill>
                      <a:blip r:embed="rId10"/>
                      <a:stretch>
                        <a:fillRect/>
                      </a:stretch>
                    </p:blipFill>
                    <p:spPr>
                      <a:xfrm>
                        <a:off x="3413935" y="2295791"/>
                        <a:ext cx="220631" cy="209018"/>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37E2C1AF-CB8C-42F0-974F-AB92A033407C}"/>
              </a:ext>
            </a:extLst>
          </p:cNvPr>
          <p:cNvGraphicFramePr>
            <a:graphicFrameLocks noChangeAspect="1"/>
          </p:cNvGraphicFramePr>
          <p:nvPr>
            <p:extLst>
              <p:ext uri="{D42A27DB-BD31-4B8C-83A1-F6EECF244321}">
                <p14:modId xmlns:p14="http://schemas.microsoft.com/office/powerpoint/2010/main" val="2295959527"/>
              </p:ext>
            </p:extLst>
          </p:nvPr>
        </p:nvGraphicFramePr>
        <p:xfrm>
          <a:off x="898525" y="2659063"/>
          <a:ext cx="1689100" cy="241300"/>
        </p:xfrm>
        <a:graphic>
          <a:graphicData uri="http://schemas.openxmlformats.org/presentationml/2006/ole">
            <mc:AlternateContent xmlns:mc="http://schemas.openxmlformats.org/markup-compatibility/2006">
              <mc:Choice xmlns:v="urn:schemas-microsoft-com:vml" Requires="v">
                <p:oleObj spid="_x0000_s2162" name="Equation" r:id="rId11" imgW="1688760" imgH="241200" progId="Equation.DSMT4">
                  <p:embed/>
                </p:oleObj>
              </mc:Choice>
              <mc:Fallback>
                <p:oleObj name="Equation" r:id="rId11" imgW="1688760" imgH="241200" progId="Equation.DSMT4">
                  <p:embed/>
                  <p:pic>
                    <p:nvPicPr>
                      <p:cNvPr id="0" name=""/>
                      <p:cNvPicPr/>
                      <p:nvPr/>
                    </p:nvPicPr>
                    <p:blipFill>
                      <a:blip r:embed="rId12"/>
                      <a:stretch>
                        <a:fillRect/>
                      </a:stretch>
                    </p:blipFill>
                    <p:spPr>
                      <a:xfrm>
                        <a:off x="898525" y="2659063"/>
                        <a:ext cx="1689100" cy="241300"/>
                      </a:xfrm>
                      <a:prstGeom prst="rect">
                        <a:avLst/>
                      </a:prstGeom>
                    </p:spPr>
                  </p:pic>
                </p:oleObj>
              </mc:Fallback>
            </mc:AlternateContent>
          </a:graphicData>
        </a:graphic>
      </p:graphicFrame>
      <p:graphicFrame>
        <p:nvGraphicFramePr>
          <p:cNvPr id="17" name="Object 16">
            <a:extLst>
              <a:ext uri="{FF2B5EF4-FFF2-40B4-BE49-F238E27FC236}">
                <a16:creationId xmlns:a16="http://schemas.microsoft.com/office/drawing/2014/main" id="{EE80DC0D-4C9C-42CC-90D2-38A52BC3D162}"/>
              </a:ext>
            </a:extLst>
          </p:cNvPr>
          <p:cNvGraphicFramePr>
            <a:graphicFrameLocks noChangeAspect="1"/>
          </p:cNvGraphicFramePr>
          <p:nvPr>
            <p:extLst>
              <p:ext uri="{D42A27DB-BD31-4B8C-83A1-F6EECF244321}">
                <p14:modId xmlns:p14="http://schemas.microsoft.com/office/powerpoint/2010/main" val="106474399"/>
              </p:ext>
            </p:extLst>
          </p:nvPr>
        </p:nvGraphicFramePr>
        <p:xfrm>
          <a:off x="3438525" y="2651125"/>
          <a:ext cx="152400" cy="241300"/>
        </p:xfrm>
        <a:graphic>
          <a:graphicData uri="http://schemas.openxmlformats.org/presentationml/2006/ole">
            <mc:AlternateContent xmlns:mc="http://schemas.openxmlformats.org/markup-compatibility/2006">
              <mc:Choice xmlns:v="urn:schemas-microsoft-com:vml" Requires="v">
                <p:oleObj spid="_x0000_s2163" name="Equation" r:id="rId13" imgW="152280" imgH="241200" progId="Equation.DSMT4">
                  <p:embed/>
                </p:oleObj>
              </mc:Choice>
              <mc:Fallback>
                <p:oleObj name="Equation" r:id="rId13" imgW="152280" imgH="241200" progId="Equation.DSMT4">
                  <p:embed/>
                  <p:pic>
                    <p:nvPicPr>
                      <p:cNvPr id="0" name=""/>
                      <p:cNvPicPr/>
                      <p:nvPr/>
                    </p:nvPicPr>
                    <p:blipFill>
                      <a:blip r:embed="rId14"/>
                      <a:stretch>
                        <a:fillRect/>
                      </a:stretch>
                    </p:blipFill>
                    <p:spPr>
                      <a:xfrm>
                        <a:off x="3438525" y="2651125"/>
                        <a:ext cx="152400" cy="241300"/>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6A3CCB13-1D81-4F9F-A662-95A85F6EE553}"/>
              </a:ext>
            </a:extLst>
          </p:cNvPr>
          <p:cNvGraphicFramePr>
            <a:graphicFrameLocks noChangeAspect="1"/>
          </p:cNvGraphicFramePr>
          <p:nvPr>
            <p:extLst>
              <p:ext uri="{D42A27DB-BD31-4B8C-83A1-F6EECF244321}">
                <p14:modId xmlns:p14="http://schemas.microsoft.com/office/powerpoint/2010/main" val="3974074899"/>
              </p:ext>
            </p:extLst>
          </p:nvPr>
        </p:nvGraphicFramePr>
        <p:xfrm>
          <a:off x="898525" y="3032125"/>
          <a:ext cx="1689100" cy="241300"/>
        </p:xfrm>
        <a:graphic>
          <a:graphicData uri="http://schemas.openxmlformats.org/presentationml/2006/ole">
            <mc:AlternateContent xmlns:mc="http://schemas.openxmlformats.org/markup-compatibility/2006">
              <mc:Choice xmlns:v="urn:schemas-microsoft-com:vml" Requires="v">
                <p:oleObj spid="_x0000_s2164" name="Equation" r:id="rId15" imgW="1688760" imgH="241200" progId="Equation.DSMT4">
                  <p:embed/>
                </p:oleObj>
              </mc:Choice>
              <mc:Fallback>
                <p:oleObj name="Equation" r:id="rId15" imgW="1688760" imgH="241200" progId="Equation.DSMT4">
                  <p:embed/>
                  <p:pic>
                    <p:nvPicPr>
                      <p:cNvPr id="0" name=""/>
                      <p:cNvPicPr/>
                      <p:nvPr/>
                    </p:nvPicPr>
                    <p:blipFill>
                      <a:blip r:embed="rId16"/>
                      <a:stretch>
                        <a:fillRect/>
                      </a:stretch>
                    </p:blipFill>
                    <p:spPr>
                      <a:xfrm>
                        <a:off x="898525" y="3032125"/>
                        <a:ext cx="1689100" cy="241300"/>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180FB5DF-EF23-4FDE-8731-ACC9158FF8DE}"/>
              </a:ext>
            </a:extLst>
          </p:cNvPr>
          <p:cNvGraphicFramePr>
            <a:graphicFrameLocks noChangeAspect="1"/>
          </p:cNvGraphicFramePr>
          <p:nvPr>
            <p:extLst>
              <p:ext uri="{D42A27DB-BD31-4B8C-83A1-F6EECF244321}">
                <p14:modId xmlns:p14="http://schemas.microsoft.com/office/powerpoint/2010/main" val="2178589859"/>
              </p:ext>
            </p:extLst>
          </p:nvPr>
        </p:nvGraphicFramePr>
        <p:xfrm>
          <a:off x="3448050" y="3041650"/>
          <a:ext cx="152400" cy="241300"/>
        </p:xfrm>
        <a:graphic>
          <a:graphicData uri="http://schemas.openxmlformats.org/presentationml/2006/ole">
            <mc:AlternateContent xmlns:mc="http://schemas.openxmlformats.org/markup-compatibility/2006">
              <mc:Choice xmlns:v="urn:schemas-microsoft-com:vml" Requires="v">
                <p:oleObj spid="_x0000_s2165" name="Equation" r:id="rId17" imgW="152280" imgH="241200" progId="Equation.DSMT4">
                  <p:embed/>
                </p:oleObj>
              </mc:Choice>
              <mc:Fallback>
                <p:oleObj name="Equation" r:id="rId17" imgW="152280" imgH="241200" progId="Equation.DSMT4">
                  <p:embed/>
                  <p:pic>
                    <p:nvPicPr>
                      <p:cNvPr id="0" name=""/>
                      <p:cNvPicPr/>
                      <p:nvPr/>
                    </p:nvPicPr>
                    <p:blipFill>
                      <a:blip r:embed="rId18"/>
                      <a:stretch>
                        <a:fillRect/>
                      </a:stretch>
                    </p:blipFill>
                    <p:spPr>
                      <a:xfrm>
                        <a:off x="3448050" y="3041650"/>
                        <a:ext cx="152400" cy="241300"/>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69301A48-BF99-43F3-A386-553C7A3CB620}"/>
              </a:ext>
            </a:extLst>
          </p:cNvPr>
          <p:cNvGraphicFramePr>
            <a:graphicFrameLocks noChangeAspect="1"/>
          </p:cNvGraphicFramePr>
          <p:nvPr>
            <p:extLst>
              <p:ext uri="{D42A27DB-BD31-4B8C-83A1-F6EECF244321}">
                <p14:modId xmlns:p14="http://schemas.microsoft.com/office/powerpoint/2010/main" val="746948699"/>
              </p:ext>
            </p:extLst>
          </p:nvPr>
        </p:nvGraphicFramePr>
        <p:xfrm>
          <a:off x="879475" y="3402013"/>
          <a:ext cx="1689100" cy="241300"/>
        </p:xfrm>
        <a:graphic>
          <a:graphicData uri="http://schemas.openxmlformats.org/presentationml/2006/ole">
            <mc:AlternateContent xmlns:mc="http://schemas.openxmlformats.org/markup-compatibility/2006">
              <mc:Choice xmlns:v="urn:schemas-microsoft-com:vml" Requires="v">
                <p:oleObj spid="_x0000_s2166" name="Equation" r:id="rId19" imgW="1688760" imgH="241200" progId="Equation.DSMT4">
                  <p:embed/>
                </p:oleObj>
              </mc:Choice>
              <mc:Fallback>
                <p:oleObj name="Equation" r:id="rId19" imgW="1688760" imgH="241200" progId="Equation.DSMT4">
                  <p:embed/>
                  <p:pic>
                    <p:nvPicPr>
                      <p:cNvPr id="0" name=""/>
                      <p:cNvPicPr/>
                      <p:nvPr/>
                    </p:nvPicPr>
                    <p:blipFill>
                      <a:blip r:embed="rId20"/>
                      <a:stretch>
                        <a:fillRect/>
                      </a:stretch>
                    </p:blipFill>
                    <p:spPr>
                      <a:xfrm>
                        <a:off x="879475" y="3402013"/>
                        <a:ext cx="1689100" cy="241300"/>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46C43A65-4D9B-452F-959D-11098335EA38}"/>
              </a:ext>
            </a:extLst>
          </p:cNvPr>
          <p:cNvGraphicFramePr>
            <a:graphicFrameLocks noChangeAspect="1"/>
          </p:cNvGraphicFramePr>
          <p:nvPr>
            <p:extLst>
              <p:ext uri="{D42A27DB-BD31-4B8C-83A1-F6EECF244321}">
                <p14:modId xmlns:p14="http://schemas.microsoft.com/office/powerpoint/2010/main" val="1608382065"/>
              </p:ext>
            </p:extLst>
          </p:nvPr>
        </p:nvGraphicFramePr>
        <p:xfrm>
          <a:off x="3422650" y="3417888"/>
          <a:ext cx="165100" cy="228600"/>
        </p:xfrm>
        <a:graphic>
          <a:graphicData uri="http://schemas.openxmlformats.org/presentationml/2006/ole">
            <mc:AlternateContent xmlns:mc="http://schemas.openxmlformats.org/markup-compatibility/2006">
              <mc:Choice xmlns:v="urn:schemas-microsoft-com:vml" Requires="v">
                <p:oleObj spid="_x0000_s2167" name="Equation" r:id="rId21" imgW="164880" imgH="228600" progId="Equation.DSMT4">
                  <p:embed/>
                </p:oleObj>
              </mc:Choice>
              <mc:Fallback>
                <p:oleObj name="Equation" r:id="rId21" imgW="164880" imgH="228600" progId="Equation.DSMT4">
                  <p:embed/>
                  <p:pic>
                    <p:nvPicPr>
                      <p:cNvPr id="0" name=""/>
                      <p:cNvPicPr/>
                      <p:nvPr/>
                    </p:nvPicPr>
                    <p:blipFill>
                      <a:blip r:embed="rId22"/>
                      <a:stretch>
                        <a:fillRect/>
                      </a:stretch>
                    </p:blipFill>
                    <p:spPr>
                      <a:xfrm>
                        <a:off x="3422650" y="3417888"/>
                        <a:ext cx="165100" cy="228600"/>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C64FB7A4-257D-4AD0-92D5-D3DC412FE7E6}"/>
              </a:ext>
            </a:extLst>
          </p:cNvPr>
          <p:cNvGraphicFramePr>
            <a:graphicFrameLocks noChangeAspect="1"/>
          </p:cNvGraphicFramePr>
          <p:nvPr>
            <p:extLst>
              <p:ext uri="{D42A27DB-BD31-4B8C-83A1-F6EECF244321}">
                <p14:modId xmlns:p14="http://schemas.microsoft.com/office/powerpoint/2010/main" val="1964560530"/>
              </p:ext>
            </p:extLst>
          </p:nvPr>
        </p:nvGraphicFramePr>
        <p:xfrm>
          <a:off x="850900" y="3763963"/>
          <a:ext cx="1803400" cy="241300"/>
        </p:xfrm>
        <a:graphic>
          <a:graphicData uri="http://schemas.openxmlformats.org/presentationml/2006/ole">
            <mc:AlternateContent xmlns:mc="http://schemas.openxmlformats.org/markup-compatibility/2006">
              <mc:Choice xmlns:v="urn:schemas-microsoft-com:vml" Requires="v">
                <p:oleObj spid="_x0000_s2168" name="Equation" r:id="rId23" imgW="1803240" imgH="241200" progId="Equation.DSMT4">
                  <p:embed/>
                </p:oleObj>
              </mc:Choice>
              <mc:Fallback>
                <p:oleObj name="Equation" r:id="rId23" imgW="1803240" imgH="241200" progId="Equation.DSMT4">
                  <p:embed/>
                  <p:pic>
                    <p:nvPicPr>
                      <p:cNvPr id="0" name=""/>
                      <p:cNvPicPr/>
                      <p:nvPr/>
                    </p:nvPicPr>
                    <p:blipFill>
                      <a:blip r:embed="rId24"/>
                      <a:stretch>
                        <a:fillRect/>
                      </a:stretch>
                    </p:blipFill>
                    <p:spPr>
                      <a:xfrm>
                        <a:off x="850900" y="3763963"/>
                        <a:ext cx="1803400" cy="241300"/>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CE53945E-47B8-45C0-ABD2-80DEE30DA382}"/>
              </a:ext>
            </a:extLst>
          </p:cNvPr>
          <p:cNvGraphicFramePr>
            <a:graphicFrameLocks noChangeAspect="1"/>
          </p:cNvGraphicFramePr>
          <p:nvPr>
            <p:extLst>
              <p:ext uri="{D42A27DB-BD31-4B8C-83A1-F6EECF244321}">
                <p14:modId xmlns:p14="http://schemas.microsoft.com/office/powerpoint/2010/main" val="891891088"/>
              </p:ext>
            </p:extLst>
          </p:nvPr>
        </p:nvGraphicFramePr>
        <p:xfrm>
          <a:off x="3465513" y="3781425"/>
          <a:ext cx="114300" cy="200025"/>
        </p:xfrm>
        <a:graphic>
          <a:graphicData uri="http://schemas.openxmlformats.org/presentationml/2006/ole">
            <mc:AlternateContent xmlns:mc="http://schemas.openxmlformats.org/markup-compatibility/2006">
              <mc:Choice xmlns:v="urn:schemas-microsoft-com:vml" Requires="v">
                <p:oleObj spid="_x0000_s2169" name="Equation" r:id="rId25" imgW="114120" imgH="228600" progId="Equation.DSMT4">
                  <p:embed/>
                </p:oleObj>
              </mc:Choice>
              <mc:Fallback>
                <p:oleObj name="Equation" r:id="rId25" imgW="114120" imgH="228600" progId="Equation.DSMT4">
                  <p:embed/>
                  <p:pic>
                    <p:nvPicPr>
                      <p:cNvPr id="0" name=""/>
                      <p:cNvPicPr/>
                      <p:nvPr/>
                    </p:nvPicPr>
                    <p:blipFill>
                      <a:blip r:embed="rId26"/>
                      <a:stretch>
                        <a:fillRect/>
                      </a:stretch>
                    </p:blipFill>
                    <p:spPr>
                      <a:xfrm>
                        <a:off x="3465513" y="3781425"/>
                        <a:ext cx="114300" cy="200025"/>
                      </a:xfrm>
                      <a:prstGeom prst="rect">
                        <a:avLst/>
                      </a:prstGeom>
                    </p:spPr>
                  </p:pic>
                </p:oleObj>
              </mc:Fallback>
            </mc:AlternateContent>
          </a:graphicData>
        </a:graphic>
      </p:graphicFrame>
      <p:pic>
        <p:nvPicPr>
          <p:cNvPr id="8" name="Picture 7" descr="Bar graph showing the price of computers with the categories as ranges of amounts and the frequency of purchase.">
            <a:extLst>
              <a:ext uri="{FF2B5EF4-FFF2-40B4-BE49-F238E27FC236}">
                <a16:creationId xmlns:a16="http://schemas.microsoft.com/office/drawing/2014/main" id="{B96A3E09-DA71-4C99-BC7F-1E326E817190}"/>
              </a:ext>
            </a:extLst>
          </p:cNvPr>
          <p:cNvPicPr>
            <a:picLocks noChangeAspect="1"/>
          </p:cNvPicPr>
          <p:nvPr/>
        </p:nvPicPr>
        <p:blipFill>
          <a:blip r:embed="rId27"/>
          <a:stretch>
            <a:fillRect/>
          </a:stretch>
        </p:blipFill>
        <p:spPr>
          <a:xfrm>
            <a:off x="4591050" y="1691565"/>
            <a:ext cx="3536995" cy="3612571"/>
          </a:xfrm>
          <a:prstGeom prst="rect">
            <a:avLst/>
          </a:prstGeom>
        </p:spPr>
      </p:pic>
      <p:sp>
        <p:nvSpPr>
          <p:cNvPr id="4" name="Text Placeholder 3">
            <a:extLst>
              <a:ext uri="{FF2B5EF4-FFF2-40B4-BE49-F238E27FC236}">
                <a16:creationId xmlns:a16="http://schemas.microsoft.com/office/drawing/2014/main" id="{049E2175-B44B-4E88-B88B-B22B87A356E0}"/>
              </a:ext>
            </a:extLst>
          </p:cNvPr>
          <p:cNvSpPr>
            <a:spLocks noGrp="1"/>
          </p:cNvSpPr>
          <p:nvPr>
            <p:ph type="body" sz="quarter" idx="12"/>
          </p:nvPr>
        </p:nvSpPr>
        <p:spPr>
          <a:xfrm>
            <a:off x="2971268" y="6324600"/>
            <a:ext cx="3201464" cy="190500"/>
          </a:xfrm>
        </p:spPr>
        <p:txBody>
          <a:bodyPr/>
          <a:lstStyle/>
          <a:p>
            <a:r>
              <a:rPr lang="en-IN" sz="1200" dirty="0">
                <a:hlinkClick r:id="rId28" action="ppaction://hlinksldjump"/>
              </a:rPr>
              <a:t>Access the text alternative for these images</a:t>
            </a:r>
            <a:endParaRPr lang="en-IN" sz="1200" dirty="0"/>
          </a:p>
        </p:txBody>
      </p:sp>
      <p:sp>
        <p:nvSpPr>
          <p:cNvPr id="6" name="Slide Number Placeholder 5">
            <a:extLst>
              <a:ext uri="{FF2B5EF4-FFF2-40B4-BE49-F238E27FC236}">
                <a16:creationId xmlns:a16="http://schemas.microsoft.com/office/drawing/2014/main" id="{D484134F-9627-4B31-B7E4-6610F5F238CD}"/>
              </a:ext>
            </a:extLst>
          </p:cNvPr>
          <p:cNvSpPr>
            <a:spLocks noGrp="1"/>
          </p:cNvSpPr>
          <p:nvPr>
            <p:ph type="sldNum" sz="quarter" idx="4"/>
          </p:nvPr>
        </p:nvSpPr>
        <p:spPr/>
        <p:txBody>
          <a:bodyPr/>
          <a:lstStyle/>
          <a:p>
            <a:fld id="{68151E55-6873-49E2-B8D5-2F265E6F1973}" type="slidenum">
              <a:rPr lang="en-US" smtClean="0"/>
              <a:pPr/>
              <a:t>5</a:t>
            </a:fld>
            <a:endParaRPr lang="en-US" dirty="0"/>
          </a:p>
        </p:txBody>
      </p:sp>
    </p:spTree>
    <p:extLst>
      <p:ext uri="{BB962C8B-B14F-4D97-AF65-F5344CB8AC3E}">
        <p14:creationId xmlns:p14="http://schemas.microsoft.com/office/powerpoint/2010/main" val="1757888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1B0F1-ECD9-4037-BF92-F150D2EEB5B5}"/>
              </a:ext>
            </a:extLst>
          </p:cNvPr>
          <p:cNvSpPr>
            <a:spLocks noGrp="1"/>
          </p:cNvSpPr>
          <p:nvPr>
            <p:ph type="title"/>
          </p:nvPr>
        </p:nvSpPr>
        <p:spPr/>
        <p:txBody>
          <a:bodyPr/>
          <a:lstStyle/>
          <a:p>
            <a:r>
              <a:rPr lang="en-US" dirty="0"/>
              <a:t>Line Graph</a:t>
            </a:r>
            <a:endParaRPr lang="en-US" sz="1000" b="0" dirty="0"/>
          </a:p>
        </p:txBody>
      </p:sp>
      <p:sp>
        <p:nvSpPr>
          <p:cNvPr id="3" name="Content Placeholder 2">
            <a:extLst>
              <a:ext uri="{FF2B5EF4-FFF2-40B4-BE49-F238E27FC236}">
                <a16:creationId xmlns:a16="http://schemas.microsoft.com/office/drawing/2014/main" id="{5E784866-FE10-4D26-8112-49862308A515}"/>
              </a:ext>
            </a:extLst>
          </p:cNvPr>
          <p:cNvSpPr>
            <a:spLocks noGrp="1"/>
          </p:cNvSpPr>
          <p:nvPr>
            <p:ph sz="quarter" idx="11"/>
          </p:nvPr>
        </p:nvSpPr>
        <p:spPr>
          <a:xfrm>
            <a:off x="342900" y="1276709"/>
            <a:ext cx="8458200" cy="435977"/>
          </a:xfrm>
        </p:spPr>
        <p:txBody>
          <a:bodyPr/>
          <a:lstStyle/>
          <a:p>
            <a:pPr algn="ctr"/>
            <a:r>
              <a:rPr lang="en-IN" sz="2000" dirty="0"/>
              <a:t>Shows a trend over a period of time.</a:t>
            </a:r>
          </a:p>
        </p:txBody>
      </p:sp>
      <p:pic>
        <p:nvPicPr>
          <p:cNvPr id="5" name="Picture 4" descr="A screenshot of a tablet screen features a line graph on aging America. It plots the percentage of the U.S. population aged 65 and older versus year.">
            <a:extLst>
              <a:ext uri="{FF2B5EF4-FFF2-40B4-BE49-F238E27FC236}">
                <a16:creationId xmlns:a16="http://schemas.microsoft.com/office/drawing/2014/main" id="{03FB90C2-64D7-4D04-8F8A-62434838505B}"/>
              </a:ext>
            </a:extLst>
          </p:cNvPr>
          <p:cNvPicPr>
            <a:picLocks noChangeAspect="1"/>
          </p:cNvPicPr>
          <p:nvPr/>
        </p:nvPicPr>
        <p:blipFill>
          <a:blip r:embed="rId2"/>
          <a:stretch>
            <a:fillRect/>
          </a:stretch>
        </p:blipFill>
        <p:spPr>
          <a:xfrm>
            <a:off x="3364436" y="1988649"/>
            <a:ext cx="2415126" cy="3819533"/>
          </a:xfrm>
          <a:prstGeom prst="rect">
            <a:avLst/>
          </a:prstGeom>
        </p:spPr>
      </p:pic>
      <p:sp>
        <p:nvSpPr>
          <p:cNvPr id="4" name="Text Placeholder 3">
            <a:extLst>
              <a:ext uri="{FF2B5EF4-FFF2-40B4-BE49-F238E27FC236}">
                <a16:creationId xmlns:a16="http://schemas.microsoft.com/office/drawing/2014/main" id="{049E2175-B44B-4E88-B88B-B22B87A356E0}"/>
              </a:ext>
            </a:extLst>
          </p:cNvPr>
          <p:cNvSpPr>
            <a:spLocks noGrp="1"/>
          </p:cNvSpPr>
          <p:nvPr>
            <p:ph type="body" sz="quarter" idx="12"/>
          </p:nvPr>
        </p:nvSpPr>
        <p:spPr>
          <a:xfrm>
            <a:off x="2971268" y="6324600"/>
            <a:ext cx="3201464" cy="190500"/>
          </a:xfrm>
        </p:spPr>
        <p:txBody>
          <a:bodyPr/>
          <a:lstStyle/>
          <a:p>
            <a:r>
              <a:rPr lang="en-IN" sz="1200" dirty="0">
                <a:hlinkClick r:id="rId3" action="ppaction://hlinksldjump"/>
              </a:rPr>
              <a:t>Access the text alternative for these images</a:t>
            </a:r>
            <a:endParaRPr lang="en-IN" sz="1200" dirty="0"/>
          </a:p>
        </p:txBody>
      </p:sp>
      <p:sp>
        <p:nvSpPr>
          <p:cNvPr id="6" name="Slide Number Placeholder 5">
            <a:extLst>
              <a:ext uri="{FF2B5EF4-FFF2-40B4-BE49-F238E27FC236}">
                <a16:creationId xmlns:a16="http://schemas.microsoft.com/office/drawing/2014/main" id="{D484134F-9627-4B31-B7E4-6610F5F238CD}"/>
              </a:ext>
            </a:extLst>
          </p:cNvPr>
          <p:cNvSpPr>
            <a:spLocks noGrp="1"/>
          </p:cNvSpPr>
          <p:nvPr>
            <p:ph type="sldNum" sz="quarter" idx="4"/>
          </p:nvPr>
        </p:nvSpPr>
        <p:spPr/>
        <p:txBody>
          <a:bodyPr/>
          <a:lstStyle/>
          <a:p>
            <a:fld id="{68151E55-6873-49E2-B8D5-2F265E6F1973}" type="slidenum">
              <a:rPr lang="en-US" smtClean="0"/>
              <a:pPr/>
              <a:t>6</a:t>
            </a:fld>
            <a:endParaRPr lang="en-US" dirty="0"/>
          </a:p>
        </p:txBody>
      </p:sp>
    </p:spTree>
    <p:extLst>
      <p:ext uri="{BB962C8B-B14F-4D97-AF65-F5344CB8AC3E}">
        <p14:creationId xmlns:p14="http://schemas.microsoft.com/office/powerpoint/2010/main" val="9095724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1B0F1-ECD9-4037-BF92-F150D2EEB5B5}"/>
              </a:ext>
            </a:extLst>
          </p:cNvPr>
          <p:cNvSpPr>
            <a:spLocks noGrp="1"/>
          </p:cNvSpPr>
          <p:nvPr>
            <p:ph type="title"/>
          </p:nvPr>
        </p:nvSpPr>
        <p:spPr/>
        <p:txBody>
          <a:bodyPr/>
          <a:lstStyle/>
          <a:p>
            <a:r>
              <a:rPr lang="en-US" dirty="0"/>
              <a:t>Circle Graph (pie chart)</a:t>
            </a:r>
            <a:endParaRPr lang="en-US" sz="1000" b="0" dirty="0"/>
          </a:p>
        </p:txBody>
      </p:sp>
      <p:sp>
        <p:nvSpPr>
          <p:cNvPr id="3" name="Content Placeholder 2">
            <a:extLst>
              <a:ext uri="{FF2B5EF4-FFF2-40B4-BE49-F238E27FC236}">
                <a16:creationId xmlns:a16="http://schemas.microsoft.com/office/drawing/2014/main" id="{5E784866-FE10-4D26-8112-49862308A515}"/>
              </a:ext>
            </a:extLst>
          </p:cNvPr>
          <p:cNvSpPr>
            <a:spLocks noGrp="1"/>
          </p:cNvSpPr>
          <p:nvPr>
            <p:ph sz="quarter" idx="11"/>
          </p:nvPr>
        </p:nvSpPr>
        <p:spPr>
          <a:xfrm>
            <a:off x="342900" y="1276709"/>
            <a:ext cx="8458200" cy="856891"/>
          </a:xfrm>
        </p:spPr>
        <p:txBody>
          <a:bodyPr/>
          <a:lstStyle/>
          <a:p>
            <a:pPr algn="ctr"/>
            <a:r>
              <a:rPr lang="en-IN" sz="2000" dirty="0"/>
              <a:t>Helpful in showing the relationship between parts to a whole.</a:t>
            </a:r>
          </a:p>
          <a:p>
            <a:pPr algn="ctr"/>
            <a:r>
              <a:rPr lang="en-IN" sz="2000" dirty="0"/>
              <a:t>The entire circle represents 100%, or 360°.</a:t>
            </a:r>
          </a:p>
        </p:txBody>
      </p:sp>
      <p:pic>
        <p:nvPicPr>
          <p:cNvPr id="7" name="Picture 6" descr="Article entitled &quot;An Enduring Challenge.&quot; Here are two reasons environmental pressures aren't likely to fade anytime soon.">
            <a:extLst>
              <a:ext uri="{FF2B5EF4-FFF2-40B4-BE49-F238E27FC236}">
                <a16:creationId xmlns:a16="http://schemas.microsoft.com/office/drawing/2014/main" id="{17E0423C-89F3-4BDC-9C43-77C08E5048F5}"/>
              </a:ext>
            </a:extLst>
          </p:cNvPr>
          <p:cNvPicPr>
            <a:picLocks noChangeAspect="1"/>
          </p:cNvPicPr>
          <p:nvPr/>
        </p:nvPicPr>
        <p:blipFill>
          <a:blip r:embed="rId2"/>
          <a:stretch>
            <a:fillRect/>
          </a:stretch>
        </p:blipFill>
        <p:spPr>
          <a:xfrm>
            <a:off x="3032981" y="2532057"/>
            <a:ext cx="3078037" cy="3394086"/>
          </a:xfrm>
          <a:prstGeom prst="rect">
            <a:avLst/>
          </a:prstGeom>
        </p:spPr>
      </p:pic>
      <p:sp>
        <p:nvSpPr>
          <p:cNvPr id="4" name="Text Placeholder 3">
            <a:extLst>
              <a:ext uri="{FF2B5EF4-FFF2-40B4-BE49-F238E27FC236}">
                <a16:creationId xmlns:a16="http://schemas.microsoft.com/office/drawing/2014/main" id="{049E2175-B44B-4E88-B88B-B22B87A356E0}"/>
              </a:ext>
            </a:extLst>
          </p:cNvPr>
          <p:cNvSpPr>
            <a:spLocks noGrp="1"/>
          </p:cNvSpPr>
          <p:nvPr>
            <p:ph type="body" sz="quarter" idx="12"/>
          </p:nvPr>
        </p:nvSpPr>
        <p:spPr>
          <a:xfrm>
            <a:off x="2971268" y="6324600"/>
            <a:ext cx="3201464" cy="190500"/>
          </a:xfrm>
        </p:spPr>
        <p:txBody>
          <a:bodyPr/>
          <a:lstStyle/>
          <a:p>
            <a:r>
              <a:rPr lang="en-IN" sz="1200" dirty="0">
                <a:hlinkClick r:id="rId3" action="ppaction://hlinksldjump"/>
              </a:rPr>
              <a:t>Access the text alternative for these images</a:t>
            </a:r>
            <a:endParaRPr lang="en-IN" sz="1200" dirty="0"/>
          </a:p>
        </p:txBody>
      </p:sp>
      <p:sp>
        <p:nvSpPr>
          <p:cNvPr id="6" name="Slide Number Placeholder 5">
            <a:extLst>
              <a:ext uri="{FF2B5EF4-FFF2-40B4-BE49-F238E27FC236}">
                <a16:creationId xmlns:a16="http://schemas.microsoft.com/office/drawing/2014/main" id="{D484134F-9627-4B31-B7E4-6610F5F238CD}"/>
              </a:ext>
            </a:extLst>
          </p:cNvPr>
          <p:cNvSpPr>
            <a:spLocks noGrp="1"/>
          </p:cNvSpPr>
          <p:nvPr>
            <p:ph type="sldNum" sz="quarter" idx="4"/>
          </p:nvPr>
        </p:nvSpPr>
        <p:spPr/>
        <p:txBody>
          <a:bodyPr/>
          <a:lstStyle/>
          <a:p>
            <a:fld id="{68151E55-6873-49E2-B8D5-2F265E6F1973}" type="slidenum">
              <a:rPr lang="en-US" smtClean="0"/>
              <a:pPr/>
              <a:t>7</a:t>
            </a:fld>
            <a:endParaRPr lang="en-US" dirty="0"/>
          </a:p>
        </p:txBody>
      </p:sp>
    </p:spTree>
    <p:extLst>
      <p:ext uri="{BB962C8B-B14F-4D97-AF65-F5344CB8AC3E}">
        <p14:creationId xmlns:p14="http://schemas.microsoft.com/office/powerpoint/2010/main" val="35570306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26EA9-FADD-46B6-AE84-7E3D5B04A595}"/>
              </a:ext>
            </a:extLst>
          </p:cNvPr>
          <p:cNvSpPr>
            <a:spLocks noGrp="1"/>
          </p:cNvSpPr>
          <p:nvPr>
            <p:ph type="title"/>
          </p:nvPr>
        </p:nvSpPr>
        <p:spPr/>
        <p:txBody>
          <a:bodyPr>
            <a:normAutofit/>
          </a:bodyPr>
          <a:lstStyle/>
          <a:p>
            <a:r>
              <a:rPr lang="en-US" sz="3600" dirty="0"/>
              <a:t>Index Numbers</a:t>
            </a:r>
          </a:p>
        </p:txBody>
      </p:sp>
      <p:sp>
        <p:nvSpPr>
          <p:cNvPr id="3" name="Content Placeholder 2">
            <a:extLst>
              <a:ext uri="{FF2B5EF4-FFF2-40B4-BE49-F238E27FC236}">
                <a16:creationId xmlns:a16="http://schemas.microsoft.com/office/drawing/2014/main" id="{852B36FA-8D59-4AAB-96B0-CC3474749EAF}"/>
              </a:ext>
            </a:extLst>
          </p:cNvPr>
          <p:cNvSpPr>
            <a:spLocks noGrp="1"/>
          </p:cNvSpPr>
          <p:nvPr>
            <p:ph sz="quarter" idx="11"/>
          </p:nvPr>
        </p:nvSpPr>
        <p:spPr>
          <a:xfrm>
            <a:off x="342900" y="1276709"/>
            <a:ext cx="8458200" cy="1277805"/>
          </a:xfrm>
        </p:spPr>
        <p:txBody>
          <a:bodyPr/>
          <a:lstStyle/>
          <a:p>
            <a:r>
              <a:rPr lang="en-IN" sz="2000" dirty="0"/>
              <a:t>Frequently used to make comparisons of a current price relative to a given year.</a:t>
            </a:r>
          </a:p>
          <a:p>
            <a:r>
              <a:rPr lang="en-IN" sz="2000" dirty="0"/>
              <a:t>Also used to estimate current prices at various geographic locations.</a:t>
            </a:r>
          </a:p>
        </p:txBody>
      </p:sp>
      <p:graphicFrame>
        <p:nvGraphicFramePr>
          <p:cNvPr id="8" name="Object 7">
            <a:extLst>
              <a:ext uri="{FF2B5EF4-FFF2-40B4-BE49-F238E27FC236}">
                <a16:creationId xmlns:a16="http://schemas.microsoft.com/office/drawing/2014/main" id="{FB25A172-D2CB-4C57-8077-AD238AC04D90}"/>
              </a:ext>
            </a:extLst>
          </p:cNvPr>
          <p:cNvGraphicFramePr>
            <a:graphicFrameLocks noChangeAspect="1"/>
          </p:cNvGraphicFramePr>
          <p:nvPr>
            <p:extLst>
              <p:ext uri="{D42A27DB-BD31-4B8C-83A1-F6EECF244321}">
                <p14:modId xmlns:p14="http://schemas.microsoft.com/office/powerpoint/2010/main" val="2546151606"/>
              </p:ext>
            </p:extLst>
          </p:nvPr>
        </p:nvGraphicFramePr>
        <p:xfrm>
          <a:off x="2439988" y="2768600"/>
          <a:ext cx="4038600" cy="660400"/>
        </p:xfrm>
        <a:graphic>
          <a:graphicData uri="http://schemas.openxmlformats.org/presentationml/2006/ole">
            <mc:AlternateContent xmlns:mc="http://schemas.openxmlformats.org/markup-compatibility/2006">
              <mc:Choice xmlns:v="urn:schemas-microsoft-com:vml" Requires="v">
                <p:oleObj spid="_x0000_s3092" name="Equation" r:id="rId3" imgW="4038480" imgH="660240" progId="Equation.DSMT4">
                  <p:embed/>
                </p:oleObj>
              </mc:Choice>
              <mc:Fallback>
                <p:oleObj name="Equation" r:id="rId3" imgW="4038480" imgH="660240" progId="Equation.DSMT4">
                  <p:embed/>
                  <p:pic>
                    <p:nvPicPr>
                      <p:cNvPr id="8" name="Object 7">
                        <a:extLst>
                          <a:ext uri="{FF2B5EF4-FFF2-40B4-BE49-F238E27FC236}">
                            <a16:creationId xmlns:a16="http://schemas.microsoft.com/office/drawing/2014/main" id="{FB25A172-D2CB-4C57-8077-AD238AC04D90}"/>
                          </a:ext>
                        </a:extLst>
                      </p:cNvPr>
                      <p:cNvPicPr/>
                      <p:nvPr/>
                    </p:nvPicPr>
                    <p:blipFill>
                      <a:blip r:embed="rId4"/>
                      <a:stretch>
                        <a:fillRect/>
                      </a:stretch>
                    </p:blipFill>
                    <p:spPr>
                      <a:xfrm>
                        <a:off x="2439988" y="2768600"/>
                        <a:ext cx="4038600" cy="660400"/>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FDC41865-78BB-4F94-B725-D6F8E809C919}"/>
              </a:ext>
            </a:extLst>
          </p:cNvPr>
          <p:cNvSpPr>
            <a:spLocks noGrp="1"/>
          </p:cNvSpPr>
          <p:nvPr>
            <p:ph sz="quarter" idx="14"/>
          </p:nvPr>
        </p:nvSpPr>
        <p:spPr>
          <a:xfrm>
            <a:off x="342900" y="3847046"/>
            <a:ext cx="8458200" cy="1203925"/>
          </a:xfrm>
        </p:spPr>
        <p:txBody>
          <a:bodyPr/>
          <a:lstStyle/>
          <a:p>
            <a:r>
              <a:rPr lang="en-US" sz="2000" b="1" i="1" dirty="0"/>
              <a:t>Example:</a:t>
            </a:r>
          </a:p>
          <a:p>
            <a:r>
              <a:rPr lang="en-IN" sz="2000" dirty="0"/>
              <a:t>A calculator may cost $9 today relative to a cost of $75 some 30 years ago. What is the relative price?</a:t>
            </a:r>
          </a:p>
        </p:txBody>
      </p:sp>
      <p:graphicFrame>
        <p:nvGraphicFramePr>
          <p:cNvPr id="9" name="Object 8">
            <a:extLst>
              <a:ext uri="{FF2B5EF4-FFF2-40B4-BE49-F238E27FC236}">
                <a16:creationId xmlns:a16="http://schemas.microsoft.com/office/drawing/2014/main" id="{40C35A8E-0BB9-47F5-A6BE-02EE2783436F}"/>
              </a:ext>
            </a:extLst>
          </p:cNvPr>
          <p:cNvGraphicFramePr>
            <a:graphicFrameLocks noChangeAspect="1"/>
          </p:cNvGraphicFramePr>
          <p:nvPr>
            <p:extLst>
              <p:ext uri="{D42A27DB-BD31-4B8C-83A1-F6EECF244321}">
                <p14:modId xmlns:p14="http://schemas.microsoft.com/office/powerpoint/2010/main" val="3253241961"/>
              </p:ext>
            </p:extLst>
          </p:nvPr>
        </p:nvGraphicFramePr>
        <p:xfrm>
          <a:off x="3206306" y="5208655"/>
          <a:ext cx="2812161" cy="783717"/>
        </p:xfrm>
        <a:graphic>
          <a:graphicData uri="http://schemas.openxmlformats.org/presentationml/2006/ole">
            <mc:AlternateContent xmlns:mc="http://schemas.openxmlformats.org/markup-compatibility/2006">
              <mc:Choice xmlns:v="urn:schemas-microsoft-com:vml" Requires="v">
                <p:oleObj spid="_x0000_s3093" name="Equation" r:id="rId5" imgW="2323800" imgH="647640" progId="Equation.DSMT4">
                  <p:embed/>
                </p:oleObj>
              </mc:Choice>
              <mc:Fallback>
                <p:oleObj name="Equation" r:id="rId5" imgW="2323800" imgH="647640" progId="Equation.DSMT4">
                  <p:embed/>
                  <p:pic>
                    <p:nvPicPr>
                      <p:cNvPr id="9" name="Object 8">
                        <a:extLst>
                          <a:ext uri="{FF2B5EF4-FFF2-40B4-BE49-F238E27FC236}">
                            <a16:creationId xmlns:a16="http://schemas.microsoft.com/office/drawing/2014/main" id="{40C35A8E-0BB9-47F5-A6BE-02EE2783436F}"/>
                          </a:ext>
                        </a:extLst>
                      </p:cNvPr>
                      <p:cNvPicPr/>
                      <p:nvPr/>
                    </p:nvPicPr>
                    <p:blipFill>
                      <a:blip r:embed="rId6"/>
                      <a:stretch>
                        <a:fillRect/>
                      </a:stretch>
                    </p:blipFill>
                    <p:spPr>
                      <a:xfrm>
                        <a:off x="3206306" y="5208655"/>
                        <a:ext cx="2812161" cy="783717"/>
                      </a:xfrm>
                      <a:prstGeom prst="rect">
                        <a:avLst/>
                      </a:prstGeom>
                    </p:spPr>
                  </p:pic>
                </p:oleObj>
              </mc:Fallback>
            </mc:AlternateContent>
          </a:graphicData>
        </a:graphic>
      </p:graphicFrame>
      <p:sp>
        <p:nvSpPr>
          <p:cNvPr id="7" name="Slide Number Placeholder 6">
            <a:extLst>
              <a:ext uri="{FF2B5EF4-FFF2-40B4-BE49-F238E27FC236}">
                <a16:creationId xmlns:a16="http://schemas.microsoft.com/office/drawing/2014/main" id="{6066E8E0-6E5B-4D9D-A366-367303137C16}"/>
              </a:ext>
            </a:extLst>
          </p:cNvPr>
          <p:cNvSpPr>
            <a:spLocks noGrp="1"/>
          </p:cNvSpPr>
          <p:nvPr>
            <p:ph type="sldNum" sz="quarter" idx="10"/>
          </p:nvPr>
        </p:nvSpPr>
        <p:spPr/>
        <p:txBody>
          <a:bodyPr/>
          <a:lstStyle/>
          <a:p>
            <a:fld id="{68151E55-6873-49E2-B8D5-2F265E6F1973}" type="slidenum">
              <a:rPr lang="en-US" smtClean="0"/>
              <a:t>8</a:t>
            </a:fld>
            <a:endParaRPr lang="en-US"/>
          </a:p>
        </p:txBody>
      </p:sp>
    </p:spTree>
    <p:extLst>
      <p:ext uri="{BB962C8B-B14F-4D97-AF65-F5344CB8AC3E}">
        <p14:creationId xmlns:p14="http://schemas.microsoft.com/office/powerpoint/2010/main" val="672186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ECF62-9892-4810-9209-AAD433993D23}"/>
              </a:ext>
            </a:extLst>
          </p:cNvPr>
          <p:cNvSpPr>
            <a:spLocks noGrp="1"/>
          </p:cNvSpPr>
          <p:nvPr>
            <p:ph type="title"/>
          </p:nvPr>
        </p:nvSpPr>
        <p:spPr/>
        <p:txBody>
          <a:bodyPr/>
          <a:lstStyle/>
          <a:p>
            <a:r>
              <a:rPr lang="en-US" dirty="0"/>
              <a:t>Terminology</a:t>
            </a:r>
          </a:p>
        </p:txBody>
      </p:sp>
      <p:sp>
        <p:nvSpPr>
          <p:cNvPr id="3" name="Content Placeholder 2">
            <a:extLst>
              <a:ext uri="{FF2B5EF4-FFF2-40B4-BE49-F238E27FC236}">
                <a16:creationId xmlns:a16="http://schemas.microsoft.com/office/drawing/2014/main" id="{B20C174A-A424-4BDC-B178-92CF93B96C90}"/>
              </a:ext>
            </a:extLst>
          </p:cNvPr>
          <p:cNvSpPr>
            <a:spLocks noGrp="1"/>
          </p:cNvSpPr>
          <p:nvPr>
            <p:ph sz="quarter" idx="11"/>
          </p:nvPr>
        </p:nvSpPr>
        <p:spPr/>
        <p:txBody>
          <a:bodyPr/>
          <a:lstStyle/>
          <a:p>
            <a:r>
              <a:rPr lang="en-US" b="1" dirty="0"/>
              <a:t>Mean</a:t>
            </a:r>
            <a:r>
              <a:rPr lang="en-US" dirty="0"/>
              <a:t> – An arithmetic average found by adding all of the data and dividing by the number of values.</a:t>
            </a:r>
            <a:endParaRPr lang="en-US" sz="2800" dirty="0"/>
          </a:p>
          <a:p>
            <a:r>
              <a:rPr lang="en-US" b="1" dirty="0"/>
              <a:t>Median</a:t>
            </a:r>
            <a:r>
              <a:rPr lang="en-US" dirty="0"/>
              <a:t> - A measurement that indicates the center of the data.</a:t>
            </a:r>
          </a:p>
          <a:p>
            <a:r>
              <a:rPr lang="en-US" b="1" dirty="0"/>
              <a:t>Mode</a:t>
            </a:r>
            <a:r>
              <a:rPr lang="en-US" dirty="0"/>
              <a:t> - The value that occurs most often.</a:t>
            </a:r>
          </a:p>
        </p:txBody>
      </p:sp>
      <p:sp>
        <p:nvSpPr>
          <p:cNvPr id="6" name="Slide Number Placeholder 5">
            <a:extLst>
              <a:ext uri="{FF2B5EF4-FFF2-40B4-BE49-F238E27FC236}">
                <a16:creationId xmlns:a16="http://schemas.microsoft.com/office/drawing/2014/main" id="{661FF251-F931-4DFA-8441-174C35B2A265}"/>
              </a:ext>
            </a:extLst>
          </p:cNvPr>
          <p:cNvSpPr>
            <a:spLocks noGrp="1"/>
          </p:cNvSpPr>
          <p:nvPr>
            <p:ph type="sldNum" sz="quarter" idx="4"/>
          </p:nvPr>
        </p:nvSpPr>
        <p:spPr/>
        <p:txBody>
          <a:bodyPr/>
          <a:lstStyle/>
          <a:p>
            <a:fld id="{68151E55-6873-49E2-B8D5-2F265E6F1973}" type="slidenum">
              <a:rPr lang="en-US" smtClean="0"/>
              <a:pPr/>
              <a:t>9</a:t>
            </a:fld>
            <a:endParaRPr lang="en-US" dirty="0"/>
          </a:p>
        </p:txBody>
      </p:sp>
    </p:spTree>
    <p:extLst>
      <p:ext uri="{BB962C8B-B14F-4D97-AF65-F5344CB8AC3E}">
        <p14:creationId xmlns:p14="http://schemas.microsoft.com/office/powerpoint/2010/main" val="38273594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31218-E951-4B67-A8CB-5524E0B15620}"/>
              </a:ext>
            </a:extLst>
          </p:cNvPr>
          <p:cNvSpPr>
            <a:spLocks noGrp="1"/>
          </p:cNvSpPr>
          <p:nvPr>
            <p:ph type="title"/>
          </p:nvPr>
        </p:nvSpPr>
        <p:spPr/>
        <p:txBody>
          <a:bodyPr>
            <a:normAutofit/>
          </a:bodyPr>
          <a:lstStyle/>
          <a:p>
            <a:r>
              <a:rPr lang="en-US" sz="3600" dirty="0"/>
              <a:t>Mean</a:t>
            </a:r>
          </a:p>
        </p:txBody>
      </p:sp>
      <p:graphicFrame>
        <p:nvGraphicFramePr>
          <p:cNvPr id="12" name="Object 11">
            <a:extLst>
              <a:ext uri="{FF2B5EF4-FFF2-40B4-BE49-F238E27FC236}">
                <a16:creationId xmlns:a16="http://schemas.microsoft.com/office/drawing/2014/main" id="{449DBC11-9546-42F4-93AC-BAF6BAD822E8}"/>
              </a:ext>
            </a:extLst>
          </p:cNvPr>
          <p:cNvGraphicFramePr>
            <a:graphicFrameLocks noChangeAspect="1"/>
          </p:cNvGraphicFramePr>
          <p:nvPr>
            <p:extLst>
              <p:ext uri="{D42A27DB-BD31-4B8C-83A1-F6EECF244321}">
                <p14:modId xmlns:p14="http://schemas.microsoft.com/office/powerpoint/2010/main" val="3728689182"/>
              </p:ext>
            </p:extLst>
          </p:nvPr>
        </p:nvGraphicFramePr>
        <p:xfrm>
          <a:off x="2943225" y="1546225"/>
          <a:ext cx="2794000" cy="609600"/>
        </p:xfrm>
        <a:graphic>
          <a:graphicData uri="http://schemas.openxmlformats.org/presentationml/2006/ole">
            <mc:AlternateContent xmlns:mc="http://schemas.openxmlformats.org/markup-compatibility/2006">
              <mc:Choice xmlns:v="urn:schemas-microsoft-com:vml" Requires="v">
                <p:oleObj spid="_x0000_s4116" name="Equation" r:id="rId3" imgW="2793960" imgH="609480" progId="Equation.DSMT4">
                  <p:embed/>
                </p:oleObj>
              </mc:Choice>
              <mc:Fallback>
                <p:oleObj name="Equation" r:id="rId3" imgW="2793960" imgH="609480" progId="Equation.DSMT4">
                  <p:embed/>
                  <p:pic>
                    <p:nvPicPr>
                      <p:cNvPr id="12" name="Object 11">
                        <a:extLst>
                          <a:ext uri="{FF2B5EF4-FFF2-40B4-BE49-F238E27FC236}">
                            <a16:creationId xmlns:a16="http://schemas.microsoft.com/office/drawing/2014/main" id="{449DBC11-9546-42F4-93AC-BAF6BAD822E8}"/>
                          </a:ext>
                        </a:extLst>
                      </p:cNvPr>
                      <p:cNvPicPr/>
                      <p:nvPr/>
                    </p:nvPicPr>
                    <p:blipFill>
                      <a:blip r:embed="rId4"/>
                      <a:stretch>
                        <a:fillRect/>
                      </a:stretch>
                    </p:blipFill>
                    <p:spPr>
                      <a:xfrm>
                        <a:off x="2943225" y="1546225"/>
                        <a:ext cx="2794000" cy="609600"/>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6BDBB560-FAE2-4CE8-8B2B-A7DB4F5A9482}"/>
              </a:ext>
            </a:extLst>
          </p:cNvPr>
          <p:cNvSpPr>
            <a:spLocks noGrp="1"/>
          </p:cNvSpPr>
          <p:nvPr>
            <p:ph sz="quarter" idx="11"/>
          </p:nvPr>
        </p:nvSpPr>
        <p:spPr>
          <a:xfrm>
            <a:off x="342900" y="2435982"/>
            <a:ext cx="8458200" cy="1831217"/>
          </a:xfrm>
        </p:spPr>
        <p:txBody>
          <a:bodyPr/>
          <a:lstStyle/>
          <a:p>
            <a:r>
              <a:rPr lang="en-US" sz="2000" b="1" i="1" dirty="0"/>
              <a:t>Example:</a:t>
            </a:r>
          </a:p>
          <a:p>
            <a:r>
              <a:rPr lang="en-US" sz="2000" dirty="0"/>
              <a:t>The accountant of Bill’s Sport Shop told Bill, the owner, that the average daily sales for the week were $150.14. The accountant stressed that $150.14 was an average and did not represent specific daily sales. Bill wanted to know how the accountant arrived at $150.14.</a:t>
            </a:r>
          </a:p>
        </p:txBody>
      </p:sp>
      <p:graphicFrame>
        <p:nvGraphicFramePr>
          <p:cNvPr id="13" name="Table 13">
            <a:extLst>
              <a:ext uri="{FF2B5EF4-FFF2-40B4-BE49-F238E27FC236}">
                <a16:creationId xmlns:a16="http://schemas.microsoft.com/office/drawing/2014/main" id="{09F6881D-6003-4A68-95E6-F6E48B677154}"/>
              </a:ext>
            </a:extLst>
          </p:cNvPr>
          <p:cNvGraphicFramePr>
            <a:graphicFrameLocks noGrp="1"/>
          </p:cNvGraphicFramePr>
          <p:nvPr/>
        </p:nvGraphicFramePr>
        <p:xfrm>
          <a:off x="342900" y="4509256"/>
          <a:ext cx="7416801" cy="741680"/>
        </p:xfrm>
        <a:graphic>
          <a:graphicData uri="http://schemas.openxmlformats.org/drawingml/2006/table">
            <a:tbl>
              <a:tblPr firstRow="1" bandRow="1">
                <a:tableStyleId>{5C22544A-7EE6-4342-B048-85BDC9FD1C3A}</a:tableStyleId>
              </a:tblPr>
              <a:tblGrid>
                <a:gridCol w="1059543">
                  <a:extLst>
                    <a:ext uri="{9D8B030D-6E8A-4147-A177-3AD203B41FA5}">
                      <a16:colId xmlns:a16="http://schemas.microsoft.com/office/drawing/2014/main" val="2556402407"/>
                    </a:ext>
                  </a:extLst>
                </a:gridCol>
                <a:gridCol w="1059543">
                  <a:extLst>
                    <a:ext uri="{9D8B030D-6E8A-4147-A177-3AD203B41FA5}">
                      <a16:colId xmlns:a16="http://schemas.microsoft.com/office/drawing/2014/main" val="2502678906"/>
                    </a:ext>
                  </a:extLst>
                </a:gridCol>
                <a:gridCol w="1059543">
                  <a:extLst>
                    <a:ext uri="{9D8B030D-6E8A-4147-A177-3AD203B41FA5}">
                      <a16:colId xmlns:a16="http://schemas.microsoft.com/office/drawing/2014/main" val="3742161856"/>
                    </a:ext>
                  </a:extLst>
                </a:gridCol>
                <a:gridCol w="1059543">
                  <a:extLst>
                    <a:ext uri="{9D8B030D-6E8A-4147-A177-3AD203B41FA5}">
                      <a16:colId xmlns:a16="http://schemas.microsoft.com/office/drawing/2014/main" val="4116546820"/>
                    </a:ext>
                  </a:extLst>
                </a:gridCol>
                <a:gridCol w="1059543">
                  <a:extLst>
                    <a:ext uri="{9D8B030D-6E8A-4147-A177-3AD203B41FA5}">
                      <a16:colId xmlns:a16="http://schemas.microsoft.com/office/drawing/2014/main" val="1383641233"/>
                    </a:ext>
                  </a:extLst>
                </a:gridCol>
                <a:gridCol w="1059543">
                  <a:extLst>
                    <a:ext uri="{9D8B030D-6E8A-4147-A177-3AD203B41FA5}">
                      <a16:colId xmlns:a16="http://schemas.microsoft.com/office/drawing/2014/main" val="3146676526"/>
                    </a:ext>
                  </a:extLst>
                </a:gridCol>
                <a:gridCol w="1059543">
                  <a:extLst>
                    <a:ext uri="{9D8B030D-6E8A-4147-A177-3AD203B41FA5}">
                      <a16:colId xmlns:a16="http://schemas.microsoft.com/office/drawing/2014/main" val="2167995623"/>
                    </a:ext>
                  </a:extLst>
                </a:gridCol>
              </a:tblGrid>
              <a:tr h="370840">
                <a:tc>
                  <a:txBody>
                    <a:bodyPr/>
                    <a:lstStyle/>
                    <a:p>
                      <a:pPr algn="ctr"/>
                      <a:r>
                        <a:rPr lang="en-US" dirty="0">
                          <a:solidFill>
                            <a:schemeClr val="tx1"/>
                          </a:solidFill>
                        </a:rPr>
                        <a:t>Sun. </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dirty="0">
                          <a:solidFill>
                            <a:schemeClr val="tx1"/>
                          </a:solidFill>
                        </a:rPr>
                        <a:t>Mon.</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dirty="0">
                          <a:solidFill>
                            <a:schemeClr val="tx1"/>
                          </a:solidFill>
                        </a:rPr>
                        <a:t>Tues.</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dirty="0">
                          <a:solidFill>
                            <a:schemeClr val="tx1"/>
                          </a:solidFill>
                        </a:rPr>
                        <a:t>Wed.</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dirty="0">
                          <a:solidFill>
                            <a:schemeClr val="tx1"/>
                          </a:solidFill>
                        </a:rPr>
                        <a:t>Thur.</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dirty="0">
                          <a:solidFill>
                            <a:schemeClr val="tx1"/>
                          </a:solidFill>
                        </a:rPr>
                        <a:t>Fri.</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dirty="0">
                          <a:solidFill>
                            <a:schemeClr val="tx1"/>
                          </a:solidFill>
                        </a:rPr>
                        <a:t>Sat. </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51687016"/>
                  </a:ext>
                </a:extLst>
              </a:tr>
              <a:tr h="370840">
                <a:tc>
                  <a:txBody>
                    <a:bodyPr/>
                    <a:lstStyle/>
                    <a:p>
                      <a:pPr algn="ctr"/>
                      <a:r>
                        <a:rPr lang="en-US" dirty="0">
                          <a:solidFill>
                            <a:schemeClr val="tx1"/>
                          </a:solidFill>
                        </a:rPr>
                        <a:t>$400</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dirty="0">
                          <a:solidFill>
                            <a:schemeClr val="tx1"/>
                          </a:solidFill>
                        </a:rPr>
                        <a:t>$100</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dirty="0">
                          <a:solidFill>
                            <a:schemeClr val="tx1"/>
                          </a:solidFill>
                        </a:rPr>
                        <a:t>$68</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dirty="0">
                          <a:solidFill>
                            <a:schemeClr val="tx1"/>
                          </a:solidFill>
                        </a:rPr>
                        <a:t>$115</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dirty="0">
                          <a:solidFill>
                            <a:schemeClr val="tx1"/>
                          </a:solidFill>
                        </a:rPr>
                        <a:t>$120</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dirty="0">
                          <a:solidFill>
                            <a:schemeClr val="tx1"/>
                          </a:solidFill>
                        </a:rPr>
                        <a:t>$68</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dirty="0">
                          <a:solidFill>
                            <a:schemeClr val="tx1"/>
                          </a:solidFill>
                        </a:rPr>
                        <a:t>$180</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83120446"/>
                  </a:ext>
                </a:extLst>
              </a:tr>
            </a:tbl>
          </a:graphicData>
        </a:graphic>
      </p:graphicFrame>
      <p:graphicFrame>
        <p:nvGraphicFramePr>
          <p:cNvPr id="15" name="Object 14">
            <a:extLst>
              <a:ext uri="{FF2B5EF4-FFF2-40B4-BE49-F238E27FC236}">
                <a16:creationId xmlns:a16="http://schemas.microsoft.com/office/drawing/2014/main" id="{D9DCCAD7-0976-4172-AF65-C846E00DF6D6}"/>
              </a:ext>
            </a:extLst>
          </p:cNvPr>
          <p:cNvGraphicFramePr>
            <a:graphicFrameLocks noChangeAspect="1"/>
          </p:cNvGraphicFramePr>
          <p:nvPr>
            <p:extLst>
              <p:ext uri="{D42A27DB-BD31-4B8C-83A1-F6EECF244321}">
                <p14:modId xmlns:p14="http://schemas.microsoft.com/office/powerpoint/2010/main" val="3066251172"/>
              </p:ext>
            </p:extLst>
          </p:nvPr>
        </p:nvGraphicFramePr>
        <p:xfrm>
          <a:off x="739775" y="5661025"/>
          <a:ext cx="7200900" cy="609600"/>
        </p:xfrm>
        <a:graphic>
          <a:graphicData uri="http://schemas.openxmlformats.org/presentationml/2006/ole">
            <mc:AlternateContent xmlns:mc="http://schemas.openxmlformats.org/markup-compatibility/2006">
              <mc:Choice xmlns:v="urn:schemas-microsoft-com:vml" Requires="v">
                <p:oleObj spid="_x0000_s4117" name="Equation" r:id="rId5" imgW="7200720" imgH="609480" progId="Equation.DSMT4">
                  <p:embed/>
                </p:oleObj>
              </mc:Choice>
              <mc:Fallback>
                <p:oleObj name="Equation" r:id="rId5" imgW="7200720" imgH="609480" progId="Equation.DSMT4">
                  <p:embed/>
                  <p:pic>
                    <p:nvPicPr>
                      <p:cNvPr id="15" name="Object 14">
                        <a:extLst>
                          <a:ext uri="{FF2B5EF4-FFF2-40B4-BE49-F238E27FC236}">
                            <a16:creationId xmlns:a16="http://schemas.microsoft.com/office/drawing/2014/main" id="{D9DCCAD7-0976-4172-AF65-C846E00DF6D6}"/>
                          </a:ext>
                        </a:extLst>
                      </p:cNvPr>
                      <p:cNvPicPr/>
                      <p:nvPr/>
                    </p:nvPicPr>
                    <p:blipFill>
                      <a:blip r:embed="rId6"/>
                      <a:stretch>
                        <a:fillRect/>
                      </a:stretch>
                    </p:blipFill>
                    <p:spPr>
                      <a:xfrm>
                        <a:off x="739775" y="5661025"/>
                        <a:ext cx="7200900" cy="609600"/>
                      </a:xfrm>
                      <a:prstGeom prst="rect">
                        <a:avLst/>
                      </a:prstGeom>
                    </p:spPr>
                  </p:pic>
                </p:oleObj>
              </mc:Fallback>
            </mc:AlternateContent>
          </a:graphicData>
        </a:graphic>
      </p:graphicFrame>
      <p:sp>
        <p:nvSpPr>
          <p:cNvPr id="11" name="Slide Number Placeholder 10">
            <a:extLst>
              <a:ext uri="{FF2B5EF4-FFF2-40B4-BE49-F238E27FC236}">
                <a16:creationId xmlns:a16="http://schemas.microsoft.com/office/drawing/2014/main" id="{F5498CEE-B760-4DC5-8BA1-62DF65142AA1}"/>
              </a:ext>
            </a:extLst>
          </p:cNvPr>
          <p:cNvSpPr>
            <a:spLocks noGrp="1"/>
          </p:cNvSpPr>
          <p:nvPr>
            <p:ph type="sldNum" sz="quarter" idx="10"/>
          </p:nvPr>
        </p:nvSpPr>
        <p:spPr/>
        <p:txBody>
          <a:bodyPr/>
          <a:lstStyle/>
          <a:p>
            <a:fld id="{68151E55-6873-49E2-B8D5-2F265E6F1973}" type="slidenum">
              <a:rPr lang="en-US" smtClean="0"/>
              <a:t>10</a:t>
            </a:fld>
            <a:endParaRPr lang="en-US" dirty="0"/>
          </a:p>
        </p:txBody>
      </p:sp>
    </p:spTree>
    <p:extLst>
      <p:ext uri="{BB962C8B-B14F-4D97-AF65-F5344CB8AC3E}">
        <p14:creationId xmlns:p14="http://schemas.microsoft.com/office/powerpoint/2010/main" val="11817768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42A9E-99F5-45E8-8366-7C06E9D42BE7}"/>
              </a:ext>
            </a:extLst>
          </p:cNvPr>
          <p:cNvSpPr>
            <a:spLocks noGrp="1"/>
          </p:cNvSpPr>
          <p:nvPr>
            <p:ph type="title"/>
          </p:nvPr>
        </p:nvSpPr>
        <p:spPr>
          <a:xfrm>
            <a:off x="342900" y="192490"/>
            <a:ext cx="8458200" cy="903231"/>
          </a:xfrm>
        </p:spPr>
        <p:txBody>
          <a:bodyPr>
            <a:noAutofit/>
          </a:bodyPr>
          <a:lstStyle/>
          <a:p>
            <a:r>
              <a:rPr lang="en-IN" sz="3200" dirty="0"/>
              <a:t>Finding the Median of a Group of Values </a:t>
            </a:r>
            <a:r>
              <a:rPr lang="en-IN" sz="1000" b="0" dirty="0"/>
              <a:t>1</a:t>
            </a:r>
            <a:endParaRPr lang="en-US" sz="1000" dirty="0"/>
          </a:p>
        </p:txBody>
      </p:sp>
      <p:sp>
        <p:nvSpPr>
          <p:cNvPr id="3" name="Content Placeholder 2">
            <a:extLst>
              <a:ext uri="{FF2B5EF4-FFF2-40B4-BE49-F238E27FC236}">
                <a16:creationId xmlns:a16="http://schemas.microsoft.com/office/drawing/2014/main" id="{22A24D72-63E6-46AC-8A7F-F4667E416374}"/>
              </a:ext>
            </a:extLst>
          </p:cNvPr>
          <p:cNvSpPr>
            <a:spLocks noGrp="1"/>
          </p:cNvSpPr>
          <p:nvPr>
            <p:ph sz="quarter" idx="11"/>
          </p:nvPr>
        </p:nvSpPr>
        <p:spPr>
          <a:xfrm>
            <a:off x="342900" y="1276710"/>
            <a:ext cx="8458200" cy="1161690"/>
          </a:xfrm>
        </p:spPr>
        <p:txBody>
          <a:bodyPr/>
          <a:lstStyle/>
          <a:p>
            <a:r>
              <a:rPr lang="en-US" sz="2000" b="1" i="1" dirty="0"/>
              <a:t>Example:</a:t>
            </a:r>
          </a:p>
          <a:p>
            <a:r>
              <a:rPr lang="en-US" sz="2000" dirty="0"/>
              <a:t>Look below at the following yearly salaries of the employees of </a:t>
            </a:r>
            <a:r>
              <a:rPr lang="en-US" sz="2000" dirty="0" err="1"/>
              <a:t>Rusty’s</a:t>
            </a:r>
            <a:r>
              <a:rPr lang="en-US" sz="2000" dirty="0"/>
              <a:t> Clothing Shop.</a:t>
            </a:r>
          </a:p>
        </p:txBody>
      </p:sp>
      <p:graphicFrame>
        <p:nvGraphicFramePr>
          <p:cNvPr id="12" name="Table 12">
            <a:extLst>
              <a:ext uri="{FF2B5EF4-FFF2-40B4-BE49-F238E27FC236}">
                <a16:creationId xmlns:a16="http://schemas.microsoft.com/office/drawing/2014/main" id="{639FAB8B-70BB-4655-8868-6B82EA8BD87C}"/>
              </a:ext>
            </a:extLst>
          </p:cNvPr>
          <p:cNvGraphicFramePr>
            <a:graphicFrameLocks noGrp="1"/>
          </p:cNvGraphicFramePr>
          <p:nvPr/>
        </p:nvGraphicFramePr>
        <p:xfrm>
          <a:off x="1277257" y="2474997"/>
          <a:ext cx="7213600" cy="1188720"/>
        </p:xfrm>
        <a:graphic>
          <a:graphicData uri="http://schemas.openxmlformats.org/drawingml/2006/table">
            <a:tbl>
              <a:tblPr firstRow="1" bandRow="1">
                <a:tableStyleId>{5C22544A-7EE6-4342-B048-85BDC9FD1C3A}</a:tableStyleId>
              </a:tblPr>
              <a:tblGrid>
                <a:gridCol w="1803400">
                  <a:extLst>
                    <a:ext uri="{9D8B030D-6E8A-4147-A177-3AD203B41FA5}">
                      <a16:colId xmlns:a16="http://schemas.microsoft.com/office/drawing/2014/main" val="3283139812"/>
                    </a:ext>
                  </a:extLst>
                </a:gridCol>
                <a:gridCol w="1803400">
                  <a:extLst>
                    <a:ext uri="{9D8B030D-6E8A-4147-A177-3AD203B41FA5}">
                      <a16:colId xmlns:a16="http://schemas.microsoft.com/office/drawing/2014/main" val="2115829658"/>
                    </a:ext>
                  </a:extLst>
                </a:gridCol>
                <a:gridCol w="1803400">
                  <a:extLst>
                    <a:ext uri="{9D8B030D-6E8A-4147-A177-3AD203B41FA5}">
                      <a16:colId xmlns:a16="http://schemas.microsoft.com/office/drawing/2014/main" val="3737797494"/>
                    </a:ext>
                  </a:extLst>
                </a:gridCol>
                <a:gridCol w="1803400">
                  <a:extLst>
                    <a:ext uri="{9D8B030D-6E8A-4147-A177-3AD203B41FA5}">
                      <a16:colId xmlns:a16="http://schemas.microsoft.com/office/drawing/2014/main" val="2926358079"/>
                    </a:ext>
                  </a:extLst>
                </a:gridCol>
              </a:tblGrid>
              <a:tr h="370840">
                <a:tc>
                  <a:txBody>
                    <a:bodyPr/>
                    <a:lstStyle/>
                    <a:p>
                      <a:r>
                        <a:rPr lang="en-US" sz="2000" b="0" dirty="0">
                          <a:solidFill>
                            <a:schemeClr val="tx1"/>
                          </a:solidFill>
                        </a:rPr>
                        <a:t>Alice Knight </a:t>
                      </a:r>
                    </a:p>
                  </a:txBody>
                  <a:tcPr>
                    <a:solidFill>
                      <a:schemeClr val="bg1"/>
                    </a:solidFill>
                  </a:tcPr>
                </a:tc>
                <a:tc>
                  <a:txBody>
                    <a:bodyPr/>
                    <a:lstStyle/>
                    <a:p>
                      <a:r>
                        <a:rPr lang="en-US" sz="2000" b="0" dirty="0">
                          <a:solidFill>
                            <a:schemeClr val="tx1"/>
                          </a:solidFill>
                        </a:rPr>
                        <a:t>$95,000 </a:t>
                      </a:r>
                    </a:p>
                  </a:txBody>
                  <a:tcPr>
                    <a:solidFill>
                      <a:schemeClr val="bg1"/>
                    </a:solidFill>
                  </a:tcPr>
                </a:tc>
                <a:tc>
                  <a:txBody>
                    <a:bodyPr/>
                    <a:lstStyle/>
                    <a:p>
                      <a:r>
                        <a:rPr lang="en-US" sz="2000" b="0" dirty="0">
                          <a:solidFill>
                            <a:schemeClr val="tx1"/>
                          </a:solidFill>
                        </a:rPr>
                        <a:t>Jane Wang</a:t>
                      </a:r>
                    </a:p>
                  </a:txBody>
                  <a:tcPr>
                    <a:solidFill>
                      <a:schemeClr val="bg1"/>
                    </a:solidFill>
                  </a:tcPr>
                </a:tc>
                <a:tc>
                  <a:txBody>
                    <a:bodyPr/>
                    <a:lstStyle/>
                    <a:p>
                      <a:r>
                        <a:rPr lang="en-US" sz="2000" b="0" dirty="0">
                          <a:solidFill>
                            <a:schemeClr val="tx1"/>
                          </a:solidFill>
                        </a:rPr>
                        <a:t>$67,000</a:t>
                      </a:r>
                    </a:p>
                  </a:txBody>
                  <a:tcPr>
                    <a:solidFill>
                      <a:schemeClr val="bg1"/>
                    </a:solidFill>
                  </a:tcPr>
                </a:tc>
                <a:extLst>
                  <a:ext uri="{0D108BD9-81ED-4DB2-BD59-A6C34878D82A}">
                    <a16:rowId xmlns:a16="http://schemas.microsoft.com/office/drawing/2014/main" val="3422633499"/>
                  </a:ext>
                </a:extLst>
              </a:tr>
              <a:tr h="370840">
                <a:tc>
                  <a:txBody>
                    <a:bodyPr/>
                    <a:lstStyle/>
                    <a:p>
                      <a:r>
                        <a:rPr lang="en-US" sz="2000" b="0" dirty="0">
                          <a:solidFill>
                            <a:schemeClr val="tx1"/>
                          </a:solidFill>
                        </a:rPr>
                        <a:t>Jane Hess </a:t>
                      </a:r>
                    </a:p>
                  </a:txBody>
                  <a:tcPr>
                    <a:solidFill>
                      <a:schemeClr val="bg1"/>
                    </a:solidFill>
                  </a:tcPr>
                </a:tc>
                <a:tc>
                  <a:txBody>
                    <a:bodyPr/>
                    <a:lstStyle/>
                    <a:p>
                      <a:r>
                        <a:rPr lang="en-US" sz="2000" b="0" dirty="0">
                          <a:solidFill>
                            <a:schemeClr val="tx1"/>
                          </a:solidFill>
                        </a:rPr>
                        <a:t>$27,000</a:t>
                      </a:r>
                    </a:p>
                  </a:txBody>
                  <a:tcPr>
                    <a:solidFill>
                      <a:schemeClr val="bg1"/>
                    </a:solidFill>
                  </a:tcPr>
                </a:tc>
                <a:tc>
                  <a:txBody>
                    <a:bodyPr/>
                    <a:lstStyle/>
                    <a:p>
                      <a:r>
                        <a:rPr lang="en-US" sz="2000" b="0" dirty="0">
                          <a:solidFill>
                            <a:schemeClr val="tx1"/>
                          </a:solidFill>
                        </a:rPr>
                        <a:t>Bill Joy</a:t>
                      </a:r>
                    </a:p>
                  </a:txBody>
                  <a:tcPr>
                    <a:solidFill>
                      <a:schemeClr val="bg1"/>
                    </a:solidFill>
                  </a:tcPr>
                </a:tc>
                <a:tc>
                  <a:txBody>
                    <a:bodyPr/>
                    <a:lstStyle/>
                    <a:p>
                      <a:r>
                        <a:rPr lang="en-US" sz="2000" b="0" dirty="0">
                          <a:solidFill>
                            <a:schemeClr val="tx1"/>
                          </a:solidFill>
                        </a:rPr>
                        <a:t>$40,000</a:t>
                      </a:r>
                    </a:p>
                  </a:txBody>
                  <a:tcPr>
                    <a:solidFill>
                      <a:schemeClr val="bg1"/>
                    </a:solidFill>
                  </a:tcPr>
                </a:tc>
                <a:extLst>
                  <a:ext uri="{0D108BD9-81ED-4DB2-BD59-A6C34878D82A}">
                    <a16:rowId xmlns:a16="http://schemas.microsoft.com/office/drawing/2014/main" val="2028551864"/>
                  </a:ext>
                </a:extLst>
              </a:tr>
              <a:tr h="370840">
                <a:tc>
                  <a:txBody>
                    <a:bodyPr/>
                    <a:lstStyle/>
                    <a:p>
                      <a:r>
                        <a:rPr lang="en-US" sz="2000" b="0" dirty="0">
                          <a:solidFill>
                            <a:schemeClr val="tx1"/>
                          </a:solidFill>
                        </a:rPr>
                        <a:t>Joel Floyd </a:t>
                      </a:r>
                    </a:p>
                  </a:txBody>
                  <a:tcPr>
                    <a:solidFill>
                      <a:schemeClr val="bg1"/>
                    </a:solidFill>
                  </a:tcPr>
                </a:tc>
                <a:tc>
                  <a:txBody>
                    <a:bodyPr/>
                    <a:lstStyle/>
                    <a:p>
                      <a:r>
                        <a:rPr lang="en-US" sz="2000" b="0" dirty="0">
                          <a:solidFill>
                            <a:schemeClr val="tx1"/>
                          </a:solidFill>
                        </a:rPr>
                        <a:t>$32,000</a:t>
                      </a:r>
                    </a:p>
                  </a:txBody>
                  <a:tcPr>
                    <a:solidFill>
                      <a:schemeClr val="bg1"/>
                    </a:solidFill>
                  </a:tcPr>
                </a:tc>
                <a:tc>
                  <a:txBody>
                    <a:bodyPr/>
                    <a:lstStyle/>
                    <a:p>
                      <a:endParaRPr lang="en-US" sz="2000" b="0" dirty="0">
                        <a:solidFill>
                          <a:schemeClr val="tx1"/>
                        </a:solidFill>
                      </a:endParaRPr>
                    </a:p>
                  </a:txBody>
                  <a:tcPr>
                    <a:solidFill>
                      <a:schemeClr val="bg1"/>
                    </a:solidFill>
                  </a:tcPr>
                </a:tc>
                <a:tc>
                  <a:txBody>
                    <a:bodyPr/>
                    <a:lstStyle/>
                    <a:p>
                      <a:endParaRPr lang="en-US" sz="2000" b="0" dirty="0">
                        <a:solidFill>
                          <a:schemeClr val="tx1"/>
                        </a:solidFill>
                      </a:endParaRPr>
                    </a:p>
                  </a:txBody>
                  <a:tcPr>
                    <a:solidFill>
                      <a:schemeClr val="bg1"/>
                    </a:solidFill>
                  </a:tcPr>
                </a:tc>
                <a:extLst>
                  <a:ext uri="{0D108BD9-81ED-4DB2-BD59-A6C34878D82A}">
                    <a16:rowId xmlns:a16="http://schemas.microsoft.com/office/drawing/2014/main" val="264987219"/>
                  </a:ext>
                </a:extLst>
              </a:tr>
            </a:tbl>
          </a:graphicData>
        </a:graphic>
      </p:graphicFrame>
      <p:sp>
        <p:nvSpPr>
          <p:cNvPr id="4" name="Content Placeholder 3">
            <a:extLst>
              <a:ext uri="{FF2B5EF4-FFF2-40B4-BE49-F238E27FC236}">
                <a16:creationId xmlns:a16="http://schemas.microsoft.com/office/drawing/2014/main" id="{28C4F7EC-D504-41C4-A793-46567CF097EC}"/>
              </a:ext>
            </a:extLst>
          </p:cNvPr>
          <p:cNvSpPr>
            <a:spLocks noGrp="1"/>
          </p:cNvSpPr>
          <p:nvPr>
            <p:ph sz="quarter" idx="14"/>
          </p:nvPr>
        </p:nvSpPr>
        <p:spPr>
          <a:xfrm>
            <a:off x="342900" y="3806378"/>
            <a:ext cx="8458200" cy="431793"/>
          </a:xfrm>
        </p:spPr>
        <p:txBody>
          <a:bodyPr/>
          <a:lstStyle/>
          <a:p>
            <a:r>
              <a:rPr lang="en-US" sz="2000" dirty="0"/>
              <a:t>Find the mean value of all employees.</a:t>
            </a:r>
          </a:p>
        </p:txBody>
      </p:sp>
      <p:sp>
        <p:nvSpPr>
          <p:cNvPr id="5" name="Content Placeholder 4">
            <a:extLst>
              <a:ext uri="{FF2B5EF4-FFF2-40B4-BE49-F238E27FC236}">
                <a16:creationId xmlns:a16="http://schemas.microsoft.com/office/drawing/2014/main" id="{EE7AADC1-A0DC-4220-9E22-2E7B3D43AF4E}"/>
              </a:ext>
            </a:extLst>
          </p:cNvPr>
          <p:cNvSpPr>
            <a:spLocks noGrp="1"/>
          </p:cNvSpPr>
          <p:nvPr>
            <p:ph sz="quarter" idx="15"/>
          </p:nvPr>
        </p:nvSpPr>
        <p:spPr>
          <a:xfrm>
            <a:off x="342900" y="4523493"/>
            <a:ext cx="1529443" cy="417942"/>
          </a:xfrm>
        </p:spPr>
        <p:txBody>
          <a:bodyPr/>
          <a:lstStyle/>
          <a:p>
            <a:r>
              <a:rPr lang="en-US" sz="2000" b="1" i="1" dirty="0"/>
              <a:t>Solution:</a:t>
            </a:r>
          </a:p>
        </p:txBody>
      </p:sp>
      <p:graphicFrame>
        <p:nvGraphicFramePr>
          <p:cNvPr id="14" name="Object 13">
            <a:extLst>
              <a:ext uri="{FF2B5EF4-FFF2-40B4-BE49-F238E27FC236}">
                <a16:creationId xmlns:a16="http://schemas.microsoft.com/office/drawing/2014/main" id="{92286EFB-4AF6-499B-AB03-AA48054B5253}"/>
              </a:ext>
            </a:extLst>
          </p:cNvPr>
          <p:cNvGraphicFramePr>
            <a:graphicFrameLocks noChangeAspect="1"/>
          </p:cNvGraphicFramePr>
          <p:nvPr>
            <p:extLst>
              <p:ext uri="{D42A27DB-BD31-4B8C-83A1-F6EECF244321}">
                <p14:modId xmlns:p14="http://schemas.microsoft.com/office/powerpoint/2010/main" val="136973743"/>
              </p:ext>
            </p:extLst>
          </p:nvPr>
        </p:nvGraphicFramePr>
        <p:xfrm>
          <a:off x="1385888" y="5213350"/>
          <a:ext cx="6357937" cy="669925"/>
        </p:xfrm>
        <a:graphic>
          <a:graphicData uri="http://schemas.openxmlformats.org/presentationml/2006/ole">
            <mc:AlternateContent xmlns:mc="http://schemas.openxmlformats.org/markup-compatibility/2006">
              <mc:Choice xmlns:v="urn:schemas-microsoft-com:vml" Requires="v">
                <p:oleObj spid="_x0000_s5131" name="Equation" r:id="rId3" imgW="5778360" imgH="609480" progId="Equation.DSMT4">
                  <p:embed/>
                </p:oleObj>
              </mc:Choice>
              <mc:Fallback>
                <p:oleObj name="Equation" r:id="rId3" imgW="5778360" imgH="609480" progId="Equation.DSMT4">
                  <p:embed/>
                  <p:pic>
                    <p:nvPicPr>
                      <p:cNvPr id="14" name="Object 13">
                        <a:extLst>
                          <a:ext uri="{FF2B5EF4-FFF2-40B4-BE49-F238E27FC236}">
                            <a16:creationId xmlns:a16="http://schemas.microsoft.com/office/drawing/2014/main" id="{92286EFB-4AF6-499B-AB03-AA48054B5253}"/>
                          </a:ext>
                        </a:extLst>
                      </p:cNvPr>
                      <p:cNvPicPr/>
                      <p:nvPr/>
                    </p:nvPicPr>
                    <p:blipFill>
                      <a:blip r:embed="rId4"/>
                      <a:stretch>
                        <a:fillRect/>
                      </a:stretch>
                    </p:blipFill>
                    <p:spPr>
                      <a:xfrm>
                        <a:off x="1385888" y="5213350"/>
                        <a:ext cx="6357937" cy="669925"/>
                      </a:xfrm>
                      <a:prstGeom prst="rect">
                        <a:avLst/>
                      </a:prstGeom>
                    </p:spPr>
                  </p:pic>
                </p:oleObj>
              </mc:Fallback>
            </mc:AlternateContent>
          </a:graphicData>
        </a:graphic>
      </p:graphicFrame>
      <p:sp>
        <p:nvSpPr>
          <p:cNvPr id="11" name="Slide Number Placeholder 10">
            <a:extLst>
              <a:ext uri="{FF2B5EF4-FFF2-40B4-BE49-F238E27FC236}">
                <a16:creationId xmlns:a16="http://schemas.microsoft.com/office/drawing/2014/main" id="{70E54B98-E9B6-4DC6-91C3-2FDF8DCB2FF8}"/>
              </a:ext>
            </a:extLst>
          </p:cNvPr>
          <p:cNvSpPr>
            <a:spLocks noGrp="1"/>
          </p:cNvSpPr>
          <p:nvPr>
            <p:ph type="sldNum" sz="quarter" idx="10"/>
          </p:nvPr>
        </p:nvSpPr>
        <p:spPr/>
        <p:txBody>
          <a:bodyPr/>
          <a:lstStyle/>
          <a:p>
            <a:fld id="{68151E55-6873-49E2-B8D5-2F265E6F1973}" type="slidenum">
              <a:rPr lang="en-US" smtClean="0"/>
              <a:t>11</a:t>
            </a:fld>
            <a:endParaRPr lang="en-US" dirty="0"/>
          </a:p>
        </p:txBody>
      </p:sp>
    </p:spTree>
    <p:extLst>
      <p:ext uri="{BB962C8B-B14F-4D97-AF65-F5344CB8AC3E}">
        <p14:creationId xmlns:p14="http://schemas.microsoft.com/office/powerpoint/2010/main" val="19222117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1309D-F80D-4239-97FB-C6579DB74F9C}"/>
              </a:ext>
            </a:extLst>
          </p:cNvPr>
          <p:cNvSpPr>
            <a:spLocks noGrp="1"/>
          </p:cNvSpPr>
          <p:nvPr>
            <p:ph type="title"/>
          </p:nvPr>
        </p:nvSpPr>
        <p:spPr/>
        <p:txBody>
          <a:bodyPr>
            <a:normAutofit/>
          </a:bodyPr>
          <a:lstStyle/>
          <a:p>
            <a:r>
              <a:rPr lang="en-US" sz="3600" dirty="0"/>
              <a:t>Weighted Mean</a:t>
            </a:r>
          </a:p>
        </p:txBody>
      </p:sp>
      <p:sp>
        <p:nvSpPr>
          <p:cNvPr id="3" name="Content Placeholder 2">
            <a:extLst>
              <a:ext uri="{FF2B5EF4-FFF2-40B4-BE49-F238E27FC236}">
                <a16:creationId xmlns:a16="http://schemas.microsoft.com/office/drawing/2014/main" id="{F3C91D08-086E-4515-930C-7D0F332B9DCD}"/>
              </a:ext>
            </a:extLst>
          </p:cNvPr>
          <p:cNvSpPr>
            <a:spLocks noGrp="1"/>
          </p:cNvSpPr>
          <p:nvPr>
            <p:ph sz="quarter" idx="11"/>
          </p:nvPr>
        </p:nvSpPr>
        <p:spPr>
          <a:xfrm>
            <a:off x="342900" y="1276709"/>
            <a:ext cx="8458200" cy="827862"/>
          </a:xfrm>
        </p:spPr>
        <p:txBody>
          <a:bodyPr/>
          <a:lstStyle/>
          <a:p>
            <a:r>
              <a:rPr lang="en-IN" sz="1600" dirty="0"/>
              <a:t>The format for the weighted mean is slightly different from that for the mean. The concept, however, is the same except that you weight each value by how often it occurs (its frequency).</a:t>
            </a:r>
          </a:p>
        </p:txBody>
      </p:sp>
      <p:graphicFrame>
        <p:nvGraphicFramePr>
          <p:cNvPr id="12" name="Object 11">
            <a:extLst>
              <a:ext uri="{FF2B5EF4-FFF2-40B4-BE49-F238E27FC236}">
                <a16:creationId xmlns:a16="http://schemas.microsoft.com/office/drawing/2014/main" id="{38AD70DB-667C-46B4-9BC4-4F673F7240BD}"/>
              </a:ext>
            </a:extLst>
          </p:cNvPr>
          <p:cNvGraphicFramePr>
            <a:graphicFrameLocks noChangeAspect="1"/>
          </p:cNvGraphicFramePr>
          <p:nvPr>
            <p:extLst>
              <p:ext uri="{D42A27DB-BD31-4B8C-83A1-F6EECF244321}">
                <p14:modId xmlns:p14="http://schemas.microsoft.com/office/powerpoint/2010/main" val="2529271332"/>
              </p:ext>
            </p:extLst>
          </p:nvPr>
        </p:nvGraphicFramePr>
        <p:xfrm>
          <a:off x="2627313" y="2216150"/>
          <a:ext cx="3368675" cy="650875"/>
        </p:xfrm>
        <a:graphic>
          <a:graphicData uri="http://schemas.openxmlformats.org/presentationml/2006/ole">
            <mc:AlternateContent xmlns:mc="http://schemas.openxmlformats.org/markup-compatibility/2006">
              <mc:Choice xmlns:v="urn:schemas-microsoft-com:vml" Requires="v">
                <p:oleObj spid="_x0000_s6164" name="Equation" r:id="rId3" imgW="4076640" imgH="787320" progId="Equation.DSMT4">
                  <p:embed/>
                </p:oleObj>
              </mc:Choice>
              <mc:Fallback>
                <p:oleObj name="Equation" r:id="rId3" imgW="4076640" imgH="787320" progId="Equation.DSMT4">
                  <p:embed/>
                  <p:pic>
                    <p:nvPicPr>
                      <p:cNvPr id="12" name="Object 11">
                        <a:extLst>
                          <a:ext uri="{FF2B5EF4-FFF2-40B4-BE49-F238E27FC236}">
                            <a16:creationId xmlns:a16="http://schemas.microsoft.com/office/drawing/2014/main" id="{38AD70DB-667C-46B4-9BC4-4F673F7240BD}"/>
                          </a:ext>
                        </a:extLst>
                      </p:cNvPr>
                      <p:cNvPicPr/>
                      <p:nvPr/>
                    </p:nvPicPr>
                    <p:blipFill>
                      <a:blip r:embed="rId4"/>
                      <a:stretch>
                        <a:fillRect/>
                      </a:stretch>
                    </p:blipFill>
                    <p:spPr>
                      <a:xfrm>
                        <a:off x="2627313" y="2216150"/>
                        <a:ext cx="3368675" cy="650875"/>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A35CE188-6D8A-495A-94BD-F8646AFBBC70}"/>
              </a:ext>
            </a:extLst>
          </p:cNvPr>
          <p:cNvSpPr>
            <a:spLocks noGrp="1"/>
          </p:cNvSpPr>
          <p:nvPr>
            <p:ph sz="quarter" idx="14"/>
          </p:nvPr>
        </p:nvSpPr>
        <p:spPr>
          <a:xfrm>
            <a:off x="342900" y="2942510"/>
            <a:ext cx="8458200" cy="932803"/>
          </a:xfrm>
        </p:spPr>
        <p:txBody>
          <a:bodyPr/>
          <a:lstStyle/>
          <a:p>
            <a:r>
              <a:rPr lang="en-US" sz="1600" b="1" i="1" dirty="0"/>
              <a:t>Example:</a:t>
            </a:r>
          </a:p>
          <a:p>
            <a:r>
              <a:rPr lang="en-US" sz="1600" dirty="0"/>
              <a:t>How Jill Rivers calculated her G</a:t>
            </a:r>
            <a:r>
              <a:rPr lang="en-US" sz="100" dirty="0"/>
              <a:t> </a:t>
            </a:r>
            <a:r>
              <a:rPr lang="en-US" sz="1600" dirty="0"/>
              <a:t>P</a:t>
            </a:r>
            <a:r>
              <a:rPr lang="en-US" sz="100" dirty="0"/>
              <a:t> </a:t>
            </a:r>
            <a:r>
              <a:rPr lang="en-US" sz="1600" dirty="0"/>
              <a:t>A to the nearest tenth given A = 4.0, B = 3.0, C = 2.0, D = 1.0 and F = 0:</a:t>
            </a:r>
          </a:p>
        </p:txBody>
      </p:sp>
      <p:graphicFrame>
        <p:nvGraphicFramePr>
          <p:cNvPr id="14" name="Table 14">
            <a:extLst>
              <a:ext uri="{FF2B5EF4-FFF2-40B4-BE49-F238E27FC236}">
                <a16:creationId xmlns:a16="http://schemas.microsoft.com/office/drawing/2014/main" id="{71AF3A4F-6B2D-48E8-8344-FBF8B9C343D8}"/>
              </a:ext>
            </a:extLst>
          </p:cNvPr>
          <p:cNvGraphicFramePr>
            <a:graphicFrameLocks noGrp="1"/>
          </p:cNvGraphicFramePr>
          <p:nvPr>
            <p:extLst>
              <p:ext uri="{D42A27DB-BD31-4B8C-83A1-F6EECF244321}">
                <p14:modId xmlns:p14="http://schemas.microsoft.com/office/powerpoint/2010/main" val="2690658434"/>
              </p:ext>
            </p:extLst>
          </p:nvPr>
        </p:nvGraphicFramePr>
        <p:xfrm>
          <a:off x="1016001" y="3953333"/>
          <a:ext cx="7170056" cy="1764588"/>
        </p:xfrm>
        <a:graphic>
          <a:graphicData uri="http://schemas.openxmlformats.org/drawingml/2006/table">
            <a:tbl>
              <a:tblPr firstRow="1" bandRow="1">
                <a:tableStyleId>{5C22544A-7EE6-4342-B048-85BDC9FD1C3A}</a:tableStyleId>
              </a:tblPr>
              <a:tblGrid>
                <a:gridCol w="1792514">
                  <a:extLst>
                    <a:ext uri="{9D8B030D-6E8A-4147-A177-3AD203B41FA5}">
                      <a16:colId xmlns:a16="http://schemas.microsoft.com/office/drawing/2014/main" val="673059393"/>
                    </a:ext>
                  </a:extLst>
                </a:gridCol>
                <a:gridCol w="1792514">
                  <a:extLst>
                    <a:ext uri="{9D8B030D-6E8A-4147-A177-3AD203B41FA5}">
                      <a16:colId xmlns:a16="http://schemas.microsoft.com/office/drawing/2014/main" val="543686500"/>
                    </a:ext>
                  </a:extLst>
                </a:gridCol>
                <a:gridCol w="1407886">
                  <a:extLst>
                    <a:ext uri="{9D8B030D-6E8A-4147-A177-3AD203B41FA5}">
                      <a16:colId xmlns:a16="http://schemas.microsoft.com/office/drawing/2014/main" val="4212793781"/>
                    </a:ext>
                  </a:extLst>
                </a:gridCol>
                <a:gridCol w="2177142">
                  <a:extLst>
                    <a:ext uri="{9D8B030D-6E8A-4147-A177-3AD203B41FA5}">
                      <a16:colId xmlns:a16="http://schemas.microsoft.com/office/drawing/2014/main" val="163066590"/>
                    </a:ext>
                  </a:extLst>
                </a:gridCol>
              </a:tblGrid>
              <a:tr h="250273">
                <a:tc>
                  <a:txBody>
                    <a:bodyPr/>
                    <a:lstStyle/>
                    <a:p>
                      <a:r>
                        <a:rPr lang="en-US" sz="1200" b="1" dirty="0">
                          <a:solidFill>
                            <a:schemeClr val="tx1"/>
                          </a:solidFill>
                        </a:rPr>
                        <a:t>Courses</a:t>
                      </a:r>
                      <a:endParaRPr lang="en-US" sz="1200" dirty="0">
                        <a:solidFill>
                          <a:schemeClr val="tx1"/>
                        </a:solidFill>
                      </a:endParaRPr>
                    </a:p>
                  </a:txBody>
                  <a:tcPr marT="34602" marB="34602">
                    <a:solidFill>
                      <a:schemeClr val="bg1"/>
                    </a:solidFill>
                  </a:tcPr>
                </a:tc>
                <a:tc>
                  <a:txBody>
                    <a:bodyPr/>
                    <a:lstStyle/>
                    <a:p>
                      <a:pPr algn="ctr"/>
                      <a:r>
                        <a:rPr lang="en-US" sz="1200" b="1" dirty="0">
                          <a:solidFill>
                            <a:schemeClr val="tx1"/>
                          </a:solidFill>
                        </a:rPr>
                        <a:t> Credit Attempted</a:t>
                      </a:r>
                      <a:endParaRPr lang="en-US" sz="1200" dirty="0">
                        <a:solidFill>
                          <a:schemeClr val="tx1"/>
                        </a:solidFill>
                      </a:endParaRPr>
                    </a:p>
                  </a:txBody>
                  <a:tcPr marT="34602" marB="34602">
                    <a:solidFill>
                      <a:schemeClr val="bg1"/>
                    </a:solidFill>
                  </a:tcPr>
                </a:tc>
                <a:tc>
                  <a:txBody>
                    <a:bodyPr/>
                    <a:lstStyle/>
                    <a:p>
                      <a:pPr algn="ctr"/>
                      <a:r>
                        <a:rPr lang="en-US" sz="1200" b="1" dirty="0">
                          <a:solidFill>
                            <a:schemeClr val="tx1"/>
                          </a:solidFill>
                        </a:rPr>
                        <a:t>Grade Received</a:t>
                      </a:r>
                      <a:endParaRPr lang="en-US" sz="1200" dirty="0">
                        <a:solidFill>
                          <a:schemeClr val="tx1"/>
                        </a:solidFill>
                      </a:endParaRPr>
                    </a:p>
                  </a:txBody>
                  <a:tcPr marT="34602" marB="34602">
                    <a:solidFill>
                      <a:schemeClr val="bg1"/>
                    </a:solidFill>
                  </a:tcPr>
                </a:tc>
                <a:tc>
                  <a:txBody>
                    <a:bodyPr/>
                    <a:lstStyle/>
                    <a:p>
                      <a:pPr algn="ctr"/>
                      <a:r>
                        <a:rPr lang="en-US" sz="1200" b="1" dirty="0">
                          <a:solidFill>
                            <a:schemeClr val="tx1"/>
                          </a:solidFill>
                        </a:rPr>
                        <a:t>Points (Credits × Grade)</a:t>
                      </a:r>
                      <a:endParaRPr lang="en-US" sz="1200" dirty="0">
                        <a:solidFill>
                          <a:schemeClr val="tx1"/>
                        </a:solidFill>
                      </a:endParaRPr>
                    </a:p>
                  </a:txBody>
                  <a:tcPr marT="34602" marB="34602">
                    <a:solidFill>
                      <a:schemeClr val="bg1"/>
                    </a:solidFill>
                  </a:tcPr>
                </a:tc>
                <a:extLst>
                  <a:ext uri="{0D108BD9-81ED-4DB2-BD59-A6C34878D82A}">
                    <a16:rowId xmlns:a16="http://schemas.microsoft.com/office/drawing/2014/main" val="2838125572"/>
                  </a:ext>
                </a:extLst>
              </a:tr>
              <a:tr h="250273">
                <a:tc>
                  <a:txBody>
                    <a:bodyPr/>
                    <a:lstStyle/>
                    <a:p>
                      <a:r>
                        <a:rPr lang="en-US" sz="1200" dirty="0">
                          <a:solidFill>
                            <a:schemeClr val="tx1"/>
                          </a:solidFill>
                        </a:rPr>
                        <a:t>Intro to Comp.</a:t>
                      </a:r>
                    </a:p>
                  </a:txBody>
                  <a:tcPr marT="34602" marB="34602">
                    <a:solidFill>
                      <a:schemeClr val="bg1"/>
                    </a:solidFill>
                  </a:tcPr>
                </a:tc>
                <a:tc>
                  <a:txBody>
                    <a:bodyPr/>
                    <a:lstStyle/>
                    <a:p>
                      <a:pPr algn="ctr"/>
                      <a:r>
                        <a:rPr lang="en-US" sz="1200" dirty="0">
                          <a:solidFill>
                            <a:schemeClr val="tx1"/>
                          </a:solidFill>
                        </a:rPr>
                        <a:t>4</a:t>
                      </a:r>
                    </a:p>
                  </a:txBody>
                  <a:tcPr marT="34602" marB="34602">
                    <a:solidFill>
                      <a:schemeClr val="bg1"/>
                    </a:solidFill>
                  </a:tcPr>
                </a:tc>
                <a:tc>
                  <a:txBody>
                    <a:bodyPr/>
                    <a:lstStyle/>
                    <a:p>
                      <a:pPr algn="ctr"/>
                      <a:r>
                        <a:rPr lang="en-US" sz="1200" dirty="0">
                          <a:solidFill>
                            <a:schemeClr val="tx1"/>
                          </a:solidFill>
                        </a:rPr>
                        <a:t>A</a:t>
                      </a:r>
                    </a:p>
                  </a:txBody>
                  <a:tcPr marT="34602" marB="34602">
                    <a:solidFill>
                      <a:schemeClr val="bg1"/>
                    </a:solidFill>
                  </a:tcPr>
                </a:tc>
                <a:tc>
                  <a:txBody>
                    <a:bodyPr/>
                    <a:lstStyle/>
                    <a:p>
                      <a:pPr marL="501650" indent="0" algn="l"/>
                      <a:r>
                        <a:rPr lang="en-US" sz="1200" dirty="0">
                          <a:solidFill>
                            <a:schemeClr val="tx1"/>
                          </a:solidFill>
                        </a:rPr>
                        <a:t>16 (4 × 4)</a:t>
                      </a:r>
                    </a:p>
                  </a:txBody>
                  <a:tcPr marT="34602" marB="34602">
                    <a:solidFill>
                      <a:schemeClr val="bg1"/>
                    </a:solidFill>
                  </a:tcPr>
                </a:tc>
                <a:extLst>
                  <a:ext uri="{0D108BD9-81ED-4DB2-BD59-A6C34878D82A}">
                    <a16:rowId xmlns:a16="http://schemas.microsoft.com/office/drawing/2014/main" val="1061674266"/>
                  </a:ext>
                </a:extLst>
              </a:tr>
              <a:tr h="250273">
                <a:tc>
                  <a:txBody>
                    <a:bodyPr/>
                    <a:lstStyle/>
                    <a:p>
                      <a:r>
                        <a:rPr lang="en-US" sz="1200" dirty="0">
                          <a:solidFill>
                            <a:schemeClr val="tx1"/>
                          </a:solidFill>
                        </a:rPr>
                        <a:t>Psychology</a:t>
                      </a:r>
                    </a:p>
                  </a:txBody>
                  <a:tcPr marT="34602" marB="34602">
                    <a:solidFill>
                      <a:schemeClr val="bg1"/>
                    </a:solidFill>
                  </a:tcPr>
                </a:tc>
                <a:tc>
                  <a:txBody>
                    <a:bodyPr/>
                    <a:lstStyle/>
                    <a:p>
                      <a:pPr algn="ctr"/>
                      <a:r>
                        <a:rPr lang="en-US" sz="1200" dirty="0">
                          <a:solidFill>
                            <a:schemeClr val="tx1"/>
                          </a:solidFill>
                        </a:rPr>
                        <a:t>3</a:t>
                      </a:r>
                    </a:p>
                  </a:txBody>
                  <a:tcPr marT="34602" marB="34602">
                    <a:solidFill>
                      <a:schemeClr val="bg1"/>
                    </a:solidFill>
                  </a:tcPr>
                </a:tc>
                <a:tc>
                  <a:txBody>
                    <a:bodyPr/>
                    <a:lstStyle/>
                    <a:p>
                      <a:pPr algn="ctr"/>
                      <a:r>
                        <a:rPr lang="en-US" sz="1200" dirty="0">
                          <a:solidFill>
                            <a:schemeClr val="tx1"/>
                          </a:solidFill>
                        </a:rPr>
                        <a:t>B</a:t>
                      </a:r>
                    </a:p>
                  </a:txBody>
                  <a:tcPr marT="34602" marB="34602">
                    <a:solidFill>
                      <a:schemeClr val="bg1"/>
                    </a:solidFill>
                  </a:tcPr>
                </a:tc>
                <a:tc>
                  <a:txBody>
                    <a:bodyPr/>
                    <a:lstStyle/>
                    <a:p>
                      <a:pPr marL="501650" indent="0" algn="l"/>
                      <a:r>
                        <a:rPr lang="en-US" sz="1200" dirty="0">
                          <a:solidFill>
                            <a:schemeClr val="tx1"/>
                          </a:solidFill>
                        </a:rPr>
                        <a:t>9 (3 × 3)</a:t>
                      </a:r>
                    </a:p>
                  </a:txBody>
                  <a:tcPr marT="34602" marB="34602">
                    <a:solidFill>
                      <a:schemeClr val="bg1"/>
                    </a:solidFill>
                  </a:tcPr>
                </a:tc>
                <a:extLst>
                  <a:ext uri="{0D108BD9-81ED-4DB2-BD59-A6C34878D82A}">
                    <a16:rowId xmlns:a16="http://schemas.microsoft.com/office/drawing/2014/main" val="2707864989"/>
                  </a:ext>
                </a:extLst>
              </a:tr>
              <a:tr h="250273">
                <a:tc>
                  <a:txBody>
                    <a:bodyPr/>
                    <a:lstStyle/>
                    <a:p>
                      <a:r>
                        <a:rPr lang="en-US" sz="1200" dirty="0">
                          <a:solidFill>
                            <a:schemeClr val="tx1"/>
                          </a:solidFill>
                        </a:rPr>
                        <a:t>English Comp.</a:t>
                      </a:r>
                    </a:p>
                  </a:txBody>
                  <a:tcPr marT="34602" marB="34602">
                    <a:solidFill>
                      <a:schemeClr val="bg1"/>
                    </a:solidFill>
                  </a:tcPr>
                </a:tc>
                <a:tc>
                  <a:txBody>
                    <a:bodyPr/>
                    <a:lstStyle/>
                    <a:p>
                      <a:pPr algn="ctr"/>
                      <a:r>
                        <a:rPr lang="en-US" sz="1200" dirty="0">
                          <a:solidFill>
                            <a:schemeClr val="tx1"/>
                          </a:solidFill>
                        </a:rPr>
                        <a:t>3</a:t>
                      </a:r>
                    </a:p>
                  </a:txBody>
                  <a:tcPr marT="34602" marB="34602">
                    <a:solidFill>
                      <a:schemeClr val="bg1"/>
                    </a:solidFill>
                  </a:tcPr>
                </a:tc>
                <a:tc>
                  <a:txBody>
                    <a:bodyPr/>
                    <a:lstStyle/>
                    <a:p>
                      <a:pPr algn="ctr"/>
                      <a:r>
                        <a:rPr lang="en-US" sz="1200" dirty="0">
                          <a:solidFill>
                            <a:schemeClr val="tx1"/>
                          </a:solidFill>
                        </a:rPr>
                        <a:t>B</a:t>
                      </a:r>
                    </a:p>
                  </a:txBody>
                  <a:tcPr marT="34602" marB="34602">
                    <a:solidFill>
                      <a:schemeClr val="bg1"/>
                    </a:solidFill>
                  </a:tcPr>
                </a:tc>
                <a:tc>
                  <a:txBody>
                    <a:bodyPr/>
                    <a:lstStyle/>
                    <a:p>
                      <a:pPr marL="501650" indent="0" algn="l"/>
                      <a:r>
                        <a:rPr lang="en-US" sz="1200" dirty="0">
                          <a:solidFill>
                            <a:schemeClr val="tx1"/>
                          </a:solidFill>
                        </a:rPr>
                        <a:t>9 (3 × 3)</a:t>
                      </a:r>
                    </a:p>
                  </a:txBody>
                  <a:tcPr marT="34602" marB="34602">
                    <a:solidFill>
                      <a:schemeClr val="bg1"/>
                    </a:solidFill>
                  </a:tcPr>
                </a:tc>
                <a:extLst>
                  <a:ext uri="{0D108BD9-81ED-4DB2-BD59-A6C34878D82A}">
                    <a16:rowId xmlns:a16="http://schemas.microsoft.com/office/drawing/2014/main" val="4132546218"/>
                  </a:ext>
                </a:extLst>
              </a:tr>
              <a:tr h="250273">
                <a:tc>
                  <a:txBody>
                    <a:bodyPr/>
                    <a:lstStyle/>
                    <a:p>
                      <a:r>
                        <a:rPr lang="en-US" sz="1200" dirty="0">
                          <a:solidFill>
                            <a:schemeClr val="tx1"/>
                          </a:solidFill>
                        </a:rPr>
                        <a:t>Business Law</a:t>
                      </a:r>
                    </a:p>
                  </a:txBody>
                  <a:tcPr marT="34602" marB="34602">
                    <a:solidFill>
                      <a:schemeClr val="bg1"/>
                    </a:solidFill>
                  </a:tcPr>
                </a:tc>
                <a:tc>
                  <a:txBody>
                    <a:bodyPr/>
                    <a:lstStyle/>
                    <a:p>
                      <a:pPr algn="ctr"/>
                      <a:r>
                        <a:rPr lang="en-US" sz="1200" dirty="0">
                          <a:solidFill>
                            <a:schemeClr val="tx1"/>
                          </a:solidFill>
                        </a:rPr>
                        <a:t>3</a:t>
                      </a:r>
                    </a:p>
                  </a:txBody>
                  <a:tcPr marT="34602" marB="34602">
                    <a:solidFill>
                      <a:schemeClr val="bg1"/>
                    </a:solidFill>
                  </a:tcPr>
                </a:tc>
                <a:tc>
                  <a:txBody>
                    <a:bodyPr/>
                    <a:lstStyle/>
                    <a:p>
                      <a:pPr algn="ctr"/>
                      <a:r>
                        <a:rPr lang="en-US" sz="1200" dirty="0">
                          <a:solidFill>
                            <a:schemeClr val="tx1"/>
                          </a:solidFill>
                        </a:rPr>
                        <a:t>C</a:t>
                      </a:r>
                    </a:p>
                  </a:txBody>
                  <a:tcPr marT="34602" marB="34602">
                    <a:solidFill>
                      <a:schemeClr val="bg1"/>
                    </a:solidFill>
                  </a:tcPr>
                </a:tc>
                <a:tc>
                  <a:txBody>
                    <a:bodyPr/>
                    <a:lstStyle/>
                    <a:p>
                      <a:pPr marL="501650" indent="0" algn="l"/>
                      <a:r>
                        <a:rPr lang="en-US" sz="1200" dirty="0">
                          <a:solidFill>
                            <a:schemeClr val="tx1"/>
                          </a:solidFill>
                        </a:rPr>
                        <a:t>6 (2 × 3)</a:t>
                      </a:r>
                    </a:p>
                  </a:txBody>
                  <a:tcPr marT="34602" marB="34602">
                    <a:solidFill>
                      <a:schemeClr val="bg1"/>
                    </a:solidFill>
                  </a:tcPr>
                </a:tc>
                <a:extLst>
                  <a:ext uri="{0D108BD9-81ED-4DB2-BD59-A6C34878D82A}">
                    <a16:rowId xmlns:a16="http://schemas.microsoft.com/office/drawing/2014/main" val="295109795"/>
                  </a:ext>
                </a:extLst>
              </a:tr>
              <a:tr h="250273">
                <a:tc>
                  <a:txBody>
                    <a:bodyPr/>
                    <a:lstStyle/>
                    <a:p>
                      <a:r>
                        <a:rPr lang="en-US" sz="1200" dirty="0">
                          <a:solidFill>
                            <a:schemeClr val="tx1"/>
                          </a:solidFill>
                        </a:rPr>
                        <a:t>Business Math</a:t>
                      </a:r>
                    </a:p>
                  </a:txBody>
                  <a:tcPr marT="34602" marB="34602">
                    <a:solidFill>
                      <a:schemeClr val="bg1"/>
                    </a:solidFill>
                  </a:tcPr>
                </a:tc>
                <a:tc>
                  <a:txBody>
                    <a:bodyPr/>
                    <a:lstStyle/>
                    <a:p>
                      <a:pPr algn="ctr"/>
                      <a:r>
                        <a:rPr lang="en-US" sz="1200" u="sng" dirty="0">
                          <a:solidFill>
                            <a:schemeClr val="tx1"/>
                          </a:solidFill>
                        </a:rPr>
                        <a:t>3</a:t>
                      </a:r>
                    </a:p>
                  </a:txBody>
                  <a:tcPr marT="34602" marB="34602">
                    <a:solidFill>
                      <a:schemeClr val="bg1"/>
                    </a:solidFill>
                  </a:tcPr>
                </a:tc>
                <a:tc>
                  <a:txBody>
                    <a:bodyPr/>
                    <a:lstStyle/>
                    <a:p>
                      <a:pPr algn="ctr"/>
                      <a:r>
                        <a:rPr lang="en-US" sz="1200" dirty="0">
                          <a:solidFill>
                            <a:schemeClr val="tx1"/>
                          </a:solidFill>
                        </a:rPr>
                        <a:t>B</a:t>
                      </a:r>
                    </a:p>
                  </a:txBody>
                  <a:tcPr marT="34602" marB="34602">
                    <a:solidFill>
                      <a:schemeClr val="bg1"/>
                    </a:solidFill>
                  </a:tcPr>
                </a:tc>
                <a:tc>
                  <a:txBody>
                    <a:bodyPr/>
                    <a:lstStyle/>
                    <a:p>
                      <a:pPr marL="501650" indent="0" algn="l"/>
                      <a:r>
                        <a:rPr lang="en-US" sz="1200" u="sng" dirty="0">
                          <a:solidFill>
                            <a:schemeClr val="tx1"/>
                          </a:solidFill>
                        </a:rPr>
                        <a:t>9</a:t>
                      </a:r>
                      <a:r>
                        <a:rPr lang="en-US" sz="1200" dirty="0">
                          <a:solidFill>
                            <a:schemeClr val="tx1"/>
                          </a:solidFill>
                        </a:rPr>
                        <a:t> (3 × 3)</a:t>
                      </a:r>
                    </a:p>
                  </a:txBody>
                  <a:tcPr marT="34602" marB="34602">
                    <a:solidFill>
                      <a:schemeClr val="bg1"/>
                    </a:solidFill>
                  </a:tcPr>
                </a:tc>
                <a:extLst>
                  <a:ext uri="{0D108BD9-81ED-4DB2-BD59-A6C34878D82A}">
                    <a16:rowId xmlns:a16="http://schemas.microsoft.com/office/drawing/2014/main" val="96328031"/>
                  </a:ext>
                </a:extLst>
              </a:tr>
              <a:tr h="250273">
                <a:tc>
                  <a:txBody>
                    <a:bodyPr/>
                    <a:lstStyle/>
                    <a:p>
                      <a:endParaRPr lang="en-US" sz="1200" dirty="0">
                        <a:solidFill>
                          <a:schemeClr val="tx1"/>
                        </a:solidFill>
                      </a:endParaRPr>
                    </a:p>
                  </a:txBody>
                  <a:tcPr marT="34602" marB="34602">
                    <a:solidFill>
                      <a:schemeClr val="bg1"/>
                    </a:solidFill>
                  </a:tcPr>
                </a:tc>
                <a:tc>
                  <a:txBody>
                    <a:bodyPr/>
                    <a:lstStyle/>
                    <a:p>
                      <a:pPr algn="ctr"/>
                      <a:r>
                        <a:rPr lang="en-US" sz="1200" dirty="0">
                          <a:solidFill>
                            <a:schemeClr val="tx1"/>
                          </a:solidFill>
                        </a:rPr>
                        <a:t>16</a:t>
                      </a:r>
                    </a:p>
                  </a:txBody>
                  <a:tcPr marT="34602" marB="34602">
                    <a:solidFill>
                      <a:schemeClr val="bg1"/>
                    </a:solidFill>
                  </a:tcPr>
                </a:tc>
                <a:tc>
                  <a:txBody>
                    <a:bodyPr/>
                    <a:lstStyle/>
                    <a:p>
                      <a:pPr algn="ctr"/>
                      <a:endParaRPr lang="en-US" sz="1200" dirty="0">
                        <a:solidFill>
                          <a:schemeClr val="tx1"/>
                        </a:solidFill>
                      </a:endParaRPr>
                    </a:p>
                  </a:txBody>
                  <a:tcPr marT="34602" marB="34602">
                    <a:solidFill>
                      <a:schemeClr val="bg1"/>
                    </a:solidFill>
                  </a:tcPr>
                </a:tc>
                <a:tc>
                  <a:txBody>
                    <a:bodyPr/>
                    <a:lstStyle/>
                    <a:p>
                      <a:pPr marL="501650" indent="0" algn="l"/>
                      <a:r>
                        <a:rPr lang="en-US" sz="1200" dirty="0">
                          <a:solidFill>
                            <a:schemeClr val="tx1"/>
                          </a:solidFill>
                        </a:rPr>
                        <a:t>49</a:t>
                      </a:r>
                    </a:p>
                  </a:txBody>
                  <a:tcPr marT="34602" marB="34602">
                    <a:solidFill>
                      <a:schemeClr val="bg1"/>
                    </a:solidFill>
                  </a:tcPr>
                </a:tc>
                <a:extLst>
                  <a:ext uri="{0D108BD9-81ED-4DB2-BD59-A6C34878D82A}">
                    <a16:rowId xmlns:a16="http://schemas.microsoft.com/office/drawing/2014/main" val="2819869065"/>
                  </a:ext>
                </a:extLst>
              </a:tr>
            </a:tbl>
          </a:graphicData>
        </a:graphic>
      </p:graphicFrame>
      <p:sp>
        <p:nvSpPr>
          <p:cNvPr id="5" name="Content Placeholder 4">
            <a:extLst>
              <a:ext uri="{FF2B5EF4-FFF2-40B4-BE49-F238E27FC236}">
                <a16:creationId xmlns:a16="http://schemas.microsoft.com/office/drawing/2014/main" id="{8E98A0E6-E4E2-4111-9836-F7CCF6030CF1}"/>
              </a:ext>
            </a:extLst>
          </p:cNvPr>
          <p:cNvSpPr>
            <a:spLocks noGrp="1"/>
          </p:cNvSpPr>
          <p:nvPr>
            <p:ph sz="quarter" idx="15"/>
          </p:nvPr>
        </p:nvSpPr>
        <p:spPr>
          <a:xfrm>
            <a:off x="342900" y="6008437"/>
            <a:ext cx="1181100" cy="379947"/>
          </a:xfrm>
        </p:spPr>
        <p:txBody>
          <a:bodyPr/>
          <a:lstStyle/>
          <a:p>
            <a:r>
              <a:rPr lang="en-US" sz="1600" b="1" i="1" dirty="0"/>
              <a:t>Solution:</a:t>
            </a:r>
          </a:p>
        </p:txBody>
      </p:sp>
      <p:graphicFrame>
        <p:nvGraphicFramePr>
          <p:cNvPr id="13" name="Object 12">
            <a:extLst>
              <a:ext uri="{FF2B5EF4-FFF2-40B4-BE49-F238E27FC236}">
                <a16:creationId xmlns:a16="http://schemas.microsoft.com/office/drawing/2014/main" id="{F6C68CE7-EDF6-4B5B-9A47-C444420390A7}"/>
              </a:ext>
            </a:extLst>
          </p:cNvPr>
          <p:cNvGraphicFramePr>
            <a:graphicFrameLocks noChangeAspect="1"/>
          </p:cNvGraphicFramePr>
          <p:nvPr>
            <p:extLst>
              <p:ext uri="{D42A27DB-BD31-4B8C-83A1-F6EECF244321}">
                <p14:modId xmlns:p14="http://schemas.microsoft.com/office/powerpoint/2010/main" val="1133047244"/>
              </p:ext>
            </p:extLst>
          </p:nvPr>
        </p:nvGraphicFramePr>
        <p:xfrm>
          <a:off x="1949450" y="5899150"/>
          <a:ext cx="4991100" cy="660400"/>
        </p:xfrm>
        <a:graphic>
          <a:graphicData uri="http://schemas.openxmlformats.org/presentationml/2006/ole">
            <mc:AlternateContent xmlns:mc="http://schemas.openxmlformats.org/markup-compatibility/2006">
              <mc:Choice xmlns:v="urn:schemas-microsoft-com:vml" Requires="v">
                <p:oleObj spid="_x0000_s6165" name="Equation" r:id="rId5" imgW="4991040" imgH="660240" progId="Equation.DSMT4">
                  <p:embed/>
                </p:oleObj>
              </mc:Choice>
              <mc:Fallback>
                <p:oleObj name="Equation" r:id="rId5" imgW="4991040" imgH="660240" progId="Equation.DSMT4">
                  <p:embed/>
                  <p:pic>
                    <p:nvPicPr>
                      <p:cNvPr id="13" name="Object 12">
                        <a:extLst>
                          <a:ext uri="{FF2B5EF4-FFF2-40B4-BE49-F238E27FC236}">
                            <a16:creationId xmlns:a16="http://schemas.microsoft.com/office/drawing/2014/main" id="{F6C68CE7-EDF6-4B5B-9A47-C444420390A7}"/>
                          </a:ext>
                        </a:extLst>
                      </p:cNvPr>
                      <p:cNvPicPr/>
                      <p:nvPr/>
                    </p:nvPicPr>
                    <p:blipFill>
                      <a:blip r:embed="rId6"/>
                      <a:stretch>
                        <a:fillRect/>
                      </a:stretch>
                    </p:blipFill>
                    <p:spPr>
                      <a:xfrm>
                        <a:off x="1949450" y="5899150"/>
                        <a:ext cx="4991100" cy="660400"/>
                      </a:xfrm>
                      <a:prstGeom prst="rect">
                        <a:avLst/>
                      </a:prstGeom>
                    </p:spPr>
                  </p:pic>
                </p:oleObj>
              </mc:Fallback>
            </mc:AlternateContent>
          </a:graphicData>
        </a:graphic>
      </p:graphicFrame>
      <p:sp>
        <p:nvSpPr>
          <p:cNvPr id="11" name="Slide Number Placeholder 10">
            <a:extLst>
              <a:ext uri="{FF2B5EF4-FFF2-40B4-BE49-F238E27FC236}">
                <a16:creationId xmlns:a16="http://schemas.microsoft.com/office/drawing/2014/main" id="{5DE146C4-CE73-462B-A57F-122272C2EC8E}"/>
              </a:ext>
            </a:extLst>
          </p:cNvPr>
          <p:cNvSpPr>
            <a:spLocks noGrp="1"/>
          </p:cNvSpPr>
          <p:nvPr>
            <p:ph type="sldNum" sz="quarter" idx="10"/>
          </p:nvPr>
        </p:nvSpPr>
        <p:spPr/>
        <p:txBody>
          <a:bodyPr/>
          <a:lstStyle/>
          <a:p>
            <a:fld id="{68151E55-6873-49E2-B8D5-2F265E6F1973}" type="slidenum">
              <a:rPr lang="en-US" smtClean="0"/>
              <a:t>12</a:t>
            </a:fld>
            <a:endParaRPr lang="en-US" dirty="0"/>
          </a:p>
        </p:txBody>
      </p:sp>
    </p:spTree>
    <p:extLst>
      <p:ext uri="{BB962C8B-B14F-4D97-AF65-F5344CB8AC3E}">
        <p14:creationId xmlns:p14="http://schemas.microsoft.com/office/powerpoint/2010/main" val="16151711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FE809A33-1B52-43EE-A56A-9A55E385DF41}"/>
              </a:ext>
            </a:extLst>
          </p:cNvPr>
          <p:cNvSpPr>
            <a:spLocks noGrp="1"/>
          </p:cNvSpPr>
          <p:nvPr>
            <p:ph type="title"/>
          </p:nvPr>
        </p:nvSpPr>
        <p:spPr>
          <a:xfrm>
            <a:off x="342900" y="192490"/>
            <a:ext cx="8283512" cy="903231"/>
          </a:xfrm>
        </p:spPr>
        <p:txBody>
          <a:bodyPr>
            <a:noAutofit/>
          </a:bodyPr>
          <a:lstStyle/>
          <a:p>
            <a:r>
              <a:rPr lang="en-IN" sz="3200" dirty="0"/>
              <a:t>Finding the Median of a Group of Values </a:t>
            </a:r>
            <a:r>
              <a:rPr lang="en-IN" sz="1000" b="0" dirty="0"/>
              <a:t>2</a:t>
            </a:r>
            <a:endParaRPr lang="en-US" sz="1000" b="0" dirty="0"/>
          </a:p>
        </p:txBody>
      </p:sp>
      <p:sp>
        <p:nvSpPr>
          <p:cNvPr id="22" name="Content Placeholder 21">
            <a:extLst>
              <a:ext uri="{FF2B5EF4-FFF2-40B4-BE49-F238E27FC236}">
                <a16:creationId xmlns:a16="http://schemas.microsoft.com/office/drawing/2014/main" id="{0452B630-C770-478D-AFCC-2A7053251B36}"/>
              </a:ext>
            </a:extLst>
          </p:cNvPr>
          <p:cNvSpPr>
            <a:spLocks noGrp="1"/>
          </p:cNvSpPr>
          <p:nvPr>
            <p:ph sz="quarter" idx="11"/>
          </p:nvPr>
        </p:nvSpPr>
        <p:spPr>
          <a:xfrm>
            <a:off x="342900" y="1276710"/>
            <a:ext cx="1123043" cy="421461"/>
          </a:xfrm>
        </p:spPr>
        <p:txBody>
          <a:bodyPr/>
          <a:lstStyle/>
          <a:p>
            <a:r>
              <a:rPr lang="en-US" sz="2000" b="1" i="1" dirty="0"/>
              <a:t>2 Steps</a:t>
            </a:r>
          </a:p>
        </p:txBody>
      </p:sp>
      <p:sp>
        <p:nvSpPr>
          <p:cNvPr id="25" name="Content Placeholder 24">
            <a:extLst>
              <a:ext uri="{FF2B5EF4-FFF2-40B4-BE49-F238E27FC236}">
                <a16:creationId xmlns:a16="http://schemas.microsoft.com/office/drawing/2014/main" id="{29F2AE0E-D1F7-4E77-B84C-D75BC485E2DC}"/>
              </a:ext>
            </a:extLst>
          </p:cNvPr>
          <p:cNvSpPr>
            <a:spLocks noGrp="1"/>
          </p:cNvSpPr>
          <p:nvPr>
            <p:ph sz="quarter" idx="14"/>
          </p:nvPr>
        </p:nvSpPr>
        <p:spPr>
          <a:xfrm>
            <a:off x="342901" y="1818796"/>
            <a:ext cx="3416300" cy="648634"/>
          </a:xfrm>
        </p:spPr>
        <p:txBody>
          <a:bodyPr/>
          <a:lstStyle/>
          <a:p>
            <a:pPr marL="402336" indent="-402336">
              <a:buFont typeface="+mj-lt"/>
              <a:buAutoNum type="arabicPeriod"/>
            </a:pPr>
            <a:r>
              <a:rPr lang="en-US" sz="2000" dirty="0"/>
              <a:t>Arrange values from the smallest to the largest.</a:t>
            </a:r>
          </a:p>
        </p:txBody>
      </p:sp>
      <p:pic>
        <p:nvPicPr>
          <p:cNvPr id="36" name="Picture 35" descr="An arrow from the text that reads arrange values from the smallest to the largest points to 95, 27, 32, 67, and 40.">
            <a:extLst>
              <a:ext uri="{FF2B5EF4-FFF2-40B4-BE49-F238E27FC236}">
                <a16:creationId xmlns:a16="http://schemas.microsoft.com/office/drawing/2014/main" id="{EC48EC40-647C-48CA-9A57-6E1233409317}"/>
              </a:ext>
            </a:extLst>
          </p:cNvPr>
          <p:cNvPicPr>
            <a:picLocks noChangeAspect="1"/>
          </p:cNvPicPr>
          <p:nvPr/>
        </p:nvPicPr>
        <p:blipFill>
          <a:blip r:embed="rId3"/>
          <a:stretch>
            <a:fillRect/>
          </a:stretch>
        </p:blipFill>
        <p:spPr>
          <a:xfrm>
            <a:off x="4052201" y="1956880"/>
            <a:ext cx="1332600" cy="372466"/>
          </a:xfrm>
          <a:prstGeom prst="rect">
            <a:avLst/>
          </a:prstGeom>
        </p:spPr>
      </p:pic>
      <p:sp>
        <p:nvSpPr>
          <p:cNvPr id="26" name="Content Placeholder 25">
            <a:extLst>
              <a:ext uri="{FF2B5EF4-FFF2-40B4-BE49-F238E27FC236}">
                <a16:creationId xmlns:a16="http://schemas.microsoft.com/office/drawing/2014/main" id="{D675E5F1-DDB4-44A6-BD02-D6DB473296C4}"/>
              </a:ext>
            </a:extLst>
          </p:cNvPr>
          <p:cNvSpPr>
            <a:spLocks noGrp="1"/>
          </p:cNvSpPr>
          <p:nvPr>
            <p:ph sz="quarter" idx="15"/>
          </p:nvPr>
        </p:nvSpPr>
        <p:spPr>
          <a:xfrm>
            <a:off x="5829750" y="1946213"/>
            <a:ext cx="2287815" cy="393799"/>
          </a:xfrm>
        </p:spPr>
        <p:txBody>
          <a:bodyPr/>
          <a:lstStyle/>
          <a:p>
            <a:r>
              <a:rPr lang="en-US" sz="2000" dirty="0"/>
              <a:t>95, 27, 32, 67, 40</a:t>
            </a:r>
          </a:p>
        </p:txBody>
      </p:sp>
      <p:sp>
        <p:nvSpPr>
          <p:cNvPr id="27" name="Content Placeholder 26">
            <a:extLst>
              <a:ext uri="{FF2B5EF4-FFF2-40B4-BE49-F238E27FC236}">
                <a16:creationId xmlns:a16="http://schemas.microsoft.com/office/drawing/2014/main" id="{62087C4B-B9F4-4F6A-82B4-76BA410E3186}"/>
              </a:ext>
            </a:extLst>
          </p:cNvPr>
          <p:cNvSpPr>
            <a:spLocks noGrp="1"/>
          </p:cNvSpPr>
          <p:nvPr>
            <p:ph sz="quarter" idx="16"/>
          </p:nvPr>
        </p:nvSpPr>
        <p:spPr>
          <a:xfrm>
            <a:off x="342900" y="2934153"/>
            <a:ext cx="3184071" cy="412535"/>
          </a:xfrm>
        </p:spPr>
        <p:txBody>
          <a:bodyPr/>
          <a:lstStyle/>
          <a:p>
            <a:pPr marL="402336" indent="-402336">
              <a:buFont typeface="+mj-lt"/>
              <a:buAutoNum type="arabicPeriod" startAt="2"/>
            </a:pPr>
            <a:r>
              <a:rPr lang="en-US" sz="2000" dirty="0"/>
              <a:t>Find the middle value.</a:t>
            </a:r>
          </a:p>
        </p:txBody>
      </p:sp>
      <p:pic>
        <p:nvPicPr>
          <p:cNvPr id="37" name="Picture 36" descr="An arrow points from the text that reads find the middle-value points to 27, 32, 40, 67, and 95.">
            <a:extLst>
              <a:ext uri="{FF2B5EF4-FFF2-40B4-BE49-F238E27FC236}">
                <a16:creationId xmlns:a16="http://schemas.microsoft.com/office/drawing/2014/main" id="{48C5C055-83FA-486B-8CF4-C5FB40975FA7}"/>
              </a:ext>
            </a:extLst>
          </p:cNvPr>
          <p:cNvPicPr>
            <a:picLocks noChangeAspect="1"/>
          </p:cNvPicPr>
          <p:nvPr/>
        </p:nvPicPr>
        <p:blipFill>
          <a:blip r:embed="rId3"/>
          <a:stretch>
            <a:fillRect/>
          </a:stretch>
        </p:blipFill>
        <p:spPr>
          <a:xfrm>
            <a:off x="3574593" y="3004271"/>
            <a:ext cx="2287815" cy="372466"/>
          </a:xfrm>
          <a:prstGeom prst="rect">
            <a:avLst/>
          </a:prstGeom>
        </p:spPr>
      </p:pic>
      <p:pic>
        <p:nvPicPr>
          <p:cNvPr id="38" name="Picture 37" descr="An arrow points from 95, 27, 32, 67, and 40 to 27, 32, 40, 67, and 95.">
            <a:extLst>
              <a:ext uri="{FF2B5EF4-FFF2-40B4-BE49-F238E27FC236}">
                <a16:creationId xmlns:a16="http://schemas.microsoft.com/office/drawing/2014/main" id="{27125FCF-77A4-47CD-B544-3B4AC5C71EFB}"/>
              </a:ext>
            </a:extLst>
          </p:cNvPr>
          <p:cNvPicPr>
            <a:picLocks noChangeAspect="1"/>
          </p:cNvPicPr>
          <p:nvPr/>
        </p:nvPicPr>
        <p:blipFill>
          <a:blip r:embed="rId4"/>
          <a:stretch>
            <a:fillRect/>
          </a:stretch>
        </p:blipFill>
        <p:spPr>
          <a:xfrm>
            <a:off x="6857823" y="2358039"/>
            <a:ext cx="231668" cy="646232"/>
          </a:xfrm>
          <a:prstGeom prst="rect">
            <a:avLst/>
          </a:prstGeom>
        </p:spPr>
      </p:pic>
      <p:sp>
        <p:nvSpPr>
          <p:cNvPr id="28" name="Content Placeholder 27">
            <a:extLst>
              <a:ext uri="{FF2B5EF4-FFF2-40B4-BE49-F238E27FC236}">
                <a16:creationId xmlns:a16="http://schemas.microsoft.com/office/drawing/2014/main" id="{A32461D1-B5D1-4E7D-B0C3-C05FA61A05AB}"/>
              </a:ext>
            </a:extLst>
          </p:cNvPr>
          <p:cNvSpPr>
            <a:spLocks noGrp="1"/>
          </p:cNvSpPr>
          <p:nvPr>
            <p:ph sz="quarter" idx="17"/>
          </p:nvPr>
        </p:nvSpPr>
        <p:spPr>
          <a:xfrm>
            <a:off x="5862408" y="2956065"/>
            <a:ext cx="2255157" cy="415807"/>
          </a:xfrm>
        </p:spPr>
        <p:txBody>
          <a:bodyPr/>
          <a:lstStyle/>
          <a:p>
            <a:r>
              <a:rPr lang="en-US" sz="2000" dirty="0"/>
              <a:t>27, 32, 40 , 67, 95</a:t>
            </a:r>
          </a:p>
        </p:txBody>
      </p:sp>
      <p:pic>
        <p:nvPicPr>
          <p:cNvPr id="39" name="Picture 38" descr="An arrow points from 27, 32, 40, 67, and 95 to the median = 40.">
            <a:extLst>
              <a:ext uri="{FF2B5EF4-FFF2-40B4-BE49-F238E27FC236}">
                <a16:creationId xmlns:a16="http://schemas.microsoft.com/office/drawing/2014/main" id="{04E90505-B582-4503-B0AA-6375905B4985}"/>
              </a:ext>
            </a:extLst>
          </p:cNvPr>
          <p:cNvPicPr>
            <a:picLocks noChangeAspect="1"/>
          </p:cNvPicPr>
          <p:nvPr/>
        </p:nvPicPr>
        <p:blipFill>
          <a:blip r:embed="rId4"/>
          <a:stretch>
            <a:fillRect/>
          </a:stretch>
        </p:blipFill>
        <p:spPr>
          <a:xfrm>
            <a:off x="6857823" y="3429000"/>
            <a:ext cx="231668" cy="646232"/>
          </a:xfrm>
          <a:prstGeom prst="rect">
            <a:avLst/>
          </a:prstGeom>
        </p:spPr>
      </p:pic>
      <p:sp>
        <p:nvSpPr>
          <p:cNvPr id="29" name="Content Placeholder 28">
            <a:extLst>
              <a:ext uri="{FF2B5EF4-FFF2-40B4-BE49-F238E27FC236}">
                <a16:creationId xmlns:a16="http://schemas.microsoft.com/office/drawing/2014/main" id="{02B5FC04-64B2-46C7-97B9-8EB84A8F42DE}"/>
              </a:ext>
            </a:extLst>
          </p:cNvPr>
          <p:cNvSpPr>
            <a:spLocks noGrp="1"/>
          </p:cNvSpPr>
          <p:nvPr>
            <p:ph sz="quarter" idx="18"/>
          </p:nvPr>
        </p:nvSpPr>
        <p:spPr>
          <a:xfrm>
            <a:off x="6167207" y="3922604"/>
            <a:ext cx="1645557" cy="421368"/>
          </a:xfrm>
        </p:spPr>
        <p:txBody>
          <a:bodyPr/>
          <a:lstStyle/>
          <a:p>
            <a:r>
              <a:rPr lang="en-US" sz="2000" b="1" dirty="0">
                <a:solidFill>
                  <a:srgbClr val="A9131A"/>
                </a:solidFill>
              </a:rPr>
              <a:t>Median = 40</a:t>
            </a:r>
            <a:endParaRPr lang="en-US" sz="2000" dirty="0">
              <a:solidFill>
                <a:srgbClr val="A9131A"/>
              </a:solidFill>
            </a:endParaRPr>
          </a:p>
        </p:txBody>
      </p:sp>
      <p:sp>
        <p:nvSpPr>
          <p:cNvPr id="30" name="Content Placeholder 29">
            <a:extLst>
              <a:ext uri="{FF2B5EF4-FFF2-40B4-BE49-F238E27FC236}">
                <a16:creationId xmlns:a16="http://schemas.microsoft.com/office/drawing/2014/main" id="{C2BC7CE9-DFB7-4365-BDB3-64853D410CC8}"/>
              </a:ext>
            </a:extLst>
          </p:cNvPr>
          <p:cNvSpPr>
            <a:spLocks noGrp="1"/>
          </p:cNvSpPr>
          <p:nvPr>
            <p:ph sz="quarter" idx="19"/>
          </p:nvPr>
        </p:nvSpPr>
        <p:spPr>
          <a:xfrm>
            <a:off x="342901" y="4390577"/>
            <a:ext cx="8191500" cy="1124852"/>
          </a:xfrm>
        </p:spPr>
        <p:txBody>
          <a:bodyPr/>
          <a:lstStyle/>
          <a:p>
            <a:pPr marL="347663" indent="-347663">
              <a:spcBef>
                <a:spcPct val="50000"/>
              </a:spcBef>
            </a:pPr>
            <a:r>
              <a:rPr lang="en-US" sz="2000" dirty="0"/>
              <a:t>a. Odd number of values: Median is the middle value.</a:t>
            </a:r>
          </a:p>
          <a:p>
            <a:pPr marL="347663" indent="-347663">
              <a:spcBef>
                <a:spcPct val="50000"/>
              </a:spcBef>
            </a:pPr>
            <a:r>
              <a:rPr lang="en-US" sz="2000" dirty="0"/>
              <a:t>b. Even number of values: Median is the average of the two middle values.</a:t>
            </a:r>
            <a:endParaRPr lang="en-US" sz="2000" dirty="0">
              <a:solidFill>
                <a:schemeClr val="accent1"/>
              </a:solidFill>
            </a:endParaRPr>
          </a:p>
        </p:txBody>
      </p:sp>
      <p:sp>
        <p:nvSpPr>
          <p:cNvPr id="31" name="Content Placeholder 30">
            <a:extLst>
              <a:ext uri="{FF2B5EF4-FFF2-40B4-BE49-F238E27FC236}">
                <a16:creationId xmlns:a16="http://schemas.microsoft.com/office/drawing/2014/main" id="{FD28E1D5-8234-4878-939B-27DB1FA422CA}"/>
              </a:ext>
            </a:extLst>
          </p:cNvPr>
          <p:cNvSpPr>
            <a:spLocks noGrp="1"/>
          </p:cNvSpPr>
          <p:nvPr>
            <p:ph sz="quarter" idx="20"/>
          </p:nvPr>
        </p:nvSpPr>
        <p:spPr>
          <a:xfrm>
            <a:off x="904421" y="5762286"/>
            <a:ext cx="1767087" cy="396566"/>
          </a:xfrm>
        </p:spPr>
        <p:txBody>
          <a:bodyPr/>
          <a:lstStyle/>
          <a:p>
            <a:r>
              <a:rPr lang="en-US" sz="2000" dirty="0"/>
              <a:t>95, 32, 67, 40</a:t>
            </a:r>
          </a:p>
        </p:txBody>
      </p:sp>
      <p:sp>
        <p:nvSpPr>
          <p:cNvPr id="32" name="Content Placeholder 31">
            <a:extLst>
              <a:ext uri="{FF2B5EF4-FFF2-40B4-BE49-F238E27FC236}">
                <a16:creationId xmlns:a16="http://schemas.microsoft.com/office/drawing/2014/main" id="{C03C0318-87E4-4147-9EAC-EC9A403490B3}"/>
              </a:ext>
            </a:extLst>
          </p:cNvPr>
          <p:cNvSpPr>
            <a:spLocks noGrp="1"/>
          </p:cNvSpPr>
          <p:nvPr>
            <p:ph sz="quarter" idx="21"/>
          </p:nvPr>
        </p:nvSpPr>
        <p:spPr>
          <a:xfrm>
            <a:off x="2992235" y="5763907"/>
            <a:ext cx="2870173" cy="411556"/>
          </a:xfrm>
        </p:spPr>
        <p:txBody>
          <a:bodyPr/>
          <a:lstStyle/>
          <a:p>
            <a:r>
              <a:rPr lang="en-US" sz="2000" dirty="0"/>
              <a:t>Ordered: 32, 40, 67, 95</a:t>
            </a:r>
          </a:p>
        </p:txBody>
      </p:sp>
      <p:graphicFrame>
        <p:nvGraphicFramePr>
          <p:cNvPr id="40" name="Object 39">
            <a:extLst>
              <a:ext uri="{FF2B5EF4-FFF2-40B4-BE49-F238E27FC236}">
                <a16:creationId xmlns:a16="http://schemas.microsoft.com/office/drawing/2014/main" id="{07E019B9-5C8C-41E4-AD9C-5E15471C6B08}"/>
              </a:ext>
            </a:extLst>
          </p:cNvPr>
          <p:cNvGraphicFramePr>
            <a:graphicFrameLocks noChangeAspect="1"/>
          </p:cNvGraphicFramePr>
          <p:nvPr>
            <p:extLst>
              <p:ext uri="{D42A27DB-BD31-4B8C-83A1-F6EECF244321}">
                <p14:modId xmlns:p14="http://schemas.microsoft.com/office/powerpoint/2010/main" val="2160900718"/>
              </p:ext>
            </p:extLst>
          </p:nvPr>
        </p:nvGraphicFramePr>
        <p:xfrm>
          <a:off x="6167207" y="5634284"/>
          <a:ext cx="1549400" cy="622300"/>
        </p:xfrm>
        <a:graphic>
          <a:graphicData uri="http://schemas.openxmlformats.org/presentationml/2006/ole">
            <mc:AlternateContent xmlns:mc="http://schemas.openxmlformats.org/markup-compatibility/2006">
              <mc:Choice xmlns:v="urn:schemas-microsoft-com:vml" Requires="v">
                <p:oleObj spid="_x0000_s7179" name="Equation" r:id="rId5" imgW="1549080" imgH="622080" progId="Equation.DSMT4">
                  <p:embed/>
                </p:oleObj>
              </mc:Choice>
              <mc:Fallback>
                <p:oleObj name="Equation" r:id="rId5" imgW="1549080" imgH="622080" progId="Equation.DSMT4">
                  <p:embed/>
                  <p:pic>
                    <p:nvPicPr>
                      <p:cNvPr id="40" name="Object 39">
                        <a:extLst>
                          <a:ext uri="{FF2B5EF4-FFF2-40B4-BE49-F238E27FC236}">
                            <a16:creationId xmlns:a16="http://schemas.microsoft.com/office/drawing/2014/main" id="{07E019B9-5C8C-41E4-AD9C-5E15471C6B08}"/>
                          </a:ext>
                        </a:extLst>
                      </p:cNvPr>
                      <p:cNvPicPr/>
                      <p:nvPr/>
                    </p:nvPicPr>
                    <p:blipFill>
                      <a:blip r:embed="rId6"/>
                      <a:stretch>
                        <a:fillRect/>
                      </a:stretch>
                    </p:blipFill>
                    <p:spPr>
                      <a:xfrm>
                        <a:off x="6167207" y="5634284"/>
                        <a:ext cx="1549400" cy="622300"/>
                      </a:xfrm>
                      <a:prstGeom prst="rect">
                        <a:avLst/>
                      </a:prstGeom>
                    </p:spPr>
                  </p:pic>
                </p:oleObj>
              </mc:Fallback>
            </mc:AlternateContent>
          </a:graphicData>
        </a:graphic>
      </p:graphicFrame>
      <p:sp>
        <p:nvSpPr>
          <p:cNvPr id="11" name="Slide Number Placeholder 10">
            <a:extLst>
              <a:ext uri="{FF2B5EF4-FFF2-40B4-BE49-F238E27FC236}">
                <a16:creationId xmlns:a16="http://schemas.microsoft.com/office/drawing/2014/main" id="{DC81005F-8979-4354-899B-7BB86A83D86E}"/>
              </a:ext>
            </a:extLst>
          </p:cNvPr>
          <p:cNvSpPr>
            <a:spLocks noGrp="1"/>
          </p:cNvSpPr>
          <p:nvPr>
            <p:ph type="sldNum" sz="quarter" idx="10"/>
          </p:nvPr>
        </p:nvSpPr>
        <p:spPr/>
        <p:txBody>
          <a:bodyPr/>
          <a:lstStyle/>
          <a:p>
            <a:fld id="{68151E55-6873-49E2-B8D5-2F265E6F1973}" type="slidenum">
              <a:rPr lang="en-US" smtClean="0"/>
              <a:t>13</a:t>
            </a:fld>
            <a:endParaRPr lang="en-US" dirty="0"/>
          </a:p>
        </p:txBody>
      </p:sp>
    </p:spTree>
    <p:extLst>
      <p:ext uri="{BB962C8B-B14F-4D97-AF65-F5344CB8AC3E}">
        <p14:creationId xmlns:p14="http://schemas.microsoft.com/office/powerpoint/2010/main" val="33881408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65B73-C9BE-49E7-9ADB-8093BB20389B}"/>
              </a:ext>
            </a:extLst>
          </p:cNvPr>
          <p:cNvSpPr>
            <a:spLocks noGrp="1"/>
          </p:cNvSpPr>
          <p:nvPr>
            <p:ph type="title"/>
          </p:nvPr>
        </p:nvSpPr>
        <p:spPr/>
        <p:txBody>
          <a:bodyPr>
            <a:normAutofit/>
          </a:bodyPr>
          <a:lstStyle/>
          <a:p>
            <a:r>
              <a:rPr lang="en-US" sz="3600" dirty="0"/>
              <a:t>Mode</a:t>
            </a:r>
          </a:p>
        </p:txBody>
      </p:sp>
      <p:sp>
        <p:nvSpPr>
          <p:cNvPr id="3" name="Content Placeholder 2">
            <a:extLst>
              <a:ext uri="{FF2B5EF4-FFF2-40B4-BE49-F238E27FC236}">
                <a16:creationId xmlns:a16="http://schemas.microsoft.com/office/drawing/2014/main" id="{905B4995-6A70-43F9-8FAE-44C1D4A800F6}"/>
              </a:ext>
            </a:extLst>
          </p:cNvPr>
          <p:cNvSpPr>
            <a:spLocks noGrp="1"/>
          </p:cNvSpPr>
          <p:nvPr>
            <p:ph sz="quarter" idx="11"/>
          </p:nvPr>
        </p:nvSpPr>
        <p:spPr/>
        <p:txBody>
          <a:bodyPr/>
          <a:lstStyle/>
          <a:p>
            <a:pPr algn="ctr"/>
            <a:r>
              <a:rPr lang="en-US" b="1" dirty="0"/>
              <a:t>Mode is the value that occurs most often.</a:t>
            </a:r>
          </a:p>
        </p:txBody>
      </p:sp>
      <p:sp>
        <p:nvSpPr>
          <p:cNvPr id="4" name="Content Placeholder 3">
            <a:extLst>
              <a:ext uri="{FF2B5EF4-FFF2-40B4-BE49-F238E27FC236}">
                <a16:creationId xmlns:a16="http://schemas.microsoft.com/office/drawing/2014/main" id="{C5F68063-7704-48A5-A7F8-031023DF9D0E}"/>
              </a:ext>
            </a:extLst>
          </p:cNvPr>
          <p:cNvSpPr>
            <a:spLocks noGrp="1"/>
          </p:cNvSpPr>
          <p:nvPr>
            <p:ph sz="quarter" idx="14"/>
          </p:nvPr>
        </p:nvSpPr>
        <p:spPr>
          <a:xfrm>
            <a:off x="342900" y="2070495"/>
            <a:ext cx="8458200" cy="1514533"/>
          </a:xfrm>
        </p:spPr>
        <p:txBody>
          <a:bodyPr/>
          <a:lstStyle/>
          <a:p>
            <a:pPr>
              <a:spcBef>
                <a:spcPct val="50000"/>
              </a:spcBef>
            </a:pPr>
            <a:r>
              <a:rPr lang="en-US" dirty="0"/>
              <a:t>If two or more numbers appear most often, you may have two or more modes.</a:t>
            </a:r>
          </a:p>
          <a:p>
            <a:pPr>
              <a:spcBef>
                <a:spcPct val="50000"/>
              </a:spcBef>
            </a:pPr>
            <a:r>
              <a:rPr lang="en-US" dirty="0"/>
              <a:t>If all the values are different, there is no mode.</a:t>
            </a:r>
          </a:p>
        </p:txBody>
      </p:sp>
      <p:sp>
        <p:nvSpPr>
          <p:cNvPr id="5" name="Content Placeholder 4">
            <a:extLst>
              <a:ext uri="{FF2B5EF4-FFF2-40B4-BE49-F238E27FC236}">
                <a16:creationId xmlns:a16="http://schemas.microsoft.com/office/drawing/2014/main" id="{074D6F4E-AFC2-4BA9-883C-996AB9F8C0C3}"/>
              </a:ext>
            </a:extLst>
          </p:cNvPr>
          <p:cNvSpPr>
            <a:spLocks noGrp="1"/>
          </p:cNvSpPr>
          <p:nvPr>
            <p:ph sz="quarter" idx="15"/>
          </p:nvPr>
        </p:nvSpPr>
        <p:spPr>
          <a:xfrm>
            <a:off x="342900" y="3729847"/>
            <a:ext cx="8458200" cy="1192439"/>
          </a:xfrm>
        </p:spPr>
        <p:txBody>
          <a:bodyPr/>
          <a:lstStyle/>
          <a:p>
            <a:pPr>
              <a:spcBef>
                <a:spcPct val="50000"/>
              </a:spcBef>
            </a:pPr>
            <a:r>
              <a:rPr lang="en-US" b="1" i="1" dirty="0"/>
              <a:t>Example:</a:t>
            </a:r>
          </a:p>
          <a:p>
            <a:pPr>
              <a:spcBef>
                <a:spcPct val="50000"/>
              </a:spcBef>
            </a:pPr>
            <a:r>
              <a:rPr lang="en-US" dirty="0"/>
              <a:t>Find the mode of the following data:</a:t>
            </a:r>
          </a:p>
        </p:txBody>
      </p:sp>
      <p:sp>
        <p:nvSpPr>
          <p:cNvPr id="6" name="Content Placeholder 5">
            <a:extLst>
              <a:ext uri="{FF2B5EF4-FFF2-40B4-BE49-F238E27FC236}">
                <a16:creationId xmlns:a16="http://schemas.microsoft.com/office/drawing/2014/main" id="{DB03BD7C-E5BF-40C6-B436-659A5C327EA1}"/>
              </a:ext>
            </a:extLst>
          </p:cNvPr>
          <p:cNvSpPr>
            <a:spLocks noGrp="1"/>
          </p:cNvSpPr>
          <p:nvPr>
            <p:ph sz="quarter" idx="16"/>
          </p:nvPr>
        </p:nvSpPr>
        <p:spPr>
          <a:xfrm>
            <a:off x="2827564" y="4907447"/>
            <a:ext cx="3488871" cy="468303"/>
          </a:xfrm>
        </p:spPr>
        <p:txBody>
          <a:bodyPr/>
          <a:lstStyle/>
          <a:p>
            <a:r>
              <a:rPr lang="en-US" dirty="0"/>
              <a:t>3, 4, 5, 6, 3, 8, 9, 3, 5, 3</a:t>
            </a:r>
          </a:p>
        </p:txBody>
      </p:sp>
      <p:sp>
        <p:nvSpPr>
          <p:cNvPr id="7" name="Content Placeholder 6">
            <a:extLst>
              <a:ext uri="{FF2B5EF4-FFF2-40B4-BE49-F238E27FC236}">
                <a16:creationId xmlns:a16="http://schemas.microsoft.com/office/drawing/2014/main" id="{4A6B4A46-18A2-4AEB-B1FB-37D457E4050D}"/>
              </a:ext>
            </a:extLst>
          </p:cNvPr>
          <p:cNvSpPr>
            <a:spLocks noGrp="1"/>
          </p:cNvSpPr>
          <p:nvPr>
            <p:ph sz="quarter" idx="17"/>
          </p:nvPr>
        </p:nvSpPr>
        <p:spPr>
          <a:xfrm>
            <a:off x="342900" y="5389906"/>
            <a:ext cx="1572986" cy="473865"/>
          </a:xfrm>
        </p:spPr>
        <p:txBody>
          <a:bodyPr/>
          <a:lstStyle/>
          <a:p>
            <a:r>
              <a:rPr lang="en-US" b="1" i="1" dirty="0"/>
              <a:t>Solution:</a:t>
            </a:r>
          </a:p>
        </p:txBody>
      </p:sp>
      <p:sp>
        <p:nvSpPr>
          <p:cNvPr id="8" name="Content Placeholder 7">
            <a:extLst>
              <a:ext uri="{FF2B5EF4-FFF2-40B4-BE49-F238E27FC236}">
                <a16:creationId xmlns:a16="http://schemas.microsoft.com/office/drawing/2014/main" id="{F516C00F-D1A8-4B1C-BC44-10A167892BEA}"/>
              </a:ext>
            </a:extLst>
          </p:cNvPr>
          <p:cNvSpPr>
            <a:spLocks noGrp="1"/>
          </p:cNvSpPr>
          <p:nvPr>
            <p:ph sz="quarter" idx="18"/>
          </p:nvPr>
        </p:nvSpPr>
        <p:spPr>
          <a:xfrm>
            <a:off x="1915886" y="5398860"/>
            <a:ext cx="5767614" cy="464911"/>
          </a:xfrm>
        </p:spPr>
        <p:txBody>
          <a:bodyPr/>
          <a:lstStyle/>
          <a:p>
            <a:r>
              <a:rPr lang="en-US" b="1" dirty="0">
                <a:solidFill>
                  <a:srgbClr val="A9131A"/>
                </a:solidFill>
              </a:rPr>
              <a:t>3 </a:t>
            </a:r>
            <a:r>
              <a:rPr lang="en-US" b="1" dirty="0"/>
              <a:t>is the mode since it is listed 4 times.</a:t>
            </a:r>
          </a:p>
        </p:txBody>
      </p:sp>
      <p:sp>
        <p:nvSpPr>
          <p:cNvPr id="11" name="Slide Number Placeholder 10">
            <a:extLst>
              <a:ext uri="{FF2B5EF4-FFF2-40B4-BE49-F238E27FC236}">
                <a16:creationId xmlns:a16="http://schemas.microsoft.com/office/drawing/2014/main" id="{0FEBE412-B2D5-4078-9BD1-5F29FBEDD337}"/>
              </a:ext>
            </a:extLst>
          </p:cNvPr>
          <p:cNvSpPr>
            <a:spLocks noGrp="1"/>
          </p:cNvSpPr>
          <p:nvPr>
            <p:ph type="sldNum" sz="quarter" idx="10"/>
          </p:nvPr>
        </p:nvSpPr>
        <p:spPr/>
        <p:txBody>
          <a:bodyPr/>
          <a:lstStyle/>
          <a:p>
            <a:fld id="{68151E55-6873-49E2-B8D5-2F265E6F1973}" type="slidenum">
              <a:rPr lang="en-US" smtClean="0"/>
              <a:t>14</a:t>
            </a:fld>
            <a:endParaRPr lang="en-US" dirty="0"/>
          </a:p>
        </p:txBody>
      </p:sp>
    </p:spTree>
    <p:extLst>
      <p:ext uri="{BB962C8B-B14F-4D97-AF65-F5344CB8AC3E}">
        <p14:creationId xmlns:p14="http://schemas.microsoft.com/office/powerpoint/2010/main" val="22729974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8699F-5E35-4D19-954D-205303226B0C}"/>
              </a:ext>
            </a:extLst>
          </p:cNvPr>
          <p:cNvSpPr>
            <a:spLocks noGrp="1"/>
          </p:cNvSpPr>
          <p:nvPr>
            <p:ph type="title"/>
          </p:nvPr>
        </p:nvSpPr>
        <p:spPr/>
        <p:txBody>
          <a:bodyPr>
            <a:normAutofit/>
          </a:bodyPr>
          <a:lstStyle/>
          <a:p>
            <a:r>
              <a:rPr lang="en-US" sz="3600" dirty="0"/>
              <a:t>Measure of Dispersion</a:t>
            </a:r>
          </a:p>
        </p:txBody>
      </p:sp>
      <p:sp>
        <p:nvSpPr>
          <p:cNvPr id="3" name="Content Placeholder 2">
            <a:extLst>
              <a:ext uri="{FF2B5EF4-FFF2-40B4-BE49-F238E27FC236}">
                <a16:creationId xmlns:a16="http://schemas.microsoft.com/office/drawing/2014/main" id="{66EF35D6-720A-4D75-8929-D4B9B9B47A91}"/>
              </a:ext>
            </a:extLst>
          </p:cNvPr>
          <p:cNvSpPr>
            <a:spLocks noGrp="1"/>
          </p:cNvSpPr>
          <p:nvPr>
            <p:ph sz="quarter" idx="11"/>
          </p:nvPr>
        </p:nvSpPr>
        <p:spPr>
          <a:xfrm>
            <a:off x="342900" y="1276709"/>
            <a:ext cx="8458200" cy="1930948"/>
          </a:xfrm>
        </p:spPr>
        <p:txBody>
          <a:bodyPr/>
          <a:lstStyle/>
          <a:p>
            <a:r>
              <a:rPr lang="en-US" sz="2200" b="1" dirty="0"/>
              <a:t>Measure of Dispersion – </a:t>
            </a:r>
            <a:r>
              <a:rPr lang="en-US" sz="2200" dirty="0"/>
              <a:t>A number that describes how the numbers of a set of data are spread out or dispersed. </a:t>
            </a:r>
            <a:r>
              <a:rPr lang="en-US" sz="2200" b="1" dirty="0"/>
              <a:t>Range and standard deviation are measures of dispersion.</a:t>
            </a:r>
          </a:p>
          <a:p>
            <a:r>
              <a:rPr lang="en-US" sz="2200" b="1" dirty="0"/>
              <a:t>Range – </a:t>
            </a:r>
            <a:r>
              <a:rPr lang="en-US" sz="2200" dirty="0"/>
              <a:t>The difference between the two extreme values (highest and lowest) in a group of values or a set of data.</a:t>
            </a:r>
          </a:p>
        </p:txBody>
      </p:sp>
      <p:sp>
        <p:nvSpPr>
          <p:cNvPr id="4" name="Content Placeholder 3">
            <a:extLst>
              <a:ext uri="{FF2B5EF4-FFF2-40B4-BE49-F238E27FC236}">
                <a16:creationId xmlns:a16="http://schemas.microsoft.com/office/drawing/2014/main" id="{369B63C4-DEE1-4CA7-9B68-9242262E19E9}"/>
              </a:ext>
            </a:extLst>
          </p:cNvPr>
          <p:cNvSpPr>
            <a:spLocks noGrp="1"/>
          </p:cNvSpPr>
          <p:nvPr>
            <p:ph sz="quarter" idx="14"/>
          </p:nvPr>
        </p:nvSpPr>
        <p:spPr>
          <a:xfrm>
            <a:off x="342900" y="3515710"/>
            <a:ext cx="8458200" cy="552843"/>
          </a:xfrm>
        </p:spPr>
        <p:txBody>
          <a:bodyPr/>
          <a:lstStyle/>
          <a:p>
            <a:pPr algn="ctr"/>
            <a:r>
              <a:rPr lang="en-US" b="1" i="1" dirty="0"/>
              <a:t>Range = Highest value − Lowest value</a:t>
            </a:r>
          </a:p>
        </p:txBody>
      </p:sp>
      <p:sp>
        <p:nvSpPr>
          <p:cNvPr id="8" name="Content Placeholder 7">
            <a:extLst>
              <a:ext uri="{FF2B5EF4-FFF2-40B4-BE49-F238E27FC236}">
                <a16:creationId xmlns:a16="http://schemas.microsoft.com/office/drawing/2014/main" id="{662FA0CE-1ACF-4EA8-8433-CB00EE80B631}"/>
              </a:ext>
            </a:extLst>
          </p:cNvPr>
          <p:cNvSpPr>
            <a:spLocks noGrp="1"/>
          </p:cNvSpPr>
          <p:nvPr>
            <p:ph sz="quarter" idx="15"/>
          </p:nvPr>
        </p:nvSpPr>
        <p:spPr>
          <a:xfrm>
            <a:off x="356750" y="4173110"/>
            <a:ext cx="8458200" cy="1946929"/>
          </a:xfrm>
        </p:spPr>
        <p:txBody>
          <a:bodyPr/>
          <a:lstStyle/>
          <a:p>
            <a:r>
              <a:rPr lang="en-US" b="1" i="1" dirty="0"/>
              <a:t>Example:</a:t>
            </a:r>
          </a:p>
          <a:p>
            <a:pPr algn="ctr"/>
            <a:r>
              <a:rPr lang="en-US" dirty="0"/>
              <a:t>Find the range of the following values:</a:t>
            </a:r>
          </a:p>
          <a:p>
            <a:pPr algn="ctr"/>
            <a:r>
              <a:rPr lang="en-US" dirty="0"/>
              <a:t>83.6, 77.3, 69.2, 93.1, 85.4, 71.6</a:t>
            </a:r>
          </a:p>
          <a:p>
            <a:pPr algn="ctr"/>
            <a:r>
              <a:rPr lang="en-US" b="1" dirty="0"/>
              <a:t>Range =</a:t>
            </a:r>
            <a:r>
              <a:rPr lang="en-US" dirty="0"/>
              <a:t> 93.1 − 69.2 </a:t>
            </a:r>
            <a:r>
              <a:rPr lang="en-US" b="1" dirty="0"/>
              <a:t>= </a:t>
            </a:r>
            <a:r>
              <a:rPr lang="en-US" b="1" dirty="0">
                <a:solidFill>
                  <a:srgbClr val="A9131A"/>
                </a:solidFill>
              </a:rPr>
              <a:t>23.9</a:t>
            </a:r>
          </a:p>
        </p:txBody>
      </p:sp>
      <p:sp>
        <p:nvSpPr>
          <p:cNvPr id="7" name="Slide Number Placeholder 6">
            <a:extLst>
              <a:ext uri="{FF2B5EF4-FFF2-40B4-BE49-F238E27FC236}">
                <a16:creationId xmlns:a16="http://schemas.microsoft.com/office/drawing/2014/main" id="{0219710F-FE22-41D8-A528-DC7D34BEDAFC}"/>
              </a:ext>
            </a:extLst>
          </p:cNvPr>
          <p:cNvSpPr>
            <a:spLocks noGrp="1"/>
          </p:cNvSpPr>
          <p:nvPr>
            <p:ph type="sldNum" sz="quarter" idx="10"/>
          </p:nvPr>
        </p:nvSpPr>
        <p:spPr/>
        <p:txBody>
          <a:bodyPr/>
          <a:lstStyle/>
          <a:p>
            <a:fld id="{68151E55-6873-49E2-B8D5-2F265E6F1973}" type="slidenum">
              <a:rPr lang="en-US" smtClean="0"/>
              <a:t>15</a:t>
            </a:fld>
            <a:endParaRPr lang="en-US"/>
          </a:p>
        </p:txBody>
      </p:sp>
    </p:spTree>
    <p:extLst>
      <p:ext uri="{BB962C8B-B14F-4D97-AF65-F5344CB8AC3E}">
        <p14:creationId xmlns:p14="http://schemas.microsoft.com/office/powerpoint/2010/main" val="38121238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EE421-5C25-4C03-8ED6-FC2A2608AF85}"/>
              </a:ext>
            </a:extLst>
          </p:cNvPr>
          <p:cNvSpPr>
            <a:spLocks noGrp="1"/>
          </p:cNvSpPr>
          <p:nvPr>
            <p:ph type="title"/>
          </p:nvPr>
        </p:nvSpPr>
        <p:spPr/>
        <p:txBody>
          <a:bodyPr>
            <a:normAutofit/>
          </a:bodyPr>
          <a:lstStyle/>
          <a:p>
            <a:r>
              <a:rPr lang="en-US" sz="3600" dirty="0"/>
              <a:t>Variance and Standard Deviation</a:t>
            </a:r>
          </a:p>
        </p:txBody>
      </p:sp>
      <p:sp>
        <p:nvSpPr>
          <p:cNvPr id="3" name="Content Placeholder 2">
            <a:extLst>
              <a:ext uri="{FF2B5EF4-FFF2-40B4-BE49-F238E27FC236}">
                <a16:creationId xmlns:a16="http://schemas.microsoft.com/office/drawing/2014/main" id="{AA5A471A-EFFC-417E-BEB6-8D493C370FAF}"/>
              </a:ext>
            </a:extLst>
          </p:cNvPr>
          <p:cNvSpPr>
            <a:spLocks noGrp="1"/>
          </p:cNvSpPr>
          <p:nvPr>
            <p:ph sz="quarter" idx="11"/>
          </p:nvPr>
        </p:nvSpPr>
        <p:spPr>
          <a:xfrm>
            <a:off x="342900" y="1276710"/>
            <a:ext cx="8458200" cy="697234"/>
          </a:xfrm>
        </p:spPr>
        <p:txBody>
          <a:bodyPr/>
          <a:lstStyle/>
          <a:p>
            <a:r>
              <a:rPr lang="en-US" sz="2000" b="1" dirty="0"/>
              <a:t>Standard deviation is intended to measure the spread of data around the mean.</a:t>
            </a:r>
          </a:p>
        </p:txBody>
      </p:sp>
      <p:sp>
        <p:nvSpPr>
          <p:cNvPr id="4" name="Content Placeholder 3">
            <a:extLst>
              <a:ext uri="{FF2B5EF4-FFF2-40B4-BE49-F238E27FC236}">
                <a16:creationId xmlns:a16="http://schemas.microsoft.com/office/drawing/2014/main" id="{29C145E4-CFF5-4ED2-B6E2-33976FAE980A}"/>
              </a:ext>
            </a:extLst>
          </p:cNvPr>
          <p:cNvSpPr>
            <a:spLocks noGrp="1"/>
          </p:cNvSpPr>
          <p:nvPr>
            <p:ph sz="quarter" idx="14"/>
          </p:nvPr>
        </p:nvSpPr>
        <p:spPr>
          <a:xfrm>
            <a:off x="342900" y="1997582"/>
            <a:ext cx="1195614" cy="416196"/>
          </a:xfrm>
        </p:spPr>
        <p:txBody>
          <a:bodyPr/>
          <a:lstStyle/>
          <a:p>
            <a:r>
              <a:rPr lang="en-US" sz="2000" b="1" i="1" dirty="0"/>
              <a:t>6 Steps</a:t>
            </a:r>
          </a:p>
        </p:txBody>
      </p:sp>
      <p:sp>
        <p:nvSpPr>
          <p:cNvPr id="8" name="Content Placeholder 7">
            <a:extLst>
              <a:ext uri="{FF2B5EF4-FFF2-40B4-BE49-F238E27FC236}">
                <a16:creationId xmlns:a16="http://schemas.microsoft.com/office/drawing/2014/main" id="{330CAE95-0C76-48AC-8C9D-48D43B8C9218}"/>
              </a:ext>
            </a:extLst>
          </p:cNvPr>
          <p:cNvSpPr>
            <a:spLocks noGrp="1"/>
          </p:cNvSpPr>
          <p:nvPr>
            <p:ph sz="quarter" idx="15"/>
          </p:nvPr>
        </p:nvSpPr>
        <p:spPr>
          <a:xfrm>
            <a:off x="356750" y="2645225"/>
            <a:ext cx="8458200" cy="3784604"/>
          </a:xfrm>
        </p:spPr>
        <p:txBody>
          <a:bodyPr/>
          <a:lstStyle/>
          <a:p>
            <a:pPr marL="457200" indent="-457200">
              <a:buFont typeface="+mj-lt"/>
              <a:buAutoNum type="arabicPeriod"/>
            </a:pPr>
            <a:r>
              <a:rPr lang="en-US" sz="2000" dirty="0"/>
              <a:t>Find the mean of the set of data.</a:t>
            </a:r>
          </a:p>
          <a:p>
            <a:pPr marL="457200" indent="-457200">
              <a:buFont typeface="+mj-lt"/>
              <a:buAutoNum type="arabicPeriod"/>
            </a:pPr>
            <a:r>
              <a:rPr lang="en-US" sz="2000" dirty="0"/>
              <a:t>Subtract the mean from each data point to find each deviation.</a:t>
            </a:r>
          </a:p>
          <a:p>
            <a:pPr marL="457200" indent="-457200">
              <a:buFont typeface="+mj-lt"/>
              <a:buAutoNum type="arabicPeriod"/>
            </a:pPr>
            <a:r>
              <a:rPr lang="en-US" sz="2000" dirty="0"/>
              <a:t>Square each deviation (multiply the deviation by itself).</a:t>
            </a:r>
          </a:p>
          <a:p>
            <a:pPr marL="457200" indent="-457200">
              <a:buFont typeface="+mj-lt"/>
              <a:buAutoNum type="arabicPeriod"/>
            </a:pPr>
            <a:r>
              <a:rPr lang="en-US" sz="2000" dirty="0"/>
              <a:t>Sum all squared deviations </a:t>
            </a:r>
            <a:r>
              <a:rPr lang="en-US" sz="2000" dirty="0">
                <a:solidFill>
                  <a:srgbClr val="A9131A"/>
                </a:solidFill>
              </a:rPr>
              <a:t>(add them together).</a:t>
            </a:r>
          </a:p>
          <a:p>
            <a:pPr marL="457200" indent="-457200">
              <a:buFont typeface="+mj-lt"/>
              <a:buAutoNum type="arabicPeriod"/>
            </a:pPr>
            <a:r>
              <a:rPr lang="en-US" sz="2000" dirty="0"/>
              <a:t>Divide the sum of the squared deviations by n − 1, where n equals the number of data points. This is the variance.</a:t>
            </a:r>
          </a:p>
          <a:p>
            <a:pPr marL="457200" indent="-457200">
              <a:buFont typeface="+mj-lt"/>
              <a:buAutoNum type="arabicPeriod"/>
            </a:pPr>
            <a:r>
              <a:rPr lang="en-US" sz="2000" dirty="0">
                <a:solidFill>
                  <a:srgbClr val="A9131A"/>
                </a:solidFill>
              </a:rPr>
              <a:t>To calculate the standard deviation, f</a:t>
            </a:r>
            <a:r>
              <a:rPr lang="en-US" sz="2000" dirty="0"/>
              <a:t>ind the square root of the number obtained in Step 5 (</a:t>
            </a:r>
            <a:r>
              <a:rPr lang="en-US" sz="2000" dirty="0">
                <a:solidFill>
                  <a:srgbClr val="A9131A"/>
                </a:solidFill>
              </a:rPr>
              <a:t>Use calculator)</a:t>
            </a:r>
            <a:r>
              <a:rPr lang="en-US" sz="2000" dirty="0"/>
              <a:t>. This is the standard deviation. </a:t>
            </a:r>
            <a:r>
              <a:rPr lang="en-US" sz="2000" dirty="0">
                <a:solidFill>
                  <a:srgbClr val="A9131A"/>
                </a:solidFill>
              </a:rPr>
              <a:t>(the square root is a number that when multiplied by itself equals the amount shown inside the square root symbol).</a:t>
            </a:r>
          </a:p>
        </p:txBody>
      </p:sp>
      <p:sp>
        <p:nvSpPr>
          <p:cNvPr id="7" name="Slide Number Placeholder 6">
            <a:extLst>
              <a:ext uri="{FF2B5EF4-FFF2-40B4-BE49-F238E27FC236}">
                <a16:creationId xmlns:a16="http://schemas.microsoft.com/office/drawing/2014/main" id="{A2A1EDF6-98FC-4BC5-AB00-2A0D38B2EB38}"/>
              </a:ext>
            </a:extLst>
          </p:cNvPr>
          <p:cNvSpPr>
            <a:spLocks noGrp="1"/>
          </p:cNvSpPr>
          <p:nvPr>
            <p:ph type="sldNum" sz="quarter" idx="10"/>
          </p:nvPr>
        </p:nvSpPr>
        <p:spPr/>
        <p:txBody>
          <a:bodyPr/>
          <a:lstStyle/>
          <a:p>
            <a:fld id="{68151E55-6873-49E2-B8D5-2F265E6F1973}" type="slidenum">
              <a:rPr lang="en-US" smtClean="0"/>
              <a:t>16</a:t>
            </a:fld>
            <a:endParaRPr lang="en-US"/>
          </a:p>
        </p:txBody>
      </p:sp>
    </p:spTree>
    <p:extLst>
      <p:ext uri="{BB962C8B-B14F-4D97-AF65-F5344CB8AC3E}">
        <p14:creationId xmlns:p14="http://schemas.microsoft.com/office/powerpoint/2010/main" val="30214698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C261B-79CA-412D-8553-A50E3460B2A9}"/>
              </a:ext>
            </a:extLst>
          </p:cNvPr>
          <p:cNvSpPr>
            <a:spLocks noGrp="1"/>
          </p:cNvSpPr>
          <p:nvPr>
            <p:ph type="title"/>
          </p:nvPr>
        </p:nvSpPr>
        <p:spPr/>
        <p:txBody>
          <a:bodyPr>
            <a:noAutofit/>
          </a:bodyPr>
          <a:lstStyle/>
          <a:p>
            <a:r>
              <a:rPr lang="en-IN" sz="3200" dirty="0"/>
              <a:t>Calculating the Variance and Standard Deviation</a:t>
            </a:r>
            <a:endParaRPr lang="en-US" sz="3200" dirty="0"/>
          </a:p>
        </p:txBody>
      </p:sp>
      <p:sp>
        <p:nvSpPr>
          <p:cNvPr id="3" name="Content Placeholder 2">
            <a:extLst>
              <a:ext uri="{FF2B5EF4-FFF2-40B4-BE49-F238E27FC236}">
                <a16:creationId xmlns:a16="http://schemas.microsoft.com/office/drawing/2014/main" id="{6D5D3434-D7F8-4DD6-B345-98ADD2BE74D5}"/>
              </a:ext>
            </a:extLst>
          </p:cNvPr>
          <p:cNvSpPr>
            <a:spLocks noGrp="1"/>
          </p:cNvSpPr>
          <p:nvPr>
            <p:ph sz="quarter" idx="11"/>
          </p:nvPr>
        </p:nvSpPr>
        <p:spPr>
          <a:xfrm>
            <a:off x="342900" y="2205623"/>
            <a:ext cx="2255157" cy="450491"/>
          </a:xfrm>
        </p:spPr>
        <p:txBody>
          <a:bodyPr/>
          <a:lstStyle/>
          <a:p>
            <a:r>
              <a:rPr lang="en-US" sz="2000" b="1" dirty="0"/>
              <a:t>Sample variance</a:t>
            </a:r>
          </a:p>
        </p:txBody>
      </p:sp>
      <p:graphicFrame>
        <p:nvGraphicFramePr>
          <p:cNvPr id="8" name="Object 7">
            <a:extLst>
              <a:ext uri="{FF2B5EF4-FFF2-40B4-BE49-F238E27FC236}">
                <a16:creationId xmlns:a16="http://schemas.microsoft.com/office/drawing/2014/main" id="{592D6B5A-ECB9-4003-94B7-045F9A63D217}"/>
              </a:ext>
            </a:extLst>
          </p:cNvPr>
          <p:cNvGraphicFramePr>
            <a:graphicFrameLocks noChangeAspect="1"/>
          </p:cNvGraphicFramePr>
          <p:nvPr>
            <p:extLst>
              <p:ext uri="{D42A27DB-BD31-4B8C-83A1-F6EECF244321}">
                <p14:modId xmlns:p14="http://schemas.microsoft.com/office/powerpoint/2010/main" val="2681558311"/>
              </p:ext>
            </p:extLst>
          </p:nvPr>
        </p:nvGraphicFramePr>
        <p:xfrm>
          <a:off x="4264025" y="1938338"/>
          <a:ext cx="2243138" cy="985837"/>
        </p:xfrm>
        <a:graphic>
          <a:graphicData uri="http://schemas.openxmlformats.org/presentationml/2006/ole">
            <mc:AlternateContent xmlns:mc="http://schemas.openxmlformats.org/markup-compatibility/2006">
              <mc:Choice xmlns:v="urn:schemas-microsoft-com:vml" Requires="v">
                <p:oleObj spid="_x0000_s8212" name="Equation" r:id="rId3" imgW="1155600" imgH="507960" progId="Equation.DSMT4">
                  <p:embed/>
                </p:oleObj>
              </mc:Choice>
              <mc:Fallback>
                <p:oleObj name="Equation" r:id="rId3" imgW="1155600" imgH="507960" progId="Equation.DSMT4">
                  <p:embed/>
                  <p:pic>
                    <p:nvPicPr>
                      <p:cNvPr id="8" name="Object 7">
                        <a:extLst>
                          <a:ext uri="{FF2B5EF4-FFF2-40B4-BE49-F238E27FC236}">
                            <a16:creationId xmlns:a16="http://schemas.microsoft.com/office/drawing/2014/main" id="{592D6B5A-ECB9-4003-94B7-045F9A63D217}"/>
                          </a:ext>
                        </a:extLst>
                      </p:cNvPr>
                      <p:cNvPicPr/>
                      <p:nvPr/>
                    </p:nvPicPr>
                    <p:blipFill>
                      <a:blip r:embed="rId4"/>
                      <a:stretch>
                        <a:fillRect/>
                      </a:stretch>
                    </p:blipFill>
                    <p:spPr>
                      <a:xfrm>
                        <a:off x="4264025" y="1938338"/>
                        <a:ext cx="2243138" cy="985837"/>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4DBD247A-E9D3-439E-A6E5-26BFD3358963}"/>
              </a:ext>
            </a:extLst>
          </p:cNvPr>
          <p:cNvSpPr>
            <a:spLocks noGrp="1"/>
          </p:cNvSpPr>
          <p:nvPr>
            <p:ph sz="quarter" idx="14"/>
          </p:nvPr>
        </p:nvSpPr>
        <p:spPr>
          <a:xfrm>
            <a:off x="342900" y="3312886"/>
            <a:ext cx="3488871" cy="388257"/>
          </a:xfrm>
        </p:spPr>
        <p:txBody>
          <a:bodyPr/>
          <a:lstStyle/>
          <a:p>
            <a:r>
              <a:rPr lang="en-US" sz="2000" b="1" dirty="0"/>
              <a:t>Sample standard deviation</a:t>
            </a:r>
          </a:p>
        </p:txBody>
      </p:sp>
      <p:graphicFrame>
        <p:nvGraphicFramePr>
          <p:cNvPr id="9" name="Object 8">
            <a:extLst>
              <a:ext uri="{FF2B5EF4-FFF2-40B4-BE49-F238E27FC236}">
                <a16:creationId xmlns:a16="http://schemas.microsoft.com/office/drawing/2014/main" id="{AE6B19B1-857B-4A19-A628-0861DBAECA27}"/>
              </a:ext>
            </a:extLst>
          </p:cNvPr>
          <p:cNvGraphicFramePr>
            <a:graphicFrameLocks noChangeAspect="1"/>
          </p:cNvGraphicFramePr>
          <p:nvPr>
            <p:extLst>
              <p:ext uri="{D42A27DB-BD31-4B8C-83A1-F6EECF244321}">
                <p14:modId xmlns:p14="http://schemas.microsoft.com/office/powerpoint/2010/main" val="1180771495"/>
              </p:ext>
            </p:extLst>
          </p:nvPr>
        </p:nvGraphicFramePr>
        <p:xfrm>
          <a:off x="4264025" y="3098800"/>
          <a:ext cx="1981200" cy="863600"/>
        </p:xfrm>
        <a:graphic>
          <a:graphicData uri="http://schemas.openxmlformats.org/presentationml/2006/ole">
            <mc:AlternateContent xmlns:mc="http://schemas.openxmlformats.org/markup-compatibility/2006">
              <mc:Choice xmlns:v="urn:schemas-microsoft-com:vml" Requires="v">
                <p:oleObj spid="_x0000_s8213" name="Equation" r:id="rId5" imgW="1981080" imgH="863280" progId="Equation.DSMT4">
                  <p:embed/>
                </p:oleObj>
              </mc:Choice>
              <mc:Fallback>
                <p:oleObj name="Equation" r:id="rId5" imgW="1981080" imgH="863280" progId="Equation.DSMT4">
                  <p:embed/>
                  <p:pic>
                    <p:nvPicPr>
                      <p:cNvPr id="9" name="Object 8">
                        <a:extLst>
                          <a:ext uri="{FF2B5EF4-FFF2-40B4-BE49-F238E27FC236}">
                            <a16:creationId xmlns:a16="http://schemas.microsoft.com/office/drawing/2014/main" id="{AE6B19B1-857B-4A19-A628-0861DBAECA27}"/>
                          </a:ext>
                        </a:extLst>
                      </p:cNvPr>
                      <p:cNvPicPr/>
                      <p:nvPr/>
                    </p:nvPicPr>
                    <p:blipFill>
                      <a:blip r:embed="rId6"/>
                      <a:stretch>
                        <a:fillRect/>
                      </a:stretch>
                    </p:blipFill>
                    <p:spPr>
                      <a:xfrm>
                        <a:off x="4264025" y="3098800"/>
                        <a:ext cx="1981200" cy="863600"/>
                      </a:xfrm>
                      <a:prstGeom prst="rect">
                        <a:avLst/>
                      </a:prstGeom>
                    </p:spPr>
                  </p:pic>
                </p:oleObj>
              </mc:Fallback>
            </mc:AlternateContent>
          </a:graphicData>
        </a:graphic>
      </p:graphicFrame>
      <p:sp>
        <p:nvSpPr>
          <p:cNvPr id="7" name="Slide Number Placeholder 6">
            <a:extLst>
              <a:ext uri="{FF2B5EF4-FFF2-40B4-BE49-F238E27FC236}">
                <a16:creationId xmlns:a16="http://schemas.microsoft.com/office/drawing/2014/main" id="{83CFA433-20BC-4E3D-A59A-E6BD9098A441}"/>
              </a:ext>
            </a:extLst>
          </p:cNvPr>
          <p:cNvSpPr>
            <a:spLocks noGrp="1"/>
          </p:cNvSpPr>
          <p:nvPr>
            <p:ph type="sldNum" sz="quarter" idx="10"/>
          </p:nvPr>
        </p:nvSpPr>
        <p:spPr/>
        <p:txBody>
          <a:bodyPr/>
          <a:lstStyle/>
          <a:p>
            <a:fld id="{68151E55-6873-49E2-B8D5-2F265E6F1973}" type="slidenum">
              <a:rPr lang="en-US" smtClean="0"/>
              <a:t>17</a:t>
            </a:fld>
            <a:endParaRPr lang="en-US"/>
          </a:p>
        </p:txBody>
      </p:sp>
    </p:spTree>
    <p:extLst>
      <p:ext uri="{BB962C8B-B14F-4D97-AF65-F5344CB8AC3E}">
        <p14:creationId xmlns:p14="http://schemas.microsoft.com/office/powerpoint/2010/main" val="41012275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6A1FE-C754-4F45-BC5A-784ADC9A9C05}"/>
              </a:ext>
            </a:extLst>
          </p:cNvPr>
          <p:cNvSpPr>
            <a:spLocks noGrp="1"/>
          </p:cNvSpPr>
          <p:nvPr>
            <p:ph type="title"/>
          </p:nvPr>
        </p:nvSpPr>
        <p:spPr/>
        <p:txBody>
          <a:bodyPr/>
          <a:lstStyle/>
          <a:p>
            <a:r>
              <a:rPr lang="en-US" dirty="0"/>
              <a:t>Standard Deviation </a:t>
            </a:r>
            <a:r>
              <a:rPr lang="en-US" sz="1000" b="0" baseline="0" dirty="0"/>
              <a:t>1</a:t>
            </a:r>
          </a:p>
        </p:txBody>
      </p:sp>
      <p:graphicFrame>
        <p:nvGraphicFramePr>
          <p:cNvPr id="7" name="Table 7">
            <a:extLst>
              <a:ext uri="{FF2B5EF4-FFF2-40B4-BE49-F238E27FC236}">
                <a16:creationId xmlns:a16="http://schemas.microsoft.com/office/drawing/2014/main" id="{9A761295-0551-463C-BAB3-B6820E6A7E47}"/>
              </a:ext>
            </a:extLst>
          </p:cNvPr>
          <p:cNvGraphicFramePr>
            <a:graphicFrameLocks noGrp="1"/>
          </p:cNvGraphicFramePr>
          <p:nvPr>
            <p:extLst>
              <p:ext uri="{D42A27DB-BD31-4B8C-83A1-F6EECF244321}">
                <p14:modId xmlns:p14="http://schemas.microsoft.com/office/powerpoint/2010/main" val="1373000682"/>
              </p:ext>
            </p:extLst>
          </p:nvPr>
        </p:nvGraphicFramePr>
        <p:xfrm>
          <a:off x="499017" y="2212962"/>
          <a:ext cx="8145966" cy="1563176"/>
        </p:xfrm>
        <a:graphic>
          <a:graphicData uri="http://schemas.openxmlformats.org/drawingml/2006/table">
            <a:tbl>
              <a:tblPr firstRow="1" bandRow="1">
                <a:tableStyleId>{5C22544A-7EE6-4342-B048-85BDC9FD1C3A}</a:tableStyleId>
              </a:tblPr>
              <a:tblGrid>
                <a:gridCol w="4072983">
                  <a:extLst>
                    <a:ext uri="{9D8B030D-6E8A-4147-A177-3AD203B41FA5}">
                      <a16:colId xmlns:a16="http://schemas.microsoft.com/office/drawing/2014/main" val="2606856384"/>
                    </a:ext>
                  </a:extLst>
                </a:gridCol>
                <a:gridCol w="4072983">
                  <a:extLst>
                    <a:ext uri="{9D8B030D-6E8A-4147-A177-3AD203B41FA5}">
                      <a16:colId xmlns:a16="http://schemas.microsoft.com/office/drawing/2014/main" val="4211729859"/>
                    </a:ext>
                  </a:extLst>
                </a:gridCol>
              </a:tblGrid>
              <a:tr h="400803">
                <a:tc>
                  <a:txBody>
                    <a:bodyPr/>
                    <a:lstStyle/>
                    <a:p>
                      <a:pPr algn="ctr"/>
                      <a:r>
                        <a:rPr lang="en-US" dirty="0">
                          <a:solidFill>
                            <a:schemeClr val="tx1"/>
                          </a:solidFill>
                        </a:rPr>
                        <a:t>Data set 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Data set 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23919463"/>
                  </a:ext>
                </a:extLst>
              </a:tr>
              <a:tr h="1162373">
                <a:tc>
                  <a:txBody>
                    <a:bodyPr/>
                    <a:lstStyle/>
                    <a:p>
                      <a:pPr algn="ct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02082636"/>
                  </a:ext>
                </a:extLst>
              </a:tr>
            </a:tbl>
          </a:graphicData>
        </a:graphic>
      </p:graphicFrame>
      <p:graphicFrame>
        <p:nvGraphicFramePr>
          <p:cNvPr id="9" name="Object 8">
            <a:extLst>
              <a:ext uri="{FF2B5EF4-FFF2-40B4-BE49-F238E27FC236}">
                <a16:creationId xmlns:a16="http://schemas.microsoft.com/office/drawing/2014/main" id="{7684BADD-8290-4204-8EA0-25E9393B6D34}"/>
              </a:ext>
            </a:extLst>
          </p:cNvPr>
          <p:cNvGraphicFramePr>
            <a:graphicFrameLocks noChangeAspect="1"/>
          </p:cNvGraphicFramePr>
          <p:nvPr>
            <p:extLst>
              <p:ext uri="{D42A27DB-BD31-4B8C-83A1-F6EECF244321}">
                <p14:modId xmlns:p14="http://schemas.microsoft.com/office/powerpoint/2010/main" val="3586557111"/>
              </p:ext>
            </p:extLst>
          </p:nvPr>
        </p:nvGraphicFramePr>
        <p:xfrm>
          <a:off x="733425" y="2906713"/>
          <a:ext cx="3592513" cy="565150"/>
        </p:xfrm>
        <a:graphic>
          <a:graphicData uri="http://schemas.openxmlformats.org/presentationml/2006/ole">
            <mc:AlternateContent xmlns:mc="http://schemas.openxmlformats.org/markup-compatibility/2006">
              <mc:Choice xmlns:v="urn:schemas-microsoft-com:vml" Requires="v">
                <p:oleObj spid="_x0000_s9236" name="Equation" r:id="rId4" imgW="5257800" imgH="825480" progId="Equation.DSMT4">
                  <p:embed/>
                </p:oleObj>
              </mc:Choice>
              <mc:Fallback>
                <p:oleObj name="Equation" r:id="rId4" imgW="5257800" imgH="825480" progId="Equation.DSMT4">
                  <p:embed/>
                  <p:pic>
                    <p:nvPicPr>
                      <p:cNvPr id="9" name="Object 8">
                        <a:extLst>
                          <a:ext uri="{FF2B5EF4-FFF2-40B4-BE49-F238E27FC236}">
                            <a16:creationId xmlns:a16="http://schemas.microsoft.com/office/drawing/2014/main" id="{7684BADD-8290-4204-8EA0-25E9393B6D34}"/>
                          </a:ext>
                        </a:extLst>
                      </p:cNvPr>
                      <p:cNvPicPr/>
                      <p:nvPr/>
                    </p:nvPicPr>
                    <p:blipFill>
                      <a:blip r:embed="rId5"/>
                      <a:stretch>
                        <a:fillRect/>
                      </a:stretch>
                    </p:blipFill>
                    <p:spPr>
                      <a:xfrm>
                        <a:off x="733425" y="2906713"/>
                        <a:ext cx="3592513" cy="565150"/>
                      </a:xfrm>
                      <a:prstGeom prst="rect">
                        <a:avLst/>
                      </a:prstGeom>
                      <a:solidFill>
                        <a:schemeClr val="bg1"/>
                      </a:solidFill>
                    </p:spPr>
                  </p:pic>
                </p:oleObj>
              </mc:Fallback>
            </mc:AlternateContent>
          </a:graphicData>
        </a:graphic>
      </p:graphicFrame>
      <p:graphicFrame>
        <p:nvGraphicFramePr>
          <p:cNvPr id="10" name="Object 9">
            <a:extLst>
              <a:ext uri="{FF2B5EF4-FFF2-40B4-BE49-F238E27FC236}">
                <a16:creationId xmlns:a16="http://schemas.microsoft.com/office/drawing/2014/main" id="{45A0B474-C225-4C97-8547-95BD91CB2597}"/>
              </a:ext>
            </a:extLst>
          </p:cNvPr>
          <p:cNvGraphicFramePr>
            <a:graphicFrameLocks noChangeAspect="1"/>
          </p:cNvGraphicFramePr>
          <p:nvPr>
            <p:extLst>
              <p:ext uri="{D42A27DB-BD31-4B8C-83A1-F6EECF244321}">
                <p14:modId xmlns:p14="http://schemas.microsoft.com/office/powerpoint/2010/main" val="2119458421"/>
              </p:ext>
            </p:extLst>
          </p:nvPr>
        </p:nvGraphicFramePr>
        <p:xfrm>
          <a:off x="4845050" y="2840038"/>
          <a:ext cx="3565525" cy="676275"/>
        </p:xfrm>
        <a:graphic>
          <a:graphicData uri="http://schemas.openxmlformats.org/presentationml/2006/ole">
            <mc:AlternateContent xmlns:mc="http://schemas.openxmlformats.org/markup-compatibility/2006">
              <mc:Choice xmlns:v="urn:schemas-microsoft-com:vml" Requires="v">
                <p:oleObj spid="_x0000_s9237" name="Equation" r:id="rId6" imgW="5219640" imgH="990360" progId="Equation.DSMT4">
                  <p:embed/>
                </p:oleObj>
              </mc:Choice>
              <mc:Fallback>
                <p:oleObj name="Equation" r:id="rId6" imgW="5219640" imgH="990360" progId="Equation.DSMT4">
                  <p:embed/>
                  <p:pic>
                    <p:nvPicPr>
                      <p:cNvPr id="10" name="Object 9">
                        <a:extLst>
                          <a:ext uri="{FF2B5EF4-FFF2-40B4-BE49-F238E27FC236}">
                            <a16:creationId xmlns:a16="http://schemas.microsoft.com/office/drawing/2014/main" id="{45A0B474-C225-4C97-8547-95BD91CB2597}"/>
                          </a:ext>
                        </a:extLst>
                      </p:cNvPr>
                      <p:cNvPicPr/>
                      <p:nvPr/>
                    </p:nvPicPr>
                    <p:blipFill>
                      <a:blip r:embed="rId7"/>
                      <a:stretch>
                        <a:fillRect/>
                      </a:stretch>
                    </p:blipFill>
                    <p:spPr>
                      <a:xfrm>
                        <a:off x="4845050" y="2840038"/>
                        <a:ext cx="3565525" cy="676275"/>
                      </a:xfrm>
                      <a:prstGeom prst="rect">
                        <a:avLst/>
                      </a:prstGeom>
                      <a:solidFill>
                        <a:schemeClr val="bg1"/>
                      </a:solidFill>
                    </p:spPr>
                  </p:pic>
                </p:oleObj>
              </mc:Fallback>
            </mc:AlternateContent>
          </a:graphicData>
        </a:graphic>
      </p:graphicFrame>
      <p:sp>
        <p:nvSpPr>
          <p:cNvPr id="6" name="Slide Number Placeholder 5">
            <a:extLst>
              <a:ext uri="{FF2B5EF4-FFF2-40B4-BE49-F238E27FC236}">
                <a16:creationId xmlns:a16="http://schemas.microsoft.com/office/drawing/2014/main" id="{01A40032-9BF6-476B-B0B0-DC4F4687B08B}"/>
              </a:ext>
            </a:extLst>
          </p:cNvPr>
          <p:cNvSpPr>
            <a:spLocks noGrp="1"/>
          </p:cNvSpPr>
          <p:nvPr>
            <p:ph type="sldNum" sz="quarter" idx="4"/>
          </p:nvPr>
        </p:nvSpPr>
        <p:spPr/>
        <p:txBody>
          <a:bodyPr/>
          <a:lstStyle/>
          <a:p>
            <a:fld id="{68151E55-6873-49E2-B8D5-2F265E6F1973}" type="slidenum">
              <a:rPr lang="en-US" smtClean="0"/>
              <a:pPr/>
              <a:t>18</a:t>
            </a:fld>
            <a:endParaRPr lang="en-US" dirty="0"/>
          </a:p>
        </p:txBody>
      </p:sp>
    </p:spTree>
    <p:extLst>
      <p:ext uri="{BB962C8B-B14F-4D97-AF65-F5344CB8AC3E}">
        <p14:creationId xmlns:p14="http://schemas.microsoft.com/office/powerpoint/2010/main" val="37387123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AB34C-A0B6-4917-BD88-2E2916D5F006}"/>
              </a:ext>
            </a:extLst>
          </p:cNvPr>
          <p:cNvSpPr>
            <a:spLocks noGrp="1"/>
          </p:cNvSpPr>
          <p:nvPr>
            <p:ph type="title"/>
          </p:nvPr>
        </p:nvSpPr>
        <p:spPr/>
        <p:txBody>
          <a:bodyPr/>
          <a:lstStyle/>
          <a:p>
            <a:r>
              <a:rPr lang="en-US" dirty="0"/>
              <a:t>Standard Deviation </a:t>
            </a:r>
            <a:r>
              <a:rPr lang="en-US" sz="1050" b="0" dirty="0"/>
              <a:t>2</a:t>
            </a:r>
            <a:endParaRPr lang="en-US" dirty="0"/>
          </a:p>
        </p:txBody>
      </p:sp>
      <p:sp>
        <p:nvSpPr>
          <p:cNvPr id="3" name="Content Placeholder 2">
            <a:extLst>
              <a:ext uri="{FF2B5EF4-FFF2-40B4-BE49-F238E27FC236}">
                <a16:creationId xmlns:a16="http://schemas.microsoft.com/office/drawing/2014/main" id="{D9893F82-9751-49FE-BCBA-C5FB86AE3405}"/>
              </a:ext>
            </a:extLst>
          </p:cNvPr>
          <p:cNvSpPr>
            <a:spLocks noGrp="1"/>
          </p:cNvSpPr>
          <p:nvPr>
            <p:ph sz="quarter" idx="11"/>
          </p:nvPr>
        </p:nvSpPr>
        <p:spPr>
          <a:xfrm>
            <a:off x="342900" y="1276709"/>
            <a:ext cx="8599622" cy="691575"/>
          </a:xfrm>
        </p:spPr>
        <p:txBody>
          <a:bodyPr/>
          <a:lstStyle/>
          <a:p>
            <a:r>
              <a:rPr lang="en-US" sz="2000" b="1" dirty="0"/>
              <a:t>Data sets A and B have equal means, but different standard deviations.</a:t>
            </a:r>
          </a:p>
        </p:txBody>
      </p:sp>
      <p:graphicFrame>
        <p:nvGraphicFramePr>
          <p:cNvPr id="23" name="Table 23">
            <a:extLst>
              <a:ext uri="{FF2B5EF4-FFF2-40B4-BE49-F238E27FC236}">
                <a16:creationId xmlns:a16="http://schemas.microsoft.com/office/drawing/2014/main" id="{05D07B76-E377-402B-B9DF-30840F99D27F}"/>
              </a:ext>
            </a:extLst>
          </p:cNvPr>
          <p:cNvGraphicFramePr>
            <a:graphicFrameLocks noGrp="1"/>
          </p:cNvGraphicFramePr>
          <p:nvPr>
            <p:extLst>
              <p:ext uri="{D42A27DB-BD31-4B8C-83A1-F6EECF244321}">
                <p14:modId xmlns:p14="http://schemas.microsoft.com/office/powerpoint/2010/main" val="2467925951"/>
              </p:ext>
            </p:extLst>
          </p:nvPr>
        </p:nvGraphicFramePr>
        <p:xfrm>
          <a:off x="624821" y="2073543"/>
          <a:ext cx="3554831" cy="2126982"/>
        </p:xfrm>
        <a:graphic>
          <a:graphicData uri="http://schemas.openxmlformats.org/drawingml/2006/table">
            <a:tbl>
              <a:tblPr firstRow="1" bandRow="1">
                <a:tableStyleId>{5C22544A-7EE6-4342-B048-85BDC9FD1C3A}</a:tableStyleId>
              </a:tblPr>
              <a:tblGrid>
                <a:gridCol w="584448">
                  <a:extLst>
                    <a:ext uri="{9D8B030D-6E8A-4147-A177-3AD203B41FA5}">
                      <a16:colId xmlns:a16="http://schemas.microsoft.com/office/drawing/2014/main" val="1871970067"/>
                    </a:ext>
                  </a:extLst>
                </a:gridCol>
                <a:gridCol w="1412995">
                  <a:extLst>
                    <a:ext uri="{9D8B030D-6E8A-4147-A177-3AD203B41FA5}">
                      <a16:colId xmlns:a16="http://schemas.microsoft.com/office/drawing/2014/main" val="2928791766"/>
                    </a:ext>
                  </a:extLst>
                </a:gridCol>
                <a:gridCol w="1557388">
                  <a:extLst>
                    <a:ext uri="{9D8B030D-6E8A-4147-A177-3AD203B41FA5}">
                      <a16:colId xmlns:a16="http://schemas.microsoft.com/office/drawing/2014/main" val="1070852298"/>
                    </a:ext>
                  </a:extLst>
                </a:gridCol>
              </a:tblGrid>
              <a:tr h="48092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b="1" i="0" u="none" strike="noStrike" baseline="0" dirty="0">
                        <a:solidFill>
                          <a:schemeClr val="tx1"/>
                        </a:solidFill>
                      </a:endParaRPr>
                    </a:p>
                  </a:txBody>
                  <a:tcPr marL="55050" marR="55050" marT="29217" marB="29217"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400" dirty="0">
                        <a:solidFill>
                          <a:schemeClr val="tx1"/>
                        </a:solidFill>
                      </a:endParaRPr>
                    </a:p>
                  </a:txBody>
                  <a:tcPr marL="55050" marR="55050" marT="29217" marB="29217"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58346262"/>
                  </a:ext>
                </a:extLst>
              </a:tr>
              <a:tr h="269681">
                <a:tc>
                  <a:txBody>
                    <a:bodyPr/>
                    <a:lstStyle/>
                    <a:p>
                      <a:pPr algn="ctr"/>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573088" indent="0" algn="l"/>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55059128"/>
                  </a:ext>
                </a:extLst>
              </a:tr>
              <a:tr h="269681">
                <a:tc>
                  <a:txBody>
                    <a:bodyPr/>
                    <a:lstStyle/>
                    <a:p>
                      <a:pPr algn="ctr"/>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573088" indent="0" algn="l"/>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30692409"/>
                  </a:ext>
                </a:extLst>
              </a:tr>
              <a:tr h="269681">
                <a:tc>
                  <a:txBody>
                    <a:bodyPr/>
                    <a:lstStyle/>
                    <a:p>
                      <a:pPr algn="ctr"/>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573088" indent="0" algn="l"/>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5956831"/>
                  </a:ext>
                </a:extLst>
              </a:tr>
              <a:tr h="269681">
                <a:tc>
                  <a:txBody>
                    <a:bodyPr/>
                    <a:lstStyle/>
                    <a:p>
                      <a:pPr algn="ctr"/>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573088" indent="0" algn="l"/>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85075559"/>
                  </a:ext>
                </a:extLst>
              </a:tr>
              <a:tr h="269681">
                <a:tc>
                  <a:txBody>
                    <a:bodyPr/>
                    <a:lstStyle/>
                    <a:p>
                      <a:pPr algn="ctr"/>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400" u="sng"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573088" indent="0" algn="l"/>
                      <a:endParaRPr lang="en-US" sz="1400" u="sng"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4528462"/>
                  </a:ext>
                </a:extLst>
              </a:tr>
              <a:tr h="287083">
                <a:tc>
                  <a:txBody>
                    <a:bodyPr/>
                    <a:lstStyle/>
                    <a:p>
                      <a:pPr algn="ctr"/>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endParaRPr lang="en-US" sz="1400" b="1"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07339130"/>
                  </a:ext>
                </a:extLst>
              </a:tr>
            </a:tbl>
          </a:graphicData>
        </a:graphic>
      </p:graphicFrame>
      <p:graphicFrame>
        <p:nvGraphicFramePr>
          <p:cNvPr id="8" name="Object 7">
            <a:extLst>
              <a:ext uri="{FF2B5EF4-FFF2-40B4-BE49-F238E27FC236}">
                <a16:creationId xmlns:a16="http://schemas.microsoft.com/office/drawing/2014/main" id="{27B9E5F2-24AD-4477-8A71-228BF8AD4E4A}"/>
              </a:ext>
            </a:extLst>
          </p:cNvPr>
          <p:cNvGraphicFramePr>
            <a:graphicFrameLocks noChangeAspect="1"/>
          </p:cNvGraphicFramePr>
          <p:nvPr>
            <p:extLst>
              <p:ext uri="{D42A27DB-BD31-4B8C-83A1-F6EECF244321}">
                <p14:modId xmlns:p14="http://schemas.microsoft.com/office/powerpoint/2010/main" val="3355589002"/>
              </p:ext>
            </p:extLst>
          </p:nvPr>
        </p:nvGraphicFramePr>
        <p:xfrm>
          <a:off x="661463" y="2252977"/>
          <a:ext cx="505874" cy="218447"/>
        </p:xfrm>
        <a:graphic>
          <a:graphicData uri="http://schemas.openxmlformats.org/presentationml/2006/ole">
            <mc:AlternateContent xmlns:mc="http://schemas.openxmlformats.org/markup-compatibility/2006">
              <mc:Choice xmlns:v="urn:schemas-microsoft-com:vml" Requires="v">
                <p:oleObj spid="_x0000_s10656" name="Equation" r:id="rId3" imgW="558720" imgH="241200" progId="Equation.DSMT4">
                  <p:embed/>
                </p:oleObj>
              </mc:Choice>
              <mc:Fallback>
                <p:oleObj name="Equation" r:id="rId3" imgW="558720" imgH="241200" progId="Equation.DSMT4">
                  <p:embed/>
                  <p:pic>
                    <p:nvPicPr>
                      <p:cNvPr id="0" name=""/>
                      <p:cNvPicPr/>
                      <p:nvPr/>
                    </p:nvPicPr>
                    <p:blipFill>
                      <a:blip r:embed="rId4"/>
                      <a:stretch>
                        <a:fillRect/>
                      </a:stretch>
                    </p:blipFill>
                    <p:spPr>
                      <a:xfrm>
                        <a:off x="661463" y="2252977"/>
                        <a:ext cx="505874" cy="218447"/>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656196D3-357F-4164-831A-CE62B2DB6A1A}"/>
              </a:ext>
            </a:extLst>
          </p:cNvPr>
          <p:cNvGraphicFramePr>
            <a:graphicFrameLocks noChangeAspect="1"/>
          </p:cNvGraphicFramePr>
          <p:nvPr>
            <p:extLst>
              <p:ext uri="{D42A27DB-BD31-4B8C-83A1-F6EECF244321}">
                <p14:modId xmlns:p14="http://schemas.microsoft.com/office/powerpoint/2010/main" val="960327792"/>
              </p:ext>
            </p:extLst>
          </p:nvPr>
        </p:nvGraphicFramePr>
        <p:xfrm>
          <a:off x="1465263" y="2111375"/>
          <a:ext cx="1047750" cy="425450"/>
        </p:xfrm>
        <a:graphic>
          <a:graphicData uri="http://schemas.openxmlformats.org/presentationml/2006/ole">
            <mc:AlternateContent xmlns:mc="http://schemas.openxmlformats.org/markup-compatibility/2006">
              <mc:Choice xmlns:v="urn:schemas-microsoft-com:vml" Requires="v">
                <p:oleObj spid="_x0000_s10657" name="Equation" r:id="rId5" imgW="1562040" imgH="634680" progId="Equation.DSMT4">
                  <p:embed/>
                </p:oleObj>
              </mc:Choice>
              <mc:Fallback>
                <p:oleObj name="Equation" r:id="rId5" imgW="1562040" imgH="634680" progId="Equation.DSMT4">
                  <p:embed/>
                  <p:pic>
                    <p:nvPicPr>
                      <p:cNvPr id="0" name=""/>
                      <p:cNvPicPr/>
                      <p:nvPr/>
                    </p:nvPicPr>
                    <p:blipFill>
                      <a:blip r:embed="rId6"/>
                      <a:stretch>
                        <a:fillRect/>
                      </a:stretch>
                    </p:blipFill>
                    <p:spPr>
                      <a:xfrm>
                        <a:off x="1465263" y="2111375"/>
                        <a:ext cx="1047750" cy="425450"/>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5C1B2821-209C-4490-ACD7-C5A14E0DE04D}"/>
              </a:ext>
            </a:extLst>
          </p:cNvPr>
          <p:cNvGraphicFramePr>
            <a:graphicFrameLocks noChangeAspect="1"/>
          </p:cNvGraphicFramePr>
          <p:nvPr>
            <p:extLst>
              <p:ext uri="{D42A27DB-BD31-4B8C-83A1-F6EECF244321}">
                <p14:modId xmlns:p14="http://schemas.microsoft.com/office/powerpoint/2010/main" val="444605318"/>
              </p:ext>
            </p:extLst>
          </p:nvPr>
        </p:nvGraphicFramePr>
        <p:xfrm>
          <a:off x="3121099" y="2117900"/>
          <a:ext cx="577702" cy="240951"/>
        </p:xfrm>
        <a:graphic>
          <a:graphicData uri="http://schemas.openxmlformats.org/presentationml/2006/ole">
            <mc:AlternateContent xmlns:mc="http://schemas.openxmlformats.org/markup-compatibility/2006">
              <mc:Choice xmlns:v="urn:schemas-microsoft-com:vml" Requires="v">
                <p:oleObj spid="_x0000_s10658" name="Equation" r:id="rId7" imgW="698400" imgH="291960" progId="Equation.DSMT4">
                  <p:embed/>
                </p:oleObj>
              </mc:Choice>
              <mc:Fallback>
                <p:oleObj name="Equation" r:id="rId7" imgW="698400" imgH="291960" progId="Equation.DSMT4">
                  <p:embed/>
                  <p:pic>
                    <p:nvPicPr>
                      <p:cNvPr id="0" name=""/>
                      <p:cNvPicPr/>
                      <p:nvPr/>
                    </p:nvPicPr>
                    <p:blipFill>
                      <a:blip r:embed="rId8"/>
                      <a:stretch>
                        <a:fillRect/>
                      </a:stretch>
                    </p:blipFill>
                    <p:spPr>
                      <a:xfrm>
                        <a:off x="3121099" y="2117900"/>
                        <a:ext cx="577702" cy="240951"/>
                      </a:xfrm>
                      <a:prstGeom prst="rect">
                        <a:avLst/>
                      </a:prstGeom>
                    </p:spPr>
                  </p:pic>
                </p:oleObj>
              </mc:Fallback>
            </mc:AlternateContent>
          </a:graphicData>
        </a:graphic>
      </p:graphicFrame>
      <p:graphicFrame>
        <p:nvGraphicFramePr>
          <p:cNvPr id="25" name="Object 24">
            <a:extLst>
              <a:ext uri="{FF2B5EF4-FFF2-40B4-BE49-F238E27FC236}">
                <a16:creationId xmlns:a16="http://schemas.microsoft.com/office/drawing/2014/main" id="{D36665C3-C81A-4A9B-926A-E6016B335601}"/>
              </a:ext>
            </a:extLst>
          </p:cNvPr>
          <p:cNvGraphicFramePr>
            <a:graphicFrameLocks noChangeAspect="1"/>
          </p:cNvGraphicFramePr>
          <p:nvPr>
            <p:extLst>
              <p:ext uri="{D42A27DB-BD31-4B8C-83A1-F6EECF244321}">
                <p14:modId xmlns:p14="http://schemas.microsoft.com/office/powerpoint/2010/main" val="742022019"/>
              </p:ext>
            </p:extLst>
          </p:nvPr>
        </p:nvGraphicFramePr>
        <p:xfrm>
          <a:off x="2979738" y="2286000"/>
          <a:ext cx="1089025" cy="268288"/>
        </p:xfrm>
        <a:graphic>
          <a:graphicData uri="http://schemas.openxmlformats.org/presentationml/2006/ole">
            <mc:AlternateContent xmlns:mc="http://schemas.openxmlformats.org/markup-compatibility/2006">
              <mc:Choice xmlns:v="urn:schemas-microsoft-com:vml" Requires="v">
                <p:oleObj spid="_x0000_s10659" name="Equation" r:id="rId9" imgW="1752480" imgH="431640" progId="Equation.DSMT4">
                  <p:embed/>
                </p:oleObj>
              </mc:Choice>
              <mc:Fallback>
                <p:oleObj name="Equation" r:id="rId9" imgW="1752480" imgH="431640" progId="Equation.DSMT4">
                  <p:embed/>
                  <p:pic>
                    <p:nvPicPr>
                      <p:cNvPr id="25" name="Object 24">
                        <a:extLst>
                          <a:ext uri="{FF2B5EF4-FFF2-40B4-BE49-F238E27FC236}">
                            <a16:creationId xmlns:a16="http://schemas.microsoft.com/office/drawing/2014/main" id="{D36665C3-C81A-4A9B-926A-E6016B335601}"/>
                          </a:ext>
                        </a:extLst>
                      </p:cNvPr>
                      <p:cNvPicPr/>
                      <p:nvPr/>
                    </p:nvPicPr>
                    <p:blipFill>
                      <a:blip r:embed="rId10"/>
                      <a:stretch>
                        <a:fillRect/>
                      </a:stretch>
                    </p:blipFill>
                    <p:spPr>
                      <a:xfrm>
                        <a:off x="2979738" y="2286000"/>
                        <a:ext cx="1089025" cy="268288"/>
                      </a:xfrm>
                      <a:prstGeom prst="rect">
                        <a:avLst/>
                      </a:prstGeom>
                      <a:solidFill>
                        <a:schemeClr val="bg1"/>
                      </a:solidFill>
                    </p:spPr>
                  </p:pic>
                </p:oleObj>
              </mc:Fallback>
            </mc:AlternateContent>
          </a:graphicData>
        </a:graphic>
      </p:graphicFrame>
      <p:graphicFrame>
        <p:nvGraphicFramePr>
          <p:cNvPr id="9" name="Object 8">
            <a:extLst>
              <a:ext uri="{FF2B5EF4-FFF2-40B4-BE49-F238E27FC236}">
                <a16:creationId xmlns:a16="http://schemas.microsoft.com/office/drawing/2014/main" id="{0ACF54C2-D180-4CFE-87BA-F5BCC94658BA}"/>
              </a:ext>
            </a:extLst>
          </p:cNvPr>
          <p:cNvGraphicFramePr>
            <a:graphicFrameLocks noChangeAspect="1"/>
          </p:cNvGraphicFramePr>
          <p:nvPr>
            <p:extLst>
              <p:ext uri="{D42A27DB-BD31-4B8C-83A1-F6EECF244321}">
                <p14:modId xmlns:p14="http://schemas.microsoft.com/office/powerpoint/2010/main" val="3790236166"/>
              </p:ext>
            </p:extLst>
          </p:nvPr>
        </p:nvGraphicFramePr>
        <p:xfrm>
          <a:off x="872188" y="2592101"/>
          <a:ext cx="103474" cy="206949"/>
        </p:xfrm>
        <a:graphic>
          <a:graphicData uri="http://schemas.openxmlformats.org/presentationml/2006/ole">
            <mc:AlternateContent xmlns:mc="http://schemas.openxmlformats.org/markup-compatibility/2006">
              <mc:Choice xmlns:v="urn:schemas-microsoft-com:vml" Requires="v">
                <p:oleObj spid="_x0000_s10660" name="Equation" r:id="rId11" imgW="114120" imgH="228600" progId="Equation.DSMT4">
                  <p:embed/>
                </p:oleObj>
              </mc:Choice>
              <mc:Fallback>
                <p:oleObj name="Equation" r:id="rId11" imgW="114120" imgH="228600" progId="Equation.DSMT4">
                  <p:embed/>
                  <p:pic>
                    <p:nvPicPr>
                      <p:cNvPr id="0" name=""/>
                      <p:cNvPicPr/>
                      <p:nvPr/>
                    </p:nvPicPr>
                    <p:blipFill>
                      <a:blip r:embed="rId12"/>
                      <a:stretch>
                        <a:fillRect/>
                      </a:stretch>
                    </p:blipFill>
                    <p:spPr>
                      <a:xfrm>
                        <a:off x="872188" y="2592101"/>
                        <a:ext cx="103474" cy="206949"/>
                      </a:xfrm>
                      <a:prstGeom prst="rect">
                        <a:avLst/>
                      </a:prstGeom>
                    </p:spPr>
                  </p:pic>
                </p:oleObj>
              </mc:Fallback>
            </mc:AlternateContent>
          </a:graphicData>
        </a:graphic>
      </p:graphicFrame>
      <p:graphicFrame>
        <p:nvGraphicFramePr>
          <p:cNvPr id="20" name="Object 19">
            <a:extLst>
              <a:ext uri="{FF2B5EF4-FFF2-40B4-BE49-F238E27FC236}">
                <a16:creationId xmlns:a16="http://schemas.microsoft.com/office/drawing/2014/main" id="{F908D3BB-54E2-48A6-A84B-C2896BD2276B}"/>
              </a:ext>
            </a:extLst>
          </p:cNvPr>
          <p:cNvGraphicFramePr>
            <a:graphicFrameLocks noChangeAspect="1"/>
          </p:cNvGraphicFramePr>
          <p:nvPr>
            <p:extLst>
              <p:ext uri="{D42A27DB-BD31-4B8C-83A1-F6EECF244321}">
                <p14:modId xmlns:p14="http://schemas.microsoft.com/office/powerpoint/2010/main" val="591877723"/>
              </p:ext>
            </p:extLst>
          </p:nvPr>
        </p:nvGraphicFramePr>
        <p:xfrm>
          <a:off x="1478596" y="2624867"/>
          <a:ext cx="929009" cy="160466"/>
        </p:xfrm>
        <a:graphic>
          <a:graphicData uri="http://schemas.openxmlformats.org/presentationml/2006/ole">
            <mc:AlternateContent xmlns:mc="http://schemas.openxmlformats.org/markup-compatibility/2006">
              <mc:Choice xmlns:v="urn:schemas-microsoft-com:vml" Requires="v">
                <p:oleObj spid="_x0000_s10661" name="Equation" r:id="rId13" imgW="1396800" imgH="241200" progId="Equation.DSMT4">
                  <p:embed/>
                </p:oleObj>
              </mc:Choice>
              <mc:Fallback>
                <p:oleObj name="Equation" r:id="rId13" imgW="1396800" imgH="241200" progId="Equation.DSMT4">
                  <p:embed/>
                  <p:pic>
                    <p:nvPicPr>
                      <p:cNvPr id="0" name=""/>
                      <p:cNvPicPr/>
                      <p:nvPr/>
                    </p:nvPicPr>
                    <p:blipFill>
                      <a:blip r:embed="rId14"/>
                      <a:stretch>
                        <a:fillRect/>
                      </a:stretch>
                    </p:blipFill>
                    <p:spPr>
                      <a:xfrm>
                        <a:off x="1478596" y="2624867"/>
                        <a:ext cx="929009" cy="160466"/>
                      </a:xfrm>
                      <a:prstGeom prst="rect">
                        <a:avLst/>
                      </a:prstGeom>
                    </p:spPr>
                  </p:pic>
                </p:oleObj>
              </mc:Fallback>
            </mc:AlternateContent>
          </a:graphicData>
        </a:graphic>
      </p:graphicFrame>
      <p:graphicFrame>
        <p:nvGraphicFramePr>
          <p:cNvPr id="36" name="Object 35">
            <a:extLst>
              <a:ext uri="{FF2B5EF4-FFF2-40B4-BE49-F238E27FC236}">
                <a16:creationId xmlns:a16="http://schemas.microsoft.com/office/drawing/2014/main" id="{3BDAEBFE-0991-4B46-A308-8C47F71B9C17}"/>
              </a:ext>
            </a:extLst>
          </p:cNvPr>
          <p:cNvGraphicFramePr>
            <a:graphicFrameLocks noChangeAspect="1"/>
          </p:cNvGraphicFramePr>
          <p:nvPr>
            <p:extLst>
              <p:ext uri="{D42A27DB-BD31-4B8C-83A1-F6EECF244321}">
                <p14:modId xmlns:p14="http://schemas.microsoft.com/office/powerpoint/2010/main" val="1979820121"/>
              </p:ext>
            </p:extLst>
          </p:nvPr>
        </p:nvGraphicFramePr>
        <p:xfrm>
          <a:off x="3188557" y="2573631"/>
          <a:ext cx="249110" cy="205788"/>
        </p:xfrm>
        <a:graphic>
          <a:graphicData uri="http://schemas.openxmlformats.org/presentationml/2006/ole">
            <mc:AlternateContent xmlns:mc="http://schemas.openxmlformats.org/markup-compatibility/2006">
              <mc:Choice xmlns:v="urn:schemas-microsoft-com:vml" Requires="v">
                <p:oleObj spid="_x0000_s10662" name="Equation" r:id="rId15" imgW="291960" imgH="241200" progId="Equation.DSMT4">
                  <p:embed/>
                </p:oleObj>
              </mc:Choice>
              <mc:Fallback>
                <p:oleObj name="Equation" r:id="rId15" imgW="291960" imgH="241200" progId="Equation.DSMT4">
                  <p:embed/>
                  <p:pic>
                    <p:nvPicPr>
                      <p:cNvPr id="0" name=""/>
                      <p:cNvPicPr/>
                      <p:nvPr/>
                    </p:nvPicPr>
                    <p:blipFill>
                      <a:blip r:embed="rId16"/>
                      <a:stretch>
                        <a:fillRect/>
                      </a:stretch>
                    </p:blipFill>
                    <p:spPr>
                      <a:xfrm>
                        <a:off x="3188557" y="2573631"/>
                        <a:ext cx="249110" cy="205788"/>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938F02C3-4A39-4D8B-BE6F-D63AFAFE7CAA}"/>
              </a:ext>
            </a:extLst>
          </p:cNvPr>
          <p:cNvGraphicFramePr>
            <a:graphicFrameLocks noChangeAspect="1"/>
          </p:cNvGraphicFramePr>
          <p:nvPr>
            <p:extLst>
              <p:ext uri="{D42A27DB-BD31-4B8C-83A1-F6EECF244321}">
                <p14:modId xmlns:p14="http://schemas.microsoft.com/office/powerpoint/2010/main" val="453131319"/>
              </p:ext>
            </p:extLst>
          </p:nvPr>
        </p:nvGraphicFramePr>
        <p:xfrm>
          <a:off x="845829" y="2869529"/>
          <a:ext cx="133966" cy="185493"/>
        </p:xfrm>
        <a:graphic>
          <a:graphicData uri="http://schemas.openxmlformats.org/presentationml/2006/ole">
            <mc:AlternateContent xmlns:mc="http://schemas.openxmlformats.org/markup-compatibility/2006">
              <mc:Choice xmlns:v="urn:schemas-microsoft-com:vml" Requires="v">
                <p:oleObj spid="_x0000_s10663" name="Equation" r:id="rId17" imgW="164880" imgH="228600" progId="Equation.DSMT4">
                  <p:embed/>
                </p:oleObj>
              </mc:Choice>
              <mc:Fallback>
                <p:oleObj name="Equation" r:id="rId17" imgW="164880" imgH="228600" progId="Equation.DSMT4">
                  <p:embed/>
                  <p:pic>
                    <p:nvPicPr>
                      <p:cNvPr id="0" name=""/>
                      <p:cNvPicPr/>
                      <p:nvPr/>
                    </p:nvPicPr>
                    <p:blipFill>
                      <a:blip r:embed="rId18"/>
                      <a:stretch>
                        <a:fillRect/>
                      </a:stretch>
                    </p:blipFill>
                    <p:spPr>
                      <a:xfrm>
                        <a:off x="845829" y="2869529"/>
                        <a:ext cx="133966" cy="185493"/>
                      </a:xfrm>
                      <a:prstGeom prst="rect">
                        <a:avLst/>
                      </a:prstGeom>
                    </p:spPr>
                  </p:pic>
                </p:oleObj>
              </mc:Fallback>
            </mc:AlternateContent>
          </a:graphicData>
        </a:graphic>
      </p:graphicFrame>
      <p:graphicFrame>
        <p:nvGraphicFramePr>
          <p:cNvPr id="21" name="Object 20">
            <a:extLst>
              <a:ext uri="{FF2B5EF4-FFF2-40B4-BE49-F238E27FC236}">
                <a16:creationId xmlns:a16="http://schemas.microsoft.com/office/drawing/2014/main" id="{5040B07B-87F7-414F-B655-79ED2FAD64E4}"/>
              </a:ext>
            </a:extLst>
          </p:cNvPr>
          <p:cNvGraphicFramePr>
            <a:graphicFrameLocks noChangeAspect="1"/>
          </p:cNvGraphicFramePr>
          <p:nvPr>
            <p:extLst>
              <p:ext uri="{D42A27DB-BD31-4B8C-83A1-F6EECF244321}">
                <p14:modId xmlns:p14="http://schemas.microsoft.com/office/powerpoint/2010/main" val="2702603327"/>
              </p:ext>
            </p:extLst>
          </p:nvPr>
        </p:nvGraphicFramePr>
        <p:xfrm>
          <a:off x="1540909" y="2890765"/>
          <a:ext cx="861532" cy="162071"/>
        </p:xfrm>
        <a:graphic>
          <a:graphicData uri="http://schemas.openxmlformats.org/presentationml/2006/ole">
            <mc:AlternateContent xmlns:mc="http://schemas.openxmlformats.org/markup-compatibility/2006">
              <mc:Choice xmlns:v="urn:schemas-microsoft-com:vml" Requires="v">
                <p:oleObj spid="_x0000_s10664" name="Equation" r:id="rId19" imgW="1282680" imgH="241200" progId="Equation.DSMT4">
                  <p:embed/>
                </p:oleObj>
              </mc:Choice>
              <mc:Fallback>
                <p:oleObj name="Equation" r:id="rId19" imgW="1282680" imgH="241200" progId="Equation.DSMT4">
                  <p:embed/>
                  <p:pic>
                    <p:nvPicPr>
                      <p:cNvPr id="0" name=""/>
                      <p:cNvPicPr/>
                      <p:nvPr/>
                    </p:nvPicPr>
                    <p:blipFill>
                      <a:blip r:embed="rId20"/>
                      <a:stretch>
                        <a:fillRect/>
                      </a:stretch>
                    </p:blipFill>
                    <p:spPr>
                      <a:xfrm>
                        <a:off x="1540909" y="2890765"/>
                        <a:ext cx="861532" cy="162071"/>
                      </a:xfrm>
                      <a:prstGeom prst="rect">
                        <a:avLst/>
                      </a:prstGeom>
                    </p:spPr>
                  </p:pic>
                </p:oleObj>
              </mc:Fallback>
            </mc:AlternateContent>
          </a:graphicData>
        </a:graphic>
      </p:graphicFrame>
      <p:graphicFrame>
        <p:nvGraphicFramePr>
          <p:cNvPr id="35" name="Object 34">
            <a:extLst>
              <a:ext uri="{FF2B5EF4-FFF2-40B4-BE49-F238E27FC236}">
                <a16:creationId xmlns:a16="http://schemas.microsoft.com/office/drawing/2014/main" id="{F27BA89B-16B9-4C5B-A2E7-81E53D011615}"/>
              </a:ext>
            </a:extLst>
          </p:cNvPr>
          <p:cNvGraphicFramePr>
            <a:graphicFrameLocks noChangeAspect="1"/>
          </p:cNvGraphicFramePr>
          <p:nvPr>
            <p:extLst>
              <p:ext uri="{D42A27DB-BD31-4B8C-83A1-F6EECF244321}">
                <p14:modId xmlns:p14="http://schemas.microsoft.com/office/powerpoint/2010/main" val="1742930523"/>
              </p:ext>
            </p:extLst>
          </p:nvPr>
        </p:nvGraphicFramePr>
        <p:xfrm>
          <a:off x="3212258" y="2862407"/>
          <a:ext cx="220758" cy="199736"/>
        </p:xfrm>
        <a:graphic>
          <a:graphicData uri="http://schemas.openxmlformats.org/presentationml/2006/ole">
            <mc:AlternateContent xmlns:mc="http://schemas.openxmlformats.org/markup-compatibility/2006">
              <mc:Choice xmlns:v="urn:schemas-microsoft-com:vml" Requires="v">
                <p:oleObj spid="_x0000_s10665" name="Equation" r:id="rId21" imgW="266400" imgH="241200" progId="Equation.DSMT4">
                  <p:embed/>
                </p:oleObj>
              </mc:Choice>
              <mc:Fallback>
                <p:oleObj name="Equation" r:id="rId21" imgW="266400" imgH="241200" progId="Equation.DSMT4">
                  <p:embed/>
                  <p:pic>
                    <p:nvPicPr>
                      <p:cNvPr id="0" name=""/>
                      <p:cNvPicPr/>
                      <p:nvPr/>
                    </p:nvPicPr>
                    <p:blipFill>
                      <a:blip r:embed="rId22"/>
                      <a:stretch>
                        <a:fillRect/>
                      </a:stretch>
                    </p:blipFill>
                    <p:spPr>
                      <a:xfrm>
                        <a:off x="3212258" y="2862407"/>
                        <a:ext cx="220758" cy="199736"/>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0C6368DF-B168-4856-8752-6EF8CF7229DB}"/>
              </a:ext>
            </a:extLst>
          </p:cNvPr>
          <p:cNvGraphicFramePr>
            <a:graphicFrameLocks noChangeAspect="1"/>
          </p:cNvGraphicFramePr>
          <p:nvPr>
            <p:extLst>
              <p:ext uri="{D42A27DB-BD31-4B8C-83A1-F6EECF244321}">
                <p14:modId xmlns:p14="http://schemas.microsoft.com/office/powerpoint/2010/main" val="2878178631"/>
              </p:ext>
            </p:extLst>
          </p:nvPr>
        </p:nvGraphicFramePr>
        <p:xfrm>
          <a:off x="853787" y="3142529"/>
          <a:ext cx="121226" cy="191942"/>
        </p:xfrm>
        <a:graphic>
          <a:graphicData uri="http://schemas.openxmlformats.org/presentationml/2006/ole">
            <mc:AlternateContent xmlns:mc="http://schemas.openxmlformats.org/markup-compatibility/2006">
              <mc:Choice xmlns:v="urn:schemas-microsoft-com:vml" Requires="v">
                <p:oleObj spid="_x0000_s10666" name="Equation" r:id="rId23" imgW="152280" imgH="241200" progId="Equation.DSMT4">
                  <p:embed/>
                </p:oleObj>
              </mc:Choice>
              <mc:Fallback>
                <p:oleObj name="Equation" r:id="rId23" imgW="152280" imgH="241200" progId="Equation.DSMT4">
                  <p:embed/>
                  <p:pic>
                    <p:nvPicPr>
                      <p:cNvPr id="0" name=""/>
                      <p:cNvPicPr/>
                      <p:nvPr/>
                    </p:nvPicPr>
                    <p:blipFill>
                      <a:blip r:embed="rId24"/>
                      <a:stretch>
                        <a:fillRect/>
                      </a:stretch>
                    </p:blipFill>
                    <p:spPr>
                      <a:xfrm>
                        <a:off x="853787" y="3142529"/>
                        <a:ext cx="121226" cy="191942"/>
                      </a:xfrm>
                      <a:prstGeom prst="rect">
                        <a:avLst/>
                      </a:prstGeom>
                    </p:spPr>
                  </p:pic>
                </p:oleObj>
              </mc:Fallback>
            </mc:AlternateContent>
          </a:graphicData>
        </a:graphic>
      </p:graphicFrame>
      <p:graphicFrame>
        <p:nvGraphicFramePr>
          <p:cNvPr id="22" name="Object 21">
            <a:extLst>
              <a:ext uri="{FF2B5EF4-FFF2-40B4-BE49-F238E27FC236}">
                <a16:creationId xmlns:a16="http://schemas.microsoft.com/office/drawing/2014/main" id="{A70B4361-7CD9-46BE-B23E-683205BFB73B}"/>
              </a:ext>
            </a:extLst>
          </p:cNvPr>
          <p:cNvGraphicFramePr>
            <a:graphicFrameLocks noChangeAspect="1"/>
          </p:cNvGraphicFramePr>
          <p:nvPr>
            <p:extLst>
              <p:ext uri="{D42A27DB-BD31-4B8C-83A1-F6EECF244321}">
                <p14:modId xmlns:p14="http://schemas.microsoft.com/office/powerpoint/2010/main" val="1930116233"/>
              </p:ext>
            </p:extLst>
          </p:nvPr>
        </p:nvGraphicFramePr>
        <p:xfrm>
          <a:off x="1494975" y="3154249"/>
          <a:ext cx="896251" cy="165329"/>
        </p:xfrm>
        <a:graphic>
          <a:graphicData uri="http://schemas.openxmlformats.org/presentationml/2006/ole">
            <mc:AlternateContent xmlns:mc="http://schemas.openxmlformats.org/markup-compatibility/2006">
              <mc:Choice xmlns:v="urn:schemas-microsoft-com:vml" Requires="v">
                <p:oleObj spid="_x0000_s10667" name="Equation" r:id="rId25" imgW="1307880" imgH="241200" progId="Equation.DSMT4">
                  <p:embed/>
                </p:oleObj>
              </mc:Choice>
              <mc:Fallback>
                <p:oleObj name="Equation" r:id="rId25" imgW="1307880" imgH="241200" progId="Equation.DSMT4">
                  <p:embed/>
                  <p:pic>
                    <p:nvPicPr>
                      <p:cNvPr id="0" name=""/>
                      <p:cNvPicPr/>
                      <p:nvPr/>
                    </p:nvPicPr>
                    <p:blipFill>
                      <a:blip r:embed="rId26"/>
                      <a:stretch>
                        <a:fillRect/>
                      </a:stretch>
                    </p:blipFill>
                    <p:spPr>
                      <a:xfrm>
                        <a:off x="1494975" y="3154249"/>
                        <a:ext cx="896251" cy="165329"/>
                      </a:xfrm>
                      <a:prstGeom prst="rect">
                        <a:avLst/>
                      </a:prstGeom>
                    </p:spPr>
                  </p:pic>
                </p:oleObj>
              </mc:Fallback>
            </mc:AlternateContent>
          </a:graphicData>
        </a:graphic>
      </p:graphicFrame>
      <p:graphicFrame>
        <p:nvGraphicFramePr>
          <p:cNvPr id="39" name="Object 38">
            <a:extLst>
              <a:ext uri="{FF2B5EF4-FFF2-40B4-BE49-F238E27FC236}">
                <a16:creationId xmlns:a16="http://schemas.microsoft.com/office/drawing/2014/main" id="{42B4FC52-2E4A-45C5-B4D6-C2EAC6E75A32}"/>
              </a:ext>
            </a:extLst>
          </p:cNvPr>
          <p:cNvGraphicFramePr>
            <a:graphicFrameLocks noChangeAspect="1"/>
          </p:cNvGraphicFramePr>
          <p:nvPr>
            <p:extLst>
              <p:ext uri="{D42A27DB-BD31-4B8C-83A1-F6EECF244321}">
                <p14:modId xmlns:p14="http://schemas.microsoft.com/office/powerpoint/2010/main" val="3343427465"/>
              </p:ext>
            </p:extLst>
          </p:nvPr>
        </p:nvGraphicFramePr>
        <p:xfrm>
          <a:off x="3238500" y="3105150"/>
          <a:ext cx="114300" cy="228600"/>
        </p:xfrm>
        <a:graphic>
          <a:graphicData uri="http://schemas.openxmlformats.org/presentationml/2006/ole">
            <mc:AlternateContent xmlns:mc="http://schemas.openxmlformats.org/markup-compatibility/2006">
              <mc:Choice xmlns:v="urn:schemas-microsoft-com:vml" Requires="v">
                <p:oleObj spid="_x0000_s10668" name="Equation" r:id="rId27" imgW="114120" imgH="228600" progId="Equation.DSMT4">
                  <p:embed/>
                </p:oleObj>
              </mc:Choice>
              <mc:Fallback>
                <p:oleObj name="Equation" r:id="rId27" imgW="114120" imgH="228600" progId="Equation.DSMT4">
                  <p:embed/>
                  <p:pic>
                    <p:nvPicPr>
                      <p:cNvPr id="0" name=""/>
                      <p:cNvPicPr/>
                      <p:nvPr/>
                    </p:nvPicPr>
                    <p:blipFill>
                      <a:blip r:embed="rId28"/>
                      <a:stretch>
                        <a:fillRect/>
                      </a:stretch>
                    </p:blipFill>
                    <p:spPr>
                      <a:xfrm>
                        <a:off x="3238500" y="3105150"/>
                        <a:ext cx="114300" cy="228600"/>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B88481E9-D590-405E-A97E-0119E5B6B153}"/>
              </a:ext>
            </a:extLst>
          </p:cNvPr>
          <p:cNvGraphicFramePr>
            <a:graphicFrameLocks noChangeAspect="1"/>
          </p:cNvGraphicFramePr>
          <p:nvPr>
            <p:extLst>
              <p:ext uri="{D42A27DB-BD31-4B8C-83A1-F6EECF244321}">
                <p14:modId xmlns:p14="http://schemas.microsoft.com/office/powerpoint/2010/main" val="3374330131"/>
              </p:ext>
            </p:extLst>
          </p:nvPr>
        </p:nvGraphicFramePr>
        <p:xfrm>
          <a:off x="816444" y="3407048"/>
          <a:ext cx="195913" cy="177255"/>
        </p:xfrm>
        <a:graphic>
          <a:graphicData uri="http://schemas.openxmlformats.org/presentationml/2006/ole">
            <mc:AlternateContent xmlns:mc="http://schemas.openxmlformats.org/markup-compatibility/2006">
              <mc:Choice xmlns:v="urn:schemas-microsoft-com:vml" Requires="v">
                <p:oleObj spid="_x0000_s10669" name="Equation" r:id="rId29" imgW="266400" imgH="241200" progId="Equation.DSMT4">
                  <p:embed/>
                </p:oleObj>
              </mc:Choice>
              <mc:Fallback>
                <p:oleObj name="Equation" r:id="rId29" imgW="266400" imgH="241200" progId="Equation.DSMT4">
                  <p:embed/>
                  <p:pic>
                    <p:nvPicPr>
                      <p:cNvPr id="0" name=""/>
                      <p:cNvPicPr/>
                      <p:nvPr/>
                    </p:nvPicPr>
                    <p:blipFill>
                      <a:blip r:embed="rId30"/>
                      <a:stretch>
                        <a:fillRect/>
                      </a:stretch>
                    </p:blipFill>
                    <p:spPr>
                      <a:xfrm>
                        <a:off x="816444" y="3407048"/>
                        <a:ext cx="195913" cy="177255"/>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D4E2B546-77DA-407B-8374-7D476F038608}"/>
              </a:ext>
            </a:extLst>
          </p:cNvPr>
          <p:cNvGraphicFramePr>
            <a:graphicFrameLocks noChangeAspect="1"/>
          </p:cNvGraphicFramePr>
          <p:nvPr>
            <p:extLst>
              <p:ext uri="{D42A27DB-BD31-4B8C-83A1-F6EECF244321}">
                <p14:modId xmlns:p14="http://schemas.microsoft.com/office/powerpoint/2010/main" val="1203564043"/>
              </p:ext>
            </p:extLst>
          </p:nvPr>
        </p:nvGraphicFramePr>
        <p:xfrm>
          <a:off x="1527210" y="3419287"/>
          <a:ext cx="869880" cy="168652"/>
        </p:xfrm>
        <a:graphic>
          <a:graphicData uri="http://schemas.openxmlformats.org/presentationml/2006/ole">
            <mc:AlternateContent xmlns:mc="http://schemas.openxmlformats.org/markup-compatibility/2006">
              <mc:Choice xmlns:v="urn:schemas-microsoft-com:vml" Requires="v">
                <p:oleObj spid="_x0000_s10670" name="Equation" r:id="rId31" imgW="1244520" imgH="241200" progId="Equation.DSMT4">
                  <p:embed/>
                </p:oleObj>
              </mc:Choice>
              <mc:Fallback>
                <p:oleObj name="Equation" r:id="rId31" imgW="1244520" imgH="241200" progId="Equation.DSMT4">
                  <p:embed/>
                  <p:pic>
                    <p:nvPicPr>
                      <p:cNvPr id="0" name=""/>
                      <p:cNvPicPr/>
                      <p:nvPr/>
                    </p:nvPicPr>
                    <p:blipFill>
                      <a:blip r:embed="rId32"/>
                      <a:stretch>
                        <a:fillRect/>
                      </a:stretch>
                    </p:blipFill>
                    <p:spPr>
                      <a:xfrm>
                        <a:off x="1527210" y="3419287"/>
                        <a:ext cx="869880" cy="168652"/>
                      </a:xfrm>
                      <a:prstGeom prst="rect">
                        <a:avLst/>
                      </a:prstGeom>
                    </p:spPr>
                  </p:pic>
                </p:oleObj>
              </mc:Fallback>
            </mc:AlternateContent>
          </a:graphicData>
        </a:graphic>
      </p:graphicFrame>
      <p:graphicFrame>
        <p:nvGraphicFramePr>
          <p:cNvPr id="37" name="Object 36">
            <a:extLst>
              <a:ext uri="{FF2B5EF4-FFF2-40B4-BE49-F238E27FC236}">
                <a16:creationId xmlns:a16="http://schemas.microsoft.com/office/drawing/2014/main" id="{E96FA7E5-2CAA-4A81-961F-EEF44980612E}"/>
              </a:ext>
            </a:extLst>
          </p:cNvPr>
          <p:cNvGraphicFramePr>
            <a:graphicFrameLocks noChangeAspect="1"/>
          </p:cNvGraphicFramePr>
          <p:nvPr>
            <p:extLst>
              <p:ext uri="{D42A27DB-BD31-4B8C-83A1-F6EECF244321}">
                <p14:modId xmlns:p14="http://schemas.microsoft.com/office/powerpoint/2010/main" val="4178391668"/>
              </p:ext>
            </p:extLst>
          </p:nvPr>
        </p:nvGraphicFramePr>
        <p:xfrm>
          <a:off x="3216565" y="3428279"/>
          <a:ext cx="212144" cy="191942"/>
        </p:xfrm>
        <a:graphic>
          <a:graphicData uri="http://schemas.openxmlformats.org/presentationml/2006/ole">
            <mc:AlternateContent xmlns:mc="http://schemas.openxmlformats.org/markup-compatibility/2006">
              <mc:Choice xmlns:v="urn:schemas-microsoft-com:vml" Requires="v">
                <p:oleObj spid="_x0000_s10671" name="Equation" r:id="rId33" imgW="266400" imgH="241200" progId="Equation.DSMT4">
                  <p:embed/>
                </p:oleObj>
              </mc:Choice>
              <mc:Fallback>
                <p:oleObj name="Equation" r:id="rId33" imgW="266400" imgH="241200" progId="Equation.DSMT4">
                  <p:embed/>
                  <p:pic>
                    <p:nvPicPr>
                      <p:cNvPr id="0" name=""/>
                      <p:cNvPicPr/>
                      <p:nvPr/>
                    </p:nvPicPr>
                    <p:blipFill>
                      <a:blip r:embed="rId34"/>
                      <a:stretch>
                        <a:fillRect/>
                      </a:stretch>
                    </p:blipFill>
                    <p:spPr>
                      <a:xfrm>
                        <a:off x="3216565" y="3428279"/>
                        <a:ext cx="212144" cy="191942"/>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710F6BBA-2255-42A7-BC6B-D6365B992C1C}"/>
              </a:ext>
            </a:extLst>
          </p:cNvPr>
          <p:cNvGraphicFramePr>
            <a:graphicFrameLocks noChangeAspect="1"/>
          </p:cNvGraphicFramePr>
          <p:nvPr>
            <p:extLst>
              <p:ext uri="{D42A27DB-BD31-4B8C-83A1-F6EECF244321}">
                <p14:modId xmlns:p14="http://schemas.microsoft.com/office/powerpoint/2010/main" val="2218392598"/>
              </p:ext>
            </p:extLst>
          </p:nvPr>
        </p:nvGraphicFramePr>
        <p:xfrm>
          <a:off x="812467" y="3675004"/>
          <a:ext cx="203866" cy="174743"/>
        </p:xfrm>
        <a:graphic>
          <a:graphicData uri="http://schemas.openxmlformats.org/presentationml/2006/ole">
            <mc:AlternateContent xmlns:mc="http://schemas.openxmlformats.org/markup-compatibility/2006">
              <mc:Choice xmlns:v="urn:schemas-microsoft-com:vml" Requires="v">
                <p:oleObj spid="_x0000_s10672" name="Equation" r:id="rId35" imgW="266400" imgH="228600" progId="Equation.DSMT4">
                  <p:embed/>
                </p:oleObj>
              </mc:Choice>
              <mc:Fallback>
                <p:oleObj name="Equation" r:id="rId35" imgW="266400" imgH="228600" progId="Equation.DSMT4">
                  <p:embed/>
                  <p:pic>
                    <p:nvPicPr>
                      <p:cNvPr id="0" name=""/>
                      <p:cNvPicPr/>
                      <p:nvPr/>
                    </p:nvPicPr>
                    <p:blipFill>
                      <a:blip r:embed="rId36"/>
                      <a:stretch>
                        <a:fillRect/>
                      </a:stretch>
                    </p:blipFill>
                    <p:spPr>
                      <a:xfrm>
                        <a:off x="812467" y="3675004"/>
                        <a:ext cx="203866" cy="174743"/>
                      </a:xfrm>
                      <a:prstGeom prst="rect">
                        <a:avLst/>
                      </a:prstGeom>
                    </p:spPr>
                  </p:pic>
                </p:oleObj>
              </mc:Fallback>
            </mc:AlternateContent>
          </a:graphicData>
        </a:graphic>
      </p:graphicFrame>
      <p:graphicFrame>
        <p:nvGraphicFramePr>
          <p:cNvPr id="32" name="Object 31">
            <a:extLst>
              <a:ext uri="{FF2B5EF4-FFF2-40B4-BE49-F238E27FC236}">
                <a16:creationId xmlns:a16="http://schemas.microsoft.com/office/drawing/2014/main" id="{22D225C3-82A3-4193-AB80-21A9948065F7}"/>
              </a:ext>
            </a:extLst>
          </p:cNvPr>
          <p:cNvGraphicFramePr>
            <a:graphicFrameLocks noChangeAspect="1"/>
          </p:cNvGraphicFramePr>
          <p:nvPr>
            <p:extLst>
              <p:ext uri="{D42A27DB-BD31-4B8C-83A1-F6EECF244321}">
                <p14:modId xmlns:p14="http://schemas.microsoft.com/office/powerpoint/2010/main" val="140176257"/>
              </p:ext>
            </p:extLst>
          </p:nvPr>
        </p:nvGraphicFramePr>
        <p:xfrm>
          <a:off x="1507355" y="3684292"/>
          <a:ext cx="887365" cy="172042"/>
        </p:xfrm>
        <a:graphic>
          <a:graphicData uri="http://schemas.openxmlformats.org/presentationml/2006/ole">
            <mc:AlternateContent xmlns:mc="http://schemas.openxmlformats.org/markup-compatibility/2006">
              <mc:Choice xmlns:v="urn:schemas-microsoft-com:vml" Requires="v">
                <p:oleObj spid="_x0000_s10673" name="Equation" r:id="rId37" imgW="1244520" imgH="241200" progId="Equation.DSMT4">
                  <p:embed/>
                </p:oleObj>
              </mc:Choice>
              <mc:Fallback>
                <p:oleObj name="Equation" r:id="rId37" imgW="1244520" imgH="241200" progId="Equation.DSMT4">
                  <p:embed/>
                  <p:pic>
                    <p:nvPicPr>
                      <p:cNvPr id="0" name=""/>
                      <p:cNvPicPr/>
                      <p:nvPr/>
                    </p:nvPicPr>
                    <p:blipFill>
                      <a:blip r:embed="rId38"/>
                      <a:stretch>
                        <a:fillRect/>
                      </a:stretch>
                    </p:blipFill>
                    <p:spPr>
                      <a:xfrm>
                        <a:off x="1507355" y="3684292"/>
                        <a:ext cx="887365" cy="172042"/>
                      </a:xfrm>
                      <a:prstGeom prst="rect">
                        <a:avLst/>
                      </a:prstGeom>
                    </p:spPr>
                  </p:pic>
                </p:oleObj>
              </mc:Fallback>
            </mc:AlternateContent>
          </a:graphicData>
        </a:graphic>
      </p:graphicFrame>
      <p:graphicFrame>
        <p:nvGraphicFramePr>
          <p:cNvPr id="38" name="Object 37">
            <a:extLst>
              <a:ext uri="{FF2B5EF4-FFF2-40B4-BE49-F238E27FC236}">
                <a16:creationId xmlns:a16="http://schemas.microsoft.com/office/drawing/2014/main" id="{BBB7CAA2-1FA2-4903-81D0-5FF3D3567CDA}"/>
              </a:ext>
            </a:extLst>
          </p:cNvPr>
          <p:cNvGraphicFramePr>
            <a:graphicFrameLocks noChangeAspect="1"/>
          </p:cNvGraphicFramePr>
          <p:nvPr>
            <p:extLst>
              <p:ext uri="{D42A27DB-BD31-4B8C-83A1-F6EECF244321}">
                <p14:modId xmlns:p14="http://schemas.microsoft.com/office/powerpoint/2010/main" val="3149730635"/>
              </p:ext>
            </p:extLst>
          </p:nvPr>
        </p:nvGraphicFramePr>
        <p:xfrm>
          <a:off x="3217137" y="3676879"/>
          <a:ext cx="230050" cy="190042"/>
        </p:xfrm>
        <a:graphic>
          <a:graphicData uri="http://schemas.openxmlformats.org/presentationml/2006/ole">
            <mc:AlternateContent xmlns:mc="http://schemas.openxmlformats.org/markup-compatibility/2006">
              <mc:Choice xmlns:v="urn:schemas-microsoft-com:vml" Requires="v">
                <p:oleObj spid="_x0000_s10674" name="Equation" r:id="rId39" imgW="291960" imgH="241200" progId="Equation.DSMT4">
                  <p:embed/>
                </p:oleObj>
              </mc:Choice>
              <mc:Fallback>
                <p:oleObj name="Equation" r:id="rId39" imgW="291960" imgH="241200" progId="Equation.DSMT4">
                  <p:embed/>
                  <p:pic>
                    <p:nvPicPr>
                      <p:cNvPr id="0" name=""/>
                      <p:cNvPicPr/>
                      <p:nvPr/>
                    </p:nvPicPr>
                    <p:blipFill>
                      <a:blip r:embed="rId40"/>
                      <a:stretch>
                        <a:fillRect/>
                      </a:stretch>
                    </p:blipFill>
                    <p:spPr>
                      <a:xfrm>
                        <a:off x="3217137" y="3676879"/>
                        <a:ext cx="230050" cy="190042"/>
                      </a:xfrm>
                      <a:prstGeom prst="rect">
                        <a:avLst/>
                      </a:prstGeom>
                    </p:spPr>
                  </p:pic>
                </p:oleObj>
              </mc:Fallback>
            </mc:AlternateContent>
          </a:graphicData>
        </a:graphic>
      </p:graphicFrame>
      <p:graphicFrame>
        <p:nvGraphicFramePr>
          <p:cNvPr id="33" name="Object 32">
            <a:extLst>
              <a:ext uri="{FF2B5EF4-FFF2-40B4-BE49-F238E27FC236}">
                <a16:creationId xmlns:a16="http://schemas.microsoft.com/office/drawing/2014/main" id="{0670CAD6-9FB4-45AB-A1DA-5AC70CFEC213}"/>
              </a:ext>
            </a:extLst>
          </p:cNvPr>
          <p:cNvGraphicFramePr>
            <a:graphicFrameLocks noChangeAspect="1"/>
          </p:cNvGraphicFramePr>
          <p:nvPr>
            <p:extLst>
              <p:ext uri="{D42A27DB-BD31-4B8C-83A1-F6EECF244321}">
                <p14:modId xmlns:p14="http://schemas.microsoft.com/office/powerpoint/2010/main" val="104611424"/>
              </p:ext>
            </p:extLst>
          </p:nvPr>
        </p:nvGraphicFramePr>
        <p:xfrm>
          <a:off x="1584094" y="3941415"/>
          <a:ext cx="714836" cy="210246"/>
        </p:xfrm>
        <a:graphic>
          <a:graphicData uri="http://schemas.openxmlformats.org/presentationml/2006/ole">
            <mc:AlternateContent xmlns:mc="http://schemas.openxmlformats.org/markup-compatibility/2006">
              <mc:Choice xmlns:v="urn:schemas-microsoft-com:vml" Requires="v">
                <p:oleObj spid="_x0000_s10675" name="Equation" r:id="rId41" imgW="863280" imgH="253800" progId="Equation.DSMT4">
                  <p:embed/>
                </p:oleObj>
              </mc:Choice>
              <mc:Fallback>
                <p:oleObj name="Equation" r:id="rId41" imgW="863280" imgH="253800" progId="Equation.DSMT4">
                  <p:embed/>
                  <p:pic>
                    <p:nvPicPr>
                      <p:cNvPr id="0" name=""/>
                      <p:cNvPicPr/>
                      <p:nvPr/>
                    </p:nvPicPr>
                    <p:blipFill>
                      <a:blip r:embed="rId42"/>
                      <a:stretch>
                        <a:fillRect/>
                      </a:stretch>
                    </p:blipFill>
                    <p:spPr>
                      <a:xfrm>
                        <a:off x="1584094" y="3941415"/>
                        <a:ext cx="714836" cy="210246"/>
                      </a:xfrm>
                      <a:prstGeom prst="rect">
                        <a:avLst/>
                      </a:prstGeom>
                    </p:spPr>
                  </p:pic>
                </p:oleObj>
              </mc:Fallback>
            </mc:AlternateContent>
          </a:graphicData>
        </a:graphic>
      </p:graphicFrame>
      <p:graphicFrame>
        <p:nvGraphicFramePr>
          <p:cNvPr id="34" name="Object 33">
            <a:extLst>
              <a:ext uri="{FF2B5EF4-FFF2-40B4-BE49-F238E27FC236}">
                <a16:creationId xmlns:a16="http://schemas.microsoft.com/office/drawing/2014/main" id="{0171176C-20AC-45F0-8E85-19DE912ED509}"/>
              </a:ext>
            </a:extLst>
          </p:cNvPr>
          <p:cNvGraphicFramePr>
            <a:graphicFrameLocks noChangeAspect="1"/>
          </p:cNvGraphicFramePr>
          <p:nvPr>
            <p:extLst>
              <p:ext uri="{D42A27DB-BD31-4B8C-83A1-F6EECF244321}">
                <p14:modId xmlns:p14="http://schemas.microsoft.com/office/powerpoint/2010/main" val="134654587"/>
              </p:ext>
            </p:extLst>
          </p:nvPr>
        </p:nvGraphicFramePr>
        <p:xfrm>
          <a:off x="3105972" y="3947164"/>
          <a:ext cx="776231" cy="255898"/>
        </p:xfrm>
        <a:graphic>
          <a:graphicData uri="http://schemas.openxmlformats.org/presentationml/2006/ole">
            <mc:AlternateContent xmlns:mc="http://schemas.openxmlformats.org/markup-compatibility/2006">
              <mc:Choice xmlns:v="urn:schemas-microsoft-com:vml" Requires="v">
                <p:oleObj spid="_x0000_s10676" name="Equation" r:id="rId43" imgW="1155600" imgH="380880" progId="Equation.DSMT4">
                  <p:embed/>
                </p:oleObj>
              </mc:Choice>
              <mc:Fallback>
                <p:oleObj name="Equation" r:id="rId43" imgW="1155600" imgH="380880" progId="Equation.DSMT4">
                  <p:embed/>
                  <p:pic>
                    <p:nvPicPr>
                      <p:cNvPr id="0" name=""/>
                      <p:cNvPicPr/>
                      <p:nvPr/>
                    </p:nvPicPr>
                    <p:blipFill>
                      <a:blip r:embed="rId44"/>
                      <a:stretch>
                        <a:fillRect/>
                      </a:stretch>
                    </p:blipFill>
                    <p:spPr>
                      <a:xfrm>
                        <a:off x="3105972" y="3947164"/>
                        <a:ext cx="776231" cy="255898"/>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4DA28790-4818-4A71-B146-3B1E97AAFF3A}"/>
              </a:ext>
            </a:extLst>
          </p:cNvPr>
          <p:cNvSpPr>
            <a:spLocks noGrp="1"/>
          </p:cNvSpPr>
          <p:nvPr>
            <p:ph sz="quarter" idx="14"/>
          </p:nvPr>
        </p:nvSpPr>
        <p:spPr>
          <a:xfrm>
            <a:off x="342901" y="4441738"/>
            <a:ext cx="2710266" cy="393733"/>
          </a:xfrm>
        </p:spPr>
        <p:txBody>
          <a:bodyPr/>
          <a:lstStyle/>
          <a:p>
            <a:r>
              <a:rPr lang="en-IN" sz="1800" dirty="0"/>
              <a:t>Step 5: Divide by </a:t>
            </a:r>
            <a:r>
              <a:rPr lang="en-IN" sz="1800" i="1" dirty="0"/>
              <a:t>n</a:t>
            </a:r>
            <a:r>
              <a:rPr lang="en-IN" sz="1800" dirty="0"/>
              <a:t> − 1:</a:t>
            </a:r>
          </a:p>
        </p:txBody>
      </p:sp>
      <p:graphicFrame>
        <p:nvGraphicFramePr>
          <p:cNvPr id="28" name="Object 27">
            <a:extLst>
              <a:ext uri="{FF2B5EF4-FFF2-40B4-BE49-F238E27FC236}">
                <a16:creationId xmlns:a16="http://schemas.microsoft.com/office/drawing/2014/main" id="{B7ADC29F-A3CF-4F36-85BD-F14D430ED26D}"/>
              </a:ext>
            </a:extLst>
          </p:cNvPr>
          <p:cNvGraphicFramePr>
            <a:graphicFrameLocks noChangeAspect="1"/>
          </p:cNvGraphicFramePr>
          <p:nvPr>
            <p:extLst>
              <p:ext uri="{D42A27DB-BD31-4B8C-83A1-F6EECF244321}">
                <p14:modId xmlns:p14="http://schemas.microsoft.com/office/powerpoint/2010/main" val="3283639152"/>
              </p:ext>
            </p:extLst>
          </p:nvPr>
        </p:nvGraphicFramePr>
        <p:xfrm>
          <a:off x="3041650" y="4406900"/>
          <a:ext cx="1308100" cy="457200"/>
        </p:xfrm>
        <a:graphic>
          <a:graphicData uri="http://schemas.openxmlformats.org/presentationml/2006/ole">
            <mc:AlternateContent xmlns:mc="http://schemas.openxmlformats.org/markup-compatibility/2006">
              <mc:Choice xmlns:v="urn:schemas-microsoft-com:vml" Requires="v">
                <p:oleObj spid="_x0000_s10677" name="Equation" r:id="rId45" imgW="1739880" imgH="609480" progId="Equation.DSMT4">
                  <p:embed/>
                </p:oleObj>
              </mc:Choice>
              <mc:Fallback>
                <p:oleObj name="Equation" r:id="rId45" imgW="1739880" imgH="609480" progId="Equation.DSMT4">
                  <p:embed/>
                  <p:pic>
                    <p:nvPicPr>
                      <p:cNvPr id="28" name="Object 27">
                        <a:extLst>
                          <a:ext uri="{FF2B5EF4-FFF2-40B4-BE49-F238E27FC236}">
                            <a16:creationId xmlns:a16="http://schemas.microsoft.com/office/drawing/2014/main" id="{B7ADC29F-A3CF-4F36-85BD-F14D430ED26D}"/>
                          </a:ext>
                        </a:extLst>
                      </p:cNvPr>
                      <p:cNvPicPr/>
                      <p:nvPr/>
                    </p:nvPicPr>
                    <p:blipFill>
                      <a:blip r:embed="rId46"/>
                      <a:stretch>
                        <a:fillRect/>
                      </a:stretch>
                    </p:blipFill>
                    <p:spPr>
                      <a:xfrm>
                        <a:off x="3041650" y="4406900"/>
                        <a:ext cx="1308100" cy="457200"/>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AE307F6C-D407-44C2-BBF3-5E0DFB3FEE7D}"/>
              </a:ext>
            </a:extLst>
          </p:cNvPr>
          <p:cNvSpPr>
            <a:spLocks noGrp="1"/>
          </p:cNvSpPr>
          <p:nvPr>
            <p:ph sz="quarter" idx="15"/>
          </p:nvPr>
        </p:nvSpPr>
        <p:spPr>
          <a:xfrm>
            <a:off x="342901" y="5070708"/>
            <a:ext cx="2880746" cy="353700"/>
          </a:xfrm>
        </p:spPr>
        <p:txBody>
          <a:bodyPr/>
          <a:lstStyle/>
          <a:p>
            <a:r>
              <a:rPr lang="en-IN" sz="1800" dirty="0"/>
              <a:t>Step 6: The square root of</a:t>
            </a:r>
          </a:p>
        </p:txBody>
      </p:sp>
      <p:graphicFrame>
        <p:nvGraphicFramePr>
          <p:cNvPr id="30" name="Object 29">
            <a:extLst>
              <a:ext uri="{FF2B5EF4-FFF2-40B4-BE49-F238E27FC236}">
                <a16:creationId xmlns:a16="http://schemas.microsoft.com/office/drawing/2014/main" id="{750354D9-75F3-4F73-8A61-676C5590A04A}"/>
              </a:ext>
            </a:extLst>
          </p:cNvPr>
          <p:cNvGraphicFramePr>
            <a:graphicFrameLocks noChangeAspect="1"/>
          </p:cNvGraphicFramePr>
          <p:nvPr>
            <p:extLst>
              <p:ext uri="{D42A27DB-BD31-4B8C-83A1-F6EECF244321}">
                <p14:modId xmlns:p14="http://schemas.microsoft.com/office/powerpoint/2010/main" val="3036084791"/>
              </p:ext>
            </p:extLst>
          </p:nvPr>
        </p:nvGraphicFramePr>
        <p:xfrm>
          <a:off x="3213041" y="5088304"/>
          <a:ext cx="673100" cy="330200"/>
        </p:xfrm>
        <a:graphic>
          <a:graphicData uri="http://schemas.openxmlformats.org/presentationml/2006/ole">
            <mc:AlternateContent xmlns:mc="http://schemas.openxmlformats.org/markup-compatibility/2006">
              <mc:Choice xmlns:v="urn:schemas-microsoft-com:vml" Requires="v">
                <p:oleObj spid="_x0000_s10678" name="Equation" r:id="rId47" imgW="672840" imgH="330120" progId="Equation.DSMT4">
                  <p:embed/>
                </p:oleObj>
              </mc:Choice>
              <mc:Fallback>
                <p:oleObj name="Equation" r:id="rId47" imgW="672840" imgH="330120" progId="Equation.DSMT4">
                  <p:embed/>
                  <p:pic>
                    <p:nvPicPr>
                      <p:cNvPr id="30" name="Object 29">
                        <a:extLst>
                          <a:ext uri="{FF2B5EF4-FFF2-40B4-BE49-F238E27FC236}">
                            <a16:creationId xmlns:a16="http://schemas.microsoft.com/office/drawing/2014/main" id="{750354D9-75F3-4F73-8A61-676C5590A04A}"/>
                          </a:ext>
                        </a:extLst>
                      </p:cNvPr>
                      <p:cNvPicPr/>
                      <p:nvPr/>
                    </p:nvPicPr>
                    <p:blipFill>
                      <a:blip r:embed="rId48"/>
                      <a:stretch>
                        <a:fillRect/>
                      </a:stretch>
                    </p:blipFill>
                    <p:spPr>
                      <a:xfrm>
                        <a:off x="3213041" y="5088304"/>
                        <a:ext cx="673100" cy="330200"/>
                      </a:xfrm>
                      <a:prstGeom prst="rect">
                        <a:avLst/>
                      </a:prstGeom>
                    </p:spPr>
                  </p:pic>
                </p:oleObj>
              </mc:Fallback>
            </mc:AlternateContent>
          </a:graphicData>
        </a:graphic>
      </p:graphicFrame>
      <p:sp>
        <p:nvSpPr>
          <p:cNvPr id="14" name="Content Placeholder 13">
            <a:extLst>
              <a:ext uri="{FF2B5EF4-FFF2-40B4-BE49-F238E27FC236}">
                <a16:creationId xmlns:a16="http://schemas.microsoft.com/office/drawing/2014/main" id="{DBAAA935-B4AC-4F50-9E2D-6F0B0B71E314}"/>
              </a:ext>
            </a:extLst>
          </p:cNvPr>
          <p:cNvSpPr>
            <a:spLocks noGrp="1"/>
          </p:cNvSpPr>
          <p:nvPr>
            <p:ph sz="quarter" idx="16"/>
          </p:nvPr>
        </p:nvSpPr>
        <p:spPr>
          <a:xfrm>
            <a:off x="342900" y="5517002"/>
            <a:ext cx="2059337" cy="316275"/>
          </a:xfrm>
        </p:spPr>
        <p:txBody>
          <a:bodyPr tIns="0"/>
          <a:lstStyle/>
          <a:p>
            <a:r>
              <a:rPr lang="en-US" sz="1800" dirty="0"/>
              <a:t>is 4.8 (rounded).</a:t>
            </a:r>
          </a:p>
        </p:txBody>
      </p:sp>
      <p:sp>
        <p:nvSpPr>
          <p:cNvPr id="15" name="Content Placeholder 14">
            <a:extLst>
              <a:ext uri="{FF2B5EF4-FFF2-40B4-BE49-F238E27FC236}">
                <a16:creationId xmlns:a16="http://schemas.microsoft.com/office/drawing/2014/main" id="{FE0D83E5-195D-4FEA-8FCD-A5712EFDA318}"/>
              </a:ext>
            </a:extLst>
          </p:cNvPr>
          <p:cNvSpPr>
            <a:spLocks noGrp="1"/>
          </p:cNvSpPr>
          <p:nvPr>
            <p:ph sz="quarter" idx="17"/>
          </p:nvPr>
        </p:nvSpPr>
        <p:spPr>
          <a:xfrm>
            <a:off x="342901" y="5870268"/>
            <a:ext cx="2710266" cy="592526"/>
          </a:xfrm>
        </p:spPr>
        <p:txBody>
          <a:bodyPr/>
          <a:lstStyle/>
          <a:p>
            <a:r>
              <a:rPr lang="en-IN" sz="1800" dirty="0"/>
              <a:t>The standard deviation of data set A is 4.8.</a:t>
            </a:r>
          </a:p>
        </p:txBody>
      </p:sp>
      <p:graphicFrame>
        <p:nvGraphicFramePr>
          <p:cNvPr id="26" name="Table 24">
            <a:extLst>
              <a:ext uri="{FF2B5EF4-FFF2-40B4-BE49-F238E27FC236}">
                <a16:creationId xmlns:a16="http://schemas.microsoft.com/office/drawing/2014/main" id="{7E9A2B3D-78A7-4318-84E2-646FC51185DC}"/>
              </a:ext>
            </a:extLst>
          </p:cNvPr>
          <p:cNvGraphicFramePr>
            <a:graphicFrameLocks noGrp="1"/>
          </p:cNvGraphicFramePr>
          <p:nvPr>
            <p:extLst>
              <p:ext uri="{D42A27DB-BD31-4B8C-83A1-F6EECF244321}">
                <p14:modId xmlns:p14="http://schemas.microsoft.com/office/powerpoint/2010/main" val="977779941"/>
              </p:ext>
            </p:extLst>
          </p:nvPr>
        </p:nvGraphicFramePr>
        <p:xfrm>
          <a:off x="4806780" y="2039280"/>
          <a:ext cx="3554831" cy="2111693"/>
        </p:xfrm>
        <a:graphic>
          <a:graphicData uri="http://schemas.openxmlformats.org/drawingml/2006/table">
            <a:tbl>
              <a:tblPr firstRow="1" bandRow="1">
                <a:tableStyleId>{5C22544A-7EE6-4342-B048-85BDC9FD1C3A}</a:tableStyleId>
              </a:tblPr>
              <a:tblGrid>
                <a:gridCol w="584448">
                  <a:extLst>
                    <a:ext uri="{9D8B030D-6E8A-4147-A177-3AD203B41FA5}">
                      <a16:colId xmlns:a16="http://schemas.microsoft.com/office/drawing/2014/main" val="1871970067"/>
                    </a:ext>
                  </a:extLst>
                </a:gridCol>
                <a:gridCol w="1412995">
                  <a:extLst>
                    <a:ext uri="{9D8B030D-6E8A-4147-A177-3AD203B41FA5}">
                      <a16:colId xmlns:a16="http://schemas.microsoft.com/office/drawing/2014/main" val="2928791766"/>
                    </a:ext>
                  </a:extLst>
                </a:gridCol>
                <a:gridCol w="1557388">
                  <a:extLst>
                    <a:ext uri="{9D8B030D-6E8A-4147-A177-3AD203B41FA5}">
                      <a16:colId xmlns:a16="http://schemas.microsoft.com/office/drawing/2014/main" val="1070852298"/>
                    </a:ext>
                  </a:extLst>
                </a:gridCol>
              </a:tblGrid>
              <a:tr h="48092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b="1" i="0" u="none" strike="noStrike" baseline="0" dirty="0">
                        <a:solidFill>
                          <a:schemeClr val="tx1"/>
                        </a:solidFill>
                      </a:endParaRPr>
                    </a:p>
                  </a:txBody>
                  <a:tcPr marL="55050" marR="55050" marT="29217" marB="29217"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400" dirty="0">
                        <a:solidFill>
                          <a:schemeClr val="tx1"/>
                        </a:solidFill>
                      </a:endParaRPr>
                    </a:p>
                  </a:txBody>
                  <a:tcPr marL="55050" marR="55050" marT="29217" marB="29217"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58346262"/>
                  </a:ext>
                </a:extLst>
              </a:tr>
              <a:tr h="269681">
                <a:tc>
                  <a:txBody>
                    <a:bodyPr/>
                    <a:lstStyle/>
                    <a:p>
                      <a:pPr algn="ctr"/>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573088" indent="0" algn="l"/>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55059128"/>
                  </a:ext>
                </a:extLst>
              </a:tr>
              <a:tr h="269681">
                <a:tc>
                  <a:txBody>
                    <a:bodyPr/>
                    <a:lstStyle/>
                    <a:p>
                      <a:pPr algn="ctr"/>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573088" indent="0" algn="l"/>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30692409"/>
                  </a:ext>
                </a:extLst>
              </a:tr>
              <a:tr h="269681">
                <a:tc>
                  <a:txBody>
                    <a:bodyPr/>
                    <a:lstStyle/>
                    <a:p>
                      <a:pPr algn="ctr"/>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573088" indent="0" algn="l"/>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5956831"/>
                  </a:ext>
                </a:extLst>
              </a:tr>
              <a:tr h="269681">
                <a:tc>
                  <a:txBody>
                    <a:bodyPr/>
                    <a:lstStyle/>
                    <a:p>
                      <a:pPr algn="ctr"/>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573088" indent="0" algn="l"/>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85075559"/>
                  </a:ext>
                </a:extLst>
              </a:tr>
              <a:tr h="269681">
                <a:tc>
                  <a:txBody>
                    <a:bodyPr/>
                    <a:lstStyle/>
                    <a:p>
                      <a:pPr algn="ctr"/>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400" u="sng"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573088" indent="0" algn="l"/>
                      <a:endParaRPr lang="en-US" sz="1400" u="sng"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4528462"/>
                  </a:ext>
                </a:extLst>
              </a:tr>
              <a:tr h="269681">
                <a:tc>
                  <a:txBody>
                    <a:bodyPr/>
                    <a:lstStyle/>
                    <a:p>
                      <a:pPr algn="ctr"/>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endParaRPr lang="en-US" sz="1400" b="1"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07339130"/>
                  </a:ext>
                </a:extLst>
              </a:tr>
            </a:tbl>
          </a:graphicData>
        </a:graphic>
      </p:graphicFrame>
      <p:graphicFrame>
        <p:nvGraphicFramePr>
          <p:cNvPr id="40" name="Object 39">
            <a:extLst>
              <a:ext uri="{FF2B5EF4-FFF2-40B4-BE49-F238E27FC236}">
                <a16:creationId xmlns:a16="http://schemas.microsoft.com/office/drawing/2014/main" id="{95D4E5AC-72F5-4476-97A2-D7201ED0BFCE}"/>
              </a:ext>
            </a:extLst>
          </p:cNvPr>
          <p:cNvGraphicFramePr>
            <a:graphicFrameLocks noChangeAspect="1"/>
          </p:cNvGraphicFramePr>
          <p:nvPr>
            <p:extLst>
              <p:ext uri="{D42A27DB-BD31-4B8C-83A1-F6EECF244321}">
                <p14:modId xmlns:p14="http://schemas.microsoft.com/office/powerpoint/2010/main" val="2425936511"/>
              </p:ext>
            </p:extLst>
          </p:nvPr>
        </p:nvGraphicFramePr>
        <p:xfrm>
          <a:off x="4860925" y="2262188"/>
          <a:ext cx="506413" cy="219075"/>
        </p:xfrm>
        <a:graphic>
          <a:graphicData uri="http://schemas.openxmlformats.org/presentationml/2006/ole">
            <mc:AlternateContent xmlns:mc="http://schemas.openxmlformats.org/markup-compatibility/2006">
              <mc:Choice xmlns:v="urn:schemas-microsoft-com:vml" Requires="v">
                <p:oleObj spid="_x0000_s10679" name="Equation" r:id="rId49" imgW="505926" imgH="219554" progId="Equation.DSMT4">
                  <p:embed/>
                </p:oleObj>
              </mc:Choice>
              <mc:Fallback>
                <p:oleObj name="Equation" r:id="rId49" imgW="505926" imgH="219554" progId="Equation.DSMT4">
                  <p:embed/>
                  <p:pic>
                    <p:nvPicPr>
                      <p:cNvPr id="0" name=""/>
                      <p:cNvPicPr/>
                      <p:nvPr/>
                    </p:nvPicPr>
                    <p:blipFill>
                      <a:blip r:embed="rId50"/>
                      <a:stretch>
                        <a:fillRect/>
                      </a:stretch>
                    </p:blipFill>
                    <p:spPr>
                      <a:xfrm>
                        <a:off x="4860925" y="2262188"/>
                        <a:ext cx="506413" cy="219075"/>
                      </a:xfrm>
                      <a:prstGeom prst="rect">
                        <a:avLst/>
                      </a:prstGeom>
                    </p:spPr>
                  </p:pic>
                </p:oleObj>
              </mc:Fallback>
            </mc:AlternateContent>
          </a:graphicData>
        </a:graphic>
      </p:graphicFrame>
      <p:graphicFrame>
        <p:nvGraphicFramePr>
          <p:cNvPr id="41" name="Object 40">
            <a:extLst>
              <a:ext uri="{FF2B5EF4-FFF2-40B4-BE49-F238E27FC236}">
                <a16:creationId xmlns:a16="http://schemas.microsoft.com/office/drawing/2014/main" id="{8F2CF209-A28F-4A58-B4D9-A5676A316A2F}"/>
              </a:ext>
            </a:extLst>
          </p:cNvPr>
          <p:cNvGraphicFramePr>
            <a:graphicFrameLocks noChangeAspect="1"/>
          </p:cNvGraphicFramePr>
          <p:nvPr>
            <p:extLst>
              <p:ext uri="{D42A27DB-BD31-4B8C-83A1-F6EECF244321}">
                <p14:modId xmlns:p14="http://schemas.microsoft.com/office/powerpoint/2010/main" val="4116134304"/>
              </p:ext>
            </p:extLst>
          </p:nvPr>
        </p:nvGraphicFramePr>
        <p:xfrm>
          <a:off x="5630863" y="2081213"/>
          <a:ext cx="1006475" cy="409575"/>
        </p:xfrm>
        <a:graphic>
          <a:graphicData uri="http://schemas.openxmlformats.org/presentationml/2006/ole">
            <mc:AlternateContent xmlns:mc="http://schemas.openxmlformats.org/markup-compatibility/2006">
              <mc:Choice xmlns:v="urn:schemas-microsoft-com:vml" Requires="v">
                <p:oleObj spid="_x0000_s10680" name="Equation" r:id="rId51" imgW="1562040" imgH="634680" progId="Equation.DSMT4">
                  <p:embed/>
                </p:oleObj>
              </mc:Choice>
              <mc:Fallback>
                <p:oleObj name="Equation" r:id="rId51" imgW="1562040" imgH="634680" progId="Equation.DSMT4">
                  <p:embed/>
                  <p:pic>
                    <p:nvPicPr>
                      <p:cNvPr id="0" name=""/>
                      <p:cNvPicPr/>
                      <p:nvPr/>
                    </p:nvPicPr>
                    <p:blipFill>
                      <a:blip r:embed="rId52"/>
                      <a:stretch>
                        <a:fillRect/>
                      </a:stretch>
                    </p:blipFill>
                    <p:spPr>
                      <a:xfrm>
                        <a:off x="5630863" y="2081213"/>
                        <a:ext cx="1006475" cy="409575"/>
                      </a:xfrm>
                      <a:prstGeom prst="rect">
                        <a:avLst/>
                      </a:prstGeom>
                    </p:spPr>
                  </p:pic>
                </p:oleObj>
              </mc:Fallback>
            </mc:AlternateContent>
          </a:graphicData>
        </a:graphic>
      </p:graphicFrame>
      <p:graphicFrame>
        <p:nvGraphicFramePr>
          <p:cNvPr id="42" name="Object 41">
            <a:extLst>
              <a:ext uri="{FF2B5EF4-FFF2-40B4-BE49-F238E27FC236}">
                <a16:creationId xmlns:a16="http://schemas.microsoft.com/office/drawing/2014/main" id="{08D067C8-B936-4406-AD70-02B7E1480DF7}"/>
              </a:ext>
            </a:extLst>
          </p:cNvPr>
          <p:cNvGraphicFramePr>
            <a:graphicFrameLocks noChangeAspect="1"/>
          </p:cNvGraphicFramePr>
          <p:nvPr>
            <p:extLst>
              <p:ext uri="{D42A27DB-BD31-4B8C-83A1-F6EECF244321}">
                <p14:modId xmlns:p14="http://schemas.microsoft.com/office/powerpoint/2010/main" val="3827823560"/>
              </p:ext>
            </p:extLst>
          </p:nvPr>
        </p:nvGraphicFramePr>
        <p:xfrm>
          <a:off x="7212784" y="2072240"/>
          <a:ext cx="566782" cy="237020"/>
        </p:xfrm>
        <a:graphic>
          <a:graphicData uri="http://schemas.openxmlformats.org/presentationml/2006/ole">
            <mc:AlternateContent xmlns:mc="http://schemas.openxmlformats.org/markup-compatibility/2006">
              <mc:Choice xmlns:v="urn:schemas-microsoft-com:vml" Requires="v">
                <p:oleObj spid="_x0000_s10681" name="Equation" r:id="rId53" imgW="698400" imgH="291960" progId="Equation.DSMT4">
                  <p:embed/>
                </p:oleObj>
              </mc:Choice>
              <mc:Fallback>
                <p:oleObj name="Equation" r:id="rId53" imgW="698400" imgH="291960" progId="Equation.DSMT4">
                  <p:embed/>
                  <p:pic>
                    <p:nvPicPr>
                      <p:cNvPr id="0" name=""/>
                      <p:cNvPicPr/>
                      <p:nvPr/>
                    </p:nvPicPr>
                    <p:blipFill>
                      <a:blip r:embed="rId54"/>
                      <a:stretch>
                        <a:fillRect/>
                      </a:stretch>
                    </p:blipFill>
                    <p:spPr>
                      <a:xfrm>
                        <a:off x="7212784" y="2072240"/>
                        <a:ext cx="566782" cy="237020"/>
                      </a:xfrm>
                      <a:prstGeom prst="rect">
                        <a:avLst/>
                      </a:prstGeom>
                    </p:spPr>
                  </p:pic>
                </p:oleObj>
              </mc:Fallback>
            </mc:AlternateContent>
          </a:graphicData>
        </a:graphic>
      </p:graphicFrame>
      <p:graphicFrame>
        <p:nvGraphicFramePr>
          <p:cNvPr id="27" name="Object 26">
            <a:extLst>
              <a:ext uri="{FF2B5EF4-FFF2-40B4-BE49-F238E27FC236}">
                <a16:creationId xmlns:a16="http://schemas.microsoft.com/office/drawing/2014/main" id="{DE6F888C-6CE4-4EBD-AF70-CEFB2E1F76A4}"/>
              </a:ext>
            </a:extLst>
          </p:cNvPr>
          <p:cNvGraphicFramePr>
            <a:graphicFrameLocks noChangeAspect="1"/>
          </p:cNvGraphicFramePr>
          <p:nvPr>
            <p:extLst>
              <p:ext uri="{D42A27DB-BD31-4B8C-83A1-F6EECF244321}">
                <p14:modId xmlns:p14="http://schemas.microsoft.com/office/powerpoint/2010/main" val="1191801374"/>
              </p:ext>
            </p:extLst>
          </p:nvPr>
        </p:nvGraphicFramePr>
        <p:xfrm>
          <a:off x="7027863" y="2255838"/>
          <a:ext cx="1057275" cy="260350"/>
        </p:xfrm>
        <a:graphic>
          <a:graphicData uri="http://schemas.openxmlformats.org/presentationml/2006/ole">
            <mc:AlternateContent xmlns:mc="http://schemas.openxmlformats.org/markup-compatibility/2006">
              <mc:Choice xmlns:v="urn:schemas-microsoft-com:vml" Requires="v">
                <p:oleObj spid="_x0000_s10682" name="Equation" r:id="rId55" imgW="1752480" imgH="431640" progId="Equation.DSMT4">
                  <p:embed/>
                </p:oleObj>
              </mc:Choice>
              <mc:Fallback>
                <p:oleObj name="Equation" r:id="rId55" imgW="1752480" imgH="431640" progId="Equation.DSMT4">
                  <p:embed/>
                  <p:pic>
                    <p:nvPicPr>
                      <p:cNvPr id="27" name="Object 26">
                        <a:extLst>
                          <a:ext uri="{FF2B5EF4-FFF2-40B4-BE49-F238E27FC236}">
                            <a16:creationId xmlns:a16="http://schemas.microsoft.com/office/drawing/2014/main" id="{DE6F888C-6CE4-4EBD-AF70-CEFB2E1F76A4}"/>
                          </a:ext>
                        </a:extLst>
                      </p:cNvPr>
                      <p:cNvPicPr/>
                      <p:nvPr/>
                    </p:nvPicPr>
                    <p:blipFill>
                      <a:blip r:embed="rId56"/>
                      <a:stretch>
                        <a:fillRect/>
                      </a:stretch>
                    </p:blipFill>
                    <p:spPr>
                      <a:xfrm>
                        <a:off x="7027863" y="2255838"/>
                        <a:ext cx="1057275" cy="260350"/>
                      </a:xfrm>
                      <a:prstGeom prst="rect">
                        <a:avLst/>
                      </a:prstGeom>
                      <a:solidFill>
                        <a:schemeClr val="bg1"/>
                      </a:solidFill>
                    </p:spPr>
                  </p:pic>
                </p:oleObj>
              </mc:Fallback>
            </mc:AlternateContent>
          </a:graphicData>
        </a:graphic>
      </p:graphicFrame>
      <p:graphicFrame>
        <p:nvGraphicFramePr>
          <p:cNvPr id="43" name="Object 42">
            <a:extLst>
              <a:ext uri="{FF2B5EF4-FFF2-40B4-BE49-F238E27FC236}">
                <a16:creationId xmlns:a16="http://schemas.microsoft.com/office/drawing/2014/main" id="{9EBF4CAF-36F9-4A28-80D0-9B5A107917DC}"/>
              </a:ext>
            </a:extLst>
          </p:cNvPr>
          <p:cNvGraphicFramePr>
            <a:graphicFrameLocks noChangeAspect="1"/>
          </p:cNvGraphicFramePr>
          <p:nvPr>
            <p:extLst>
              <p:ext uri="{D42A27DB-BD31-4B8C-83A1-F6EECF244321}">
                <p14:modId xmlns:p14="http://schemas.microsoft.com/office/powerpoint/2010/main" val="2966367550"/>
              </p:ext>
            </p:extLst>
          </p:nvPr>
        </p:nvGraphicFramePr>
        <p:xfrm>
          <a:off x="5011738" y="2543175"/>
          <a:ext cx="165100" cy="228600"/>
        </p:xfrm>
        <a:graphic>
          <a:graphicData uri="http://schemas.openxmlformats.org/presentationml/2006/ole">
            <mc:AlternateContent xmlns:mc="http://schemas.openxmlformats.org/markup-compatibility/2006">
              <mc:Choice xmlns:v="urn:schemas-microsoft-com:vml" Requires="v">
                <p:oleObj spid="_x0000_s10683" name="Equation" r:id="rId57" imgW="164880" imgH="228600" progId="Equation.DSMT4">
                  <p:embed/>
                </p:oleObj>
              </mc:Choice>
              <mc:Fallback>
                <p:oleObj name="Equation" r:id="rId57" imgW="164880" imgH="228600" progId="Equation.DSMT4">
                  <p:embed/>
                  <p:pic>
                    <p:nvPicPr>
                      <p:cNvPr id="0" name=""/>
                      <p:cNvPicPr/>
                      <p:nvPr/>
                    </p:nvPicPr>
                    <p:blipFill>
                      <a:blip r:embed="rId58"/>
                      <a:stretch>
                        <a:fillRect/>
                      </a:stretch>
                    </p:blipFill>
                    <p:spPr>
                      <a:xfrm>
                        <a:off x="5011738" y="2543175"/>
                        <a:ext cx="165100" cy="228600"/>
                      </a:xfrm>
                      <a:prstGeom prst="rect">
                        <a:avLst/>
                      </a:prstGeom>
                    </p:spPr>
                  </p:pic>
                </p:oleObj>
              </mc:Fallback>
            </mc:AlternateContent>
          </a:graphicData>
        </a:graphic>
      </p:graphicFrame>
      <p:graphicFrame>
        <p:nvGraphicFramePr>
          <p:cNvPr id="55" name="Object 54">
            <a:extLst>
              <a:ext uri="{FF2B5EF4-FFF2-40B4-BE49-F238E27FC236}">
                <a16:creationId xmlns:a16="http://schemas.microsoft.com/office/drawing/2014/main" id="{DC76221C-202F-4873-8614-032614FAE2C3}"/>
              </a:ext>
            </a:extLst>
          </p:cNvPr>
          <p:cNvGraphicFramePr>
            <a:graphicFrameLocks noChangeAspect="1"/>
          </p:cNvGraphicFramePr>
          <p:nvPr>
            <p:extLst>
              <p:ext uri="{D42A27DB-BD31-4B8C-83A1-F6EECF244321}">
                <p14:modId xmlns:p14="http://schemas.microsoft.com/office/powerpoint/2010/main" val="2245372859"/>
              </p:ext>
            </p:extLst>
          </p:nvPr>
        </p:nvGraphicFramePr>
        <p:xfrm>
          <a:off x="5633388" y="2570848"/>
          <a:ext cx="925225" cy="154205"/>
        </p:xfrm>
        <a:graphic>
          <a:graphicData uri="http://schemas.openxmlformats.org/presentationml/2006/ole">
            <mc:AlternateContent xmlns:mc="http://schemas.openxmlformats.org/markup-compatibility/2006">
              <mc:Choice xmlns:v="urn:schemas-microsoft-com:vml" Requires="v">
                <p:oleObj spid="_x0000_s10684" name="Equation" r:id="rId59" imgW="1447560" imgH="241200" progId="Equation.DSMT4">
                  <p:embed/>
                </p:oleObj>
              </mc:Choice>
              <mc:Fallback>
                <p:oleObj name="Equation" r:id="rId59" imgW="1447560" imgH="241200" progId="Equation.DSMT4">
                  <p:embed/>
                  <p:pic>
                    <p:nvPicPr>
                      <p:cNvPr id="0" name=""/>
                      <p:cNvPicPr/>
                      <p:nvPr/>
                    </p:nvPicPr>
                    <p:blipFill>
                      <a:blip r:embed="rId60"/>
                      <a:stretch>
                        <a:fillRect/>
                      </a:stretch>
                    </p:blipFill>
                    <p:spPr>
                      <a:xfrm>
                        <a:off x="5633388" y="2570848"/>
                        <a:ext cx="925225" cy="154205"/>
                      </a:xfrm>
                      <a:prstGeom prst="rect">
                        <a:avLst/>
                      </a:prstGeom>
                    </p:spPr>
                  </p:pic>
                </p:oleObj>
              </mc:Fallback>
            </mc:AlternateContent>
          </a:graphicData>
        </a:graphic>
      </p:graphicFrame>
      <p:graphicFrame>
        <p:nvGraphicFramePr>
          <p:cNvPr id="44" name="Object 43">
            <a:extLst>
              <a:ext uri="{FF2B5EF4-FFF2-40B4-BE49-F238E27FC236}">
                <a16:creationId xmlns:a16="http://schemas.microsoft.com/office/drawing/2014/main" id="{33A61B70-444A-484D-A885-693EC0B3B983}"/>
              </a:ext>
            </a:extLst>
          </p:cNvPr>
          <p:cNvGraphicFramePr>
            <a:graphicFrameLocks noChangeAspect="1"/>
          </p:cNvGraphicFramePr>
          <p:nvPr>
            <p:extLst>
              <p:ext uri="{D42A27DB-BD31-4B8C-83A1-F6EECF244321}">
                <p14:modId xmlns:p14="http://schemas.microsoft.com/office/powerpoint/2010/main" val="3239928234"/>
              </p:ext>
            </p:extLst>
          </p:nvPr>
        </p:nvGraphicFramePr>
        <p:xfrm>
          <a:off x="7394575" y="2543175"/>
          <a:ext cx="165100" cy="228600"/>
        </p:xfrm>
        <a:graphic>
          <a:graphicData uri="http://schemas.openxmlformats.org/presentationml/2006/ole">
            <mc:AlternateContent xmlns:mc="http://schemas.openxmlformats.org/markup-compatibility/2006">
              <mc:Choice xmlns:v="urn:schemas-microsoft-com:vml" Requires="v">
                <p:oleObj spid="_x0000_s10685" name="Equation" r:id="rId61" imgW="164880" imgH="228600" progId="Equation.DSMT4">
                  <p:embed/>
                </p:oleObj>
              </mc:Choice>
              <mc:Fallback>
                <p:oleObj name="Equation" r:id="rId61" imgW="164880" imgH="228600" progId="Equation.DSMT4">
                  <p:embed/>
                  <p:pic>
                    <p:nvPicPr>
                      <p:cNvPr id="0" name=""/>
                      <p:cNvPicPr/>
                      <p:nvPr/>
                    </p:nvPicPr>
                    <p:blipFill>
                      <a:blip r:embed="rId62"/>
                      <a:stretch>
                        <a:fillRect/>
                      </a:stretch>
                    </p:blipFill>
                    <p:spPr>
                      <a:xfrm>
                        <a:off x="7394575" y="2543175"/>
                        <a:ext cx="165100" cy="228600"/>
                      </a:xfrm>
                      <a:prstGeom prst="rect">
                        <a:avLst/>
                      </a:prstGeom>
                    </p:spPr>
                  </p:pic>
                </p:oleObj>
              </mc:Fallback>
            </mc:AlternateContent>
          </a:graphicData>
        </a:graphic>
      </p:graphicFrame>
      <p:graphicFrame>
        <p:nvGraphicFramePr>
          <p:cNvPr id="45" name="Object 44">
            <a:extLst>
              <a:ext uri="{FF2B5EF4-FFF2-40B4-BE49-F238E27FC236}">
                <a16:creationId xmlns:a16="http://schemas.microsoft.com/office/drawing/2014/main" id="{F4B367C7-C581-4B2D-9B90-EDACE5CAE0C9}"/>
              </a:ext>
            </a:extLst>
          </p:cNvPr>
          <p:cNvGraphicFramePr>
            <a:graphicFrameLocks noChangeAspect="1"/>
          </p:cNvGraphicFramePr>
          <p:nvPr>
            <p:extLst>
              <p:ext uri="{D42A27DB-BD31-4B8C-83A1-F6EECF244321}">
                <p14:modId xmlns:p14="http://schemas.microsoft.com/office/powerpoint/2010/main" val="4283176107"/>
              </p:ext>
            </p:extLst>
          </p:nvPr>
        </p:nvGraphicFramePr>
        <p:xfrm>
          <a:off x="5013325" y="2809875"/>
          <a:ext cx="165100" cy="228600"/>
        </p:xfrm>
        <a:graphic>
          <a:graphicData uri="http://schemas.openxmlformats.org/presentationml/2006/ole">
            <mc:AlternateContent xmlns:mc="http://schemas.openxmlformats.org/markup-compatibility/2006">
              <mc:Choice xmlns:v="urn:schemas-microsoft-com:vml" Requires="v">
                <p:oleObj spid="_x0000_s10686" name="Equation" r:id="rId63" imgW="164880" imgH="228600" progId="Equation.DSMT4">
                  <p:embed/>
                </p:oleObj>
              </mc:Choice>
              <mc:Fallback>
                <p:oleObj name="Equation" r:id="rId63" imgW="164880" imgH="228600" progId="Equation.DSMT4">
                  <p:embed/>
                  <p:pic>
                    <p:nvPicPr>
                      <p:cNvPr id="0" name=""/>
                      <p:cNvPicPr/>
                      <p:nvPr/>
                    </p:nvPicPr>
                    <p:blipFill>
                      <a:blip r:embed="rId64"/>
                      <a:stretch>
                        <a:fillRect/>
                      </a:stretch>
                    </p:blipFill>
                    <p:spPr>
                      <a:xfrm>
                        <a:off x="5013325" y="2809875"/>
                        <a:ext cx="165100" cy="228600"/>
                      </a:xfrm>
                      <a:prstGeom prst="rect">
                        <a:avLst/>
                      </a:prstGeom>
                    </p:spPr>
                  </p:pic>
                </p:oleObj>
              </mc:Fallback>
            </mc:AlternateContent>
          </a:graphicData>
        </a:graphic>
      </p:graphicFrame>
      <p:graphicFrame>
        <p:nvGraphicFramePr>
          <p:cNvPr id="56" name="Object 55">
            <a:extLst>
              <a:ext uri="{FF2B5EF4-FFF2-40B4-BE49-F238E27FC236}">
                <a16:creationId xmlns:a16="http://schemas.microsoft.com/office/drawing/2014/main" id="{E6AE99A6-6ED4-482D-ADC9-C473D87B98EA}"/>
              </a:ext>
            </a:extLst>
          </p:cNvPr>
          <p:cNvGraphicFramePr>
            <a:graphicFrameLocks noChangeAspect="1"/>
          </p:cNvGraphicFramePr>
          <p:nvPr>
            <p:extLst>
              <p:ext uri="{D42A27DB-BD31-4B8C-83A1-F6EECF244321}">
                <p14:modId xmlns:p14="http://schemas.microsoft.com/office/powerpoint/2010/main" val="3346011209"/>
              </p:ext>
            </p:extLst>
          </p:nvPr>
        </p:nvGraphicFramePr>
        <p:xfrm>
          <a:off x="5629693" y="2825136"/>
          <a:ext cx="951665" cy="179028"/>
        </p:xfrm>
        <a:graphic>
          <a:graphicData uri="http://schemas.openxmlformats.org/presentationml/2006/ole">
            <mc:AlternateContent xmlns:mc="http://schemas.openxmlformats.org/markup-compatibility/2006">
              <mc:Choice xmlns:v="urn:schemas-microsoft-com:vml" Requires="v">
                <p:oleObj spid="_x0000_s10687" name="Equation" r:id="rId65" imgW="1282680" imgH="241200" progId="Equation.DSMT4">
                  <p:embed/>
                </p:oleObj>
              </mc:Choice>
              <mc:Fallback>
                <p:oleObj name="Equation" r:id="rId65" imgW="1282680" imgH="241200" progId="Equation.DSMT4">
                  <p:embed/>
                  <p:pic>
                    <p:nvPicPr>
                      <p:cNvPr id="0" name=""/>
                      <p:cNvPicPr/>
                      <p:nvPr/>
                    </p:nvPicPr>
                    <p:blipFill>
                      <a:blip r:embed="rId66"/>
                      <a:stretch>
                        <a:fillRect/>
                      </a:stretch>
                    </p:blipFill>
                    <p:spPr>
                      <a:xfrm>
                        <a:off x="5629693" y="2825136"/>
                        <a:ext cx="951665" cy="179028"/>
                      </a:xfrm>
                      <a:prstGeom prst="rect">
                        <a:avLst/>
                      </a:prstGeom>
                    </p:spPr>
                  </p:pic>
                </p:oleObj>
              </mc:Fallback>
            </mc:AlternateContent>
          </a:graphicData>
        </a:graphic>
      </p:graphicFrame>
      <p:graphicFrame>
        <p:nvGraphicFramePr>
          <p:cNvPr id="46" name="Object 45">
            <a:extLst>
              <a:ext uri="{FF2B5EF4-FFF2-40B4-BE49-F238E27FC236}">
                <a16:creationId xmlns:a16="http://schemas.microsoft.com/office/drawing/2014/main" id="{AAEA2B60-A46E-4006-AE2B-1195621BEEED}"/>
              </a:ext>
            </a:extLst>
          </p:cNvPr>
          <p:cNvGraphicFramePr>
            <a:graphicFrameLocks noChangeAspect="1"/>
          </p:cNvGraphicFramePr>
          <p:nvPr>
            <p:extLst>
              <p:ext uri="{D42A27DB-BD31-4B8C-83A1-F6EECF244321}">
                <p14:modId xmlns:p14="http://schemas.microsoft.com/office/powerpoint/2010/main" val="2550193850"/>
              </p:ext>
            </p:extLst>
          </p:nvPr>
        </p:nvGraphicFramePr>
        <p:xfrm>
          <a:off x="7394575" y="2800350"/>
          <a:ext cx="165100" cy="228600"/>
        </p:xfrm>
        <a:graphic>
          <a:graphicData uri="http://schemas.openxmlformats.org/presentationml/2006/ole">
            <mc:AlternateContent xmlns:mc="http://schemas.openxmlformats.org/markup-compatibility/2006">
              <mc:Choice xmlns:v="urn:schemas-microsoft-com:vml" Requires="v">
                <p:oleObj spid="_x0000_s10688" name="Equation" r:id="rId67" imgW="164880" imgH="228600" progId="Equation.DSMT4">
                  <p:embed/>
                </p:oleObj>
              </mc:Choice>
              <mc:Fallback>
                <p:oleObj name="Equation" r:id="rId67" imgW="164880" imgH="228600" progId="Equation.DSMT4">
                  <p:embed/>
                  <p:pic>
                    <p:nvPicPr>
                      <p:cNvPr id="0" name=""/>
                      <p:cNvPicPr/>
                      <p:nvPr/>
                    </p:nvPicPr>
                    <p:blipFill>
                      <a:blip r:embed="rId68"/>
                      <a:stretch>
                        <a:fillRect/>
                      </a:stretch>
                    </p:blipFill>
                    <p:spPr>
                      <a:xfrm>
                        <a:off x="7394575" y="2800350"/>
                        <a:ext cx="165100" cy="228600"/>
                      </a:xfrm>
                      <a:prstGeom prst="rect">
                        <a:avLst/>
                      </a:prstGeom>
                    </p:spPr>
                  </p:pic>
                </p:oleObj>
              </mc:Fallback>
            </mc:AlternateContent>
          </a:graphicData>
        </a:graphic>
      </p:graphicFrame>
      <p:graphicFrame>
        <p:nvGraphicFramePr>
          <p:cNvPr id="52" name="Object 51">
            <a:extLst>
              <a:ext uri="{FF2B5EF4-FFF2-40B4-BE49-F238E27FC236}">
                <a16:creationId xmlns:a16="http://schemas.microsoft.com/office/drawing/2014/main" id="{1944058C-3C0D-4EBD-9067-426471D63A6E}"/>
              </a:ext>
            </a:extLst>
          </p:cNvPr>
          <p:cNvGraphicFramePr>
            <a:graphicFrameLocks noChangeAspect="1"/>
          </p:cNvGraphicFramePr>
          <p:nvPr>
            <p:extLst>
              <p:ext uri="{D42A27DB-BD31-4B8C-83A1-F6EECF244321}">
                <p14:modId xmlns:p14="http://schemas.microsoft.com/office/powerpoint/2010/main" val="804846313"/>
              </p:ext>
            </p:extLst>
          </p:nvPr>
        </p:nvGraphicFramePr>
        <p:xfrm>
          <a:off x="5019675" y="3070225"/>
          <a:ext cx="152400" cy="241300"/>
        </p:xfrm>
        <a:graphic>
          <a:graphicData uri="http://schemas.openxmlformats.org/presentationml/2006/ole">
            <mc:AlternateContent xmlns:mc="http://schemas.openxmlformats.org/markup-compatibility/2006">
              <mc:Choice xmlns:v="urn:schemas-microsoft-com:vml" Requires="v">
                <p:oleObj spid="_x0000_s10689" name="Equation" r:id="rId69" imgW="152280" imgH="241200" progId="Equation.DSMT4">
                  <p:embed/>
                </p:oleObj>
              </mc:Choice>
              <mc:Fallback>
                <p:oleObj name="Equation" r:id="rId69" imgW="152280" imgH="241200" progId="Equation.DSMT4">
                  <p:embed/>
                  <p:pic>
                    <p:nvPicPr>
                      <p:cNvPr id="0" name=""/>
                      <p:cNvPicPr/>
                      <p:nvPr/>
                    </p:nvPicPr>
                    <p:blipFill>
                      <a:blip r:embed="rId70"/>
                      <a:stretch>
                        <a:fillRect/>
                      </a:stretch>
                    </p:blipFill>
                    <p:spPr>
                      <a:xfrm>
                        <a:off x="5019675" y="3070225"/>
                        <a:ext cx="152400" cy="241300"/>
                      </a:xfrm>
                      <a:prstGeom prst="rect">
                        <a:avLst/>
                      </a:prstGeom>
                    </p:spPr>
                  </p:pic>
                </p:oleObj>
              </mc:Fallback>
            </mc:AlternateContent>
          </a:graphicData>
        </a:graphic>
      </p:graphicFrame>
      <p:graphicFrame>
        <p:nvGraphicFramePr>
          <p:cNvPr id="58" name="Object 57">
            <a:extLst>
              <a:ext uri="{FF2B5EF4-FFF2-40B4-BE49-F238E27FC236}">
                <a16:creationId xmlns:a16="http://schemas.microsoft.com/office/drawing/2014/main" id="{13B03C0D-36CD-424A-B9A8-F63483EECFC1}"/>
              </a:ext>
            </a:extLst>
          </p:cNvPr>
          <p:cNvGraphicFramePr>
            <a:graphicFrameLocks noChangeAspect="1"/>
          </p:cNvGraphicFramePr>
          <p:nvPr>
            <p:extLst>
              <p:ext uri="{D42A27DB-BD31-4B8C-83A1-F6EECF244321}">
                <p14:modId xmlns:p14="http://schemas.microsoft.com/office/powerpoint/2010/main" val="2702391119"/>
              </p:ext>
            </p:extLst>
          </p:nvPr>
        </p:nvGraphicFramePr>
        <p:xfrm>
          <a:off x="5662871" y="3115231"/>
          <a:ext cx="923409" cy="170339"/>
        </p:xfrm>
        <a:graphic>
          <a:graphicData uri="http://schemas.openxmlformats.org/presentationml/2006/ole">
            <mc:AlternateContent xmlns:mc="http://schemas.openxmlformats.org/markup-compatibility/2006">
              <mc:Choice xmlns:v="urn:schemas-microsoft-com:vml" Requires="v">
                <p:oleObj spid="_x0000_s10690" name="Equation" r:id="rId71" imgW="1307880" imgH="241200" progId="Equation.DSMT4">
                  <p:embed/>
                </p:oleObj>
              </mc:Choice>
              <mc:Fallback>
                <p:oleObj name="Equation" r:id="rId71" imgW="1307880" imgH="241200" progId="Equation.DSMT4">
                  <p:embed/>
                  <p:pic>
                    <p:nvPicPr>
                      <p:cNvPr id="0" name=""/>
                      <p:cNvPicPr/>
                      <p:nvPr/>
                    </p:nvPicPr>
                    <p:blipFill>
                      <a:blip r:embed="rId72"/>
                      <a:stretch>
                        <a:fillRect/>
                      </a:stretch>
                    </p:blipFill>
                    <p:spPr>
                      <a:xfrm>
                        <a:off x="5662871" y="3115231"/>
                        <a:ext cx="923409" cy="170339"/>
                      </a:xfrm>
                      <a:prstGeom prst="rect">
                        <a:avLst/>
                      </a:prstGeom>
                    </p:spPr>
                  </p:pic>
                </p:oleObj>
              </mc:Fallback>
            </mc:AlternateContent>
          </a:graphicData>
        </a:graphic>
      </p:graphicFrame>
      <p:graphicFrame>
        <p:nvGraphicFramePr>
          <p:cNvPr id="48" name="Object 47">
            <a:extLst>
              <a:ext uri="{FF2B5EF4-FFF2-40B4-BE49-F238E27FC236}">
                <a16:creationId xmlns:a16="http://schemas.microsoft.com/office/drawing/2014/main" id="{A0729209-3C89-40F6-BC7C-0E41C176EF9F}"/>
              </a:ext>
            </a:extLst>
          </p:cNvPr>
          <p:cNvGraphicFramePr>
            <a:graphicFrameLocks noChangeAspect="1"/>
          </p:cNvGraphicFramePr>
          <p:nvPr>
            <p:extLst>
              <p:ext uri="{D42A27DB-BD31-4B8C-83A1-F6EECF244321}">
                <p14:modId xmlns:p14="http://schemas.microsoft.com/office/powerpoint/2010/main" val="2838258623"/>
              </p:ext>
            </p:extLst>
          </p:nvPr>
        </p:nvGraphicFramePr>
        <p:xfrm>
          <a:off x="7429500" y="3086100"/>
          <a:ext cx="114300" cy="228600"/>
        </p:xfrm>
        <a:graphic>
          <a:graphicData uri="http://schemas.openxmlformats.org/presentationml/2006/ole">
            <mc:AlternateContent xmlns:mc="http://schemas.openxmlformats.org/markup-compatibility/2006">
              <mc:Choice xmlns:v="urn:schemas-microsoft-com:vml" Requires="v">
                <p:oleObj spid="_x0000_s10691" name="Equation" r:id="rId73" imgW="114120" imgH="228600" progId="Equation.DSMT4">
                  <p:embed/>
                </p:oleObj>
              </mc:Choice>
              <mc:Fallback>
                <p:oleObj name="Equation" r:id="rId73" imgW="114120" imgH="228600" progId="Equation.DSMT4">
                  <p:embed/>
                  <p:pic>
                    <p:nvPicPr>
                      <p:cNvPr id="0" name=""/>
                      <p:cNvPicPr/>
                      <p:nvPr/>
                    </p:nvPicPr>
                    <p:blipFill>
                      <a:blip r:embed="rId74"/>
                      <a:stretch>
                        <a:fillRect/>
                      </a:stretch>
                    </p:blipFill>
                    <p:spPr>
                      <a:xfrm>
                        <a:off x="7429500" y="3086100"/>
                        <a:ext cx="114300" cy="228600"/>
                      </a:xfrm>
                      <a:prstGeom prst="rect">
                        <a:avLst/>
                      </a:prstGeom>
                    </p:spPr>
                  </p:pic>
                </p:oleObj>
              </mc:Fallback>
            </mc:AlternateContent>
          </a:graphicData>
        </a:graphic>
      </p:graphicFrame>
      <p:graphicFrame>
        <p:nvGraphicFramePr>
          <p:cNvPr id="54" name="Object 53">
            <a:extLst>
              <a:ext uri="{FF2B5EF4-FFF2-40B4-BE49-F238E27FC236}">
                <a16:creationId xmlns:a16="http://schemas.microsoft.com/office/drawing/2014/main" id="{A292E8C5-70C3-4CEB-89BB-602291286C7A}"/>
              </a:ext>
            </a:extLst>
          </p:cNvPr>
          <p:cNvGraphicFramePr>
            <a:graphicFrameLocks noChangeAspect="1"/>
          </p:cNvGraphicFramePr>
          <p:nvPr>
            <p:extLst>
              <p:ext uri="{D42A27DB-BD31-4B8C-83A1-F6EECF244321}">
                <p14:modId xmlns:p14="http://schemas.microsoft.com/office/powerpoint/2010/main" val="3324142327"/>
              </p:ext>
            </p:extLst>
          </p:nvPr>
        </p:nvGraphicFramePr>
        <p:xfrm>
          <a:off x="5019675" y="3355975"/>
          <a:ext cx="152400" cy="241300"/>
        </p:xfrm>
        <a:graphic>
          <a:graphicData uri="http://schemas.openxmlformats.org/presentationml/2006/ole">
            <mc:AlternateContent xmlns:mc="http://schemas.openxmlformats.org/markup-compatibility/2006">
              <mc:Choice xmlns:v="urn:schemas-microsoft-com:vml" Requires="v">
                <p:oleObj spid="_x0000_s10692" name="Equation" r:id="rId75" imgW="152280" imgH="241200" progId="Equation.DSMT4">
                  <p:embed/>
                </p:oleObj>
              </mc:Choice>
              <mc:Fallback>
                <p:oleObj name="Equation" r:id="rId75" imgW="152280" imgH="241200" progId="Equation.DSMT4">
                  <p:embed/>
                  <p:pic>
                    <p:nvPicPr>
                      <p:cNvPr id="0" name=""/>
                      <p:cNvPicPr/>
                      <p:nvPr/>
                    </p:nvPicPr>
                    <p:blipFill>
                      <a:blip r:embed="rId76"/>
                      <a:stretch>
                        <a:fillRect/>
                      </a:stretch>
                    </p:blipFill>
                    <p:spPr>
                      <a:xfrm>
                        <a:off x="5019675" y="3355975"/>
                        <a:ext cx="152400" cy="241300"/>
                      </a:xfrm>
                      <a:prstGeom prst="rect">
                        <a:avLst/>
                      </a:prstGeom>
                    </p:spPr>
                  </p:pic>
                </p:oleObj>
              </mc:Fallback>
            </mc:AlternateContent>
          </a:graphicData>
        </a:graphic>
      </p:graphicFrame>
      <p:graphicFrame>
        <p:nvGraphicFramePr>
          <p:cNvPr id="57" name="Object 56">
            <a:extLst>
              <a:ext uri="{FF2B5EF4-FFF2-40B4-BE49-F238E27FC236}">
                <a16:creationId xmlns:a16="http://schemas.microsoft.com/office/drawing/2014/main" id="{E002423E-7D37-43BC-8107-A3795DA6B94F}"/>
              </a:ext>
            </a:extLst>
          </p:cNvPr>
          <p:cNvGraphicFramePr>
            <a:graphicFrameLocks noChangeAspect="1"/>
          </p:cNvGraphicFramePr>
          <p:nvPr>
            <p:extLst>
              <p:ext uri="{D42A27DB-BD31-4B8C-83A1-F6EECF244321}">
                <p14:modId xmlns:p14="http://schemas.microsoft.com/office/powerpoint/2010/main" val="2356861453"/>
              </p:ext>
            </p:extLst>
          </p:nvPr>
        </p:nvGraphicFramePr>
        <p:xfrm>
          <a:off x="5770690" y="3398400"/>
          <a:ext cx="822070" cy="175500"/>
        </p:xfrm>
        <a:graphic>
          <a:graphicData uri="http://schemas.openxmlformats.org/presentationml/2006/ole">
            <mc:AlternateContent xmlns:mc="http://schemas.openxmlformats.org/markup-compatibility/2006">
              <mc:Choice xmlns:v="urn:schemas-microsoft-com:vml" Requires="v">
                <p:oleObj spid="_x0000_s10693" name="Equation" r:id="rId77" imgW="1130040" imgH="241200" progId="Equation.DSMT4">
                  <p:embed/>
                </p:oleObj>
              </mc:Choice>
              <mc:Fallback>
                <p:oleObj name="Equation" r:id="rId77" imgW="1130040" imgH="241200" progId="Equation.DSMT4">
                  <p:embed/>
                  <p:pic>
                    <p:nvPicPr>
                      <p:cNvPr id="0" name=""/>
                      <p:cNvPicPr/>
                      <p:nvPr/>
                    </p:nvPicPr>
                    <p:blipFill>
                      <a:blip r:embed="rId78"/>
                      <a:stretch>
                        <a:fillRect/>
                      </a:stretch>
                    </p:blipFill>
                    <p:spPr>
                      <a:xfrm>
                        <a:off x="5770690" y="3398400"/>
                        <a:ext cx="822070" cy="175500"/>
                      </a:xfrm>
                      <a:prstGeom prst="rect">
                        <a:avLst/>
                      </a:prstGeom>
                    </p:spPr>
                  </p:pic>
                </p:oleObj>
              </mc:Fallback>
            </mc:AlternateContent>
          </a:graphicData>
        </a:graphic>
      </p:graphicFrame>
      <p:graphicFrame>
        <p:nvGraphicFramePr>
          <p:cNvPr id="47" name="Object 46">
            <a:extLst>
              <a:ext uri="{FF2B5EF4-FFF2-40B4-BE49-F238E27FC236}">
                <a16:creationId xmlns:a16="http://schemas.microsoft.com/office/drawing/2014/main" id="{A993C982-907D-4F3A-86B8-EA0231DA2ECC}"/>
              </a:ext>
            </a:extLst>
          </p:cNvPr>
          <p:cNvGraphicFramePr>
            <a:graphicFrameLocks noChangeAspect="1"/>
          </p:cNvGraphicFramePr>
          <p:nvPr>
            <p:extLst>
              <p:ext uri="{D42A27DB-BD31-4B8C-83A1-F6EECF244321}">
                <p14:modId xmlns:p14="http://schemas.microsoft.com/office/powerpoint/2010/main" val="857555376"/>
              </p:ext>
            </p:extLst>
          </p:nvPr>
        </p:nvGraphicFramePr>
        <p:xfrm>
          <a:off x="7413625" y="3352800"/>
          <a:ext cx="165100" cy="228600"/>
        </p:xfrm>
        <a:graphic>
          <a:graphicData uri="http://schemas.openxmlformats.org/presentationml/2006/ole">
            <mc:AlternateContent xmlns:mc="http://schemas.openxmlformats.org/markup-compatibility/2006">
              <mc:Choice xmlns:v="urn:schemas-microsoft-com:vml" Requires="v">
                <p:oleObj spid="_x0000_s10694" name="Equation" r:id="rId79" imgW="164880" imgH="228600" progId="Equation.DSMT4">
                  <p:embed/>
                </p:oleObj>
              </mc:Choice>
              <mc:Fallback>
                <p:oleObj name="Equation" r:id="rId79" imgW="164880" imgH="228600" progId="Equation.DSMT4">
                  <p:embed/>
                  <p:pic>
                    <p:nvPicPr>
                      <p:cNvPr id="0" name=""/>
                      <p:cNvPicPr/>
                      <p:nvPr/>
                    </p:nvPicPr>
                    <p:blipFill>
                      <a:blip r:embed="rId80"/>
                      <a:stretch>
                        <a:fillRect/>
                      </a:stretch>
                    </p:blipFill>
                    <p:spPr>
                      <a:xfrm>
                        <a:off x="7413625" y="3352800"/>
                        <a:ext cx="165100" cy="228600"/>
                      </a:xfrm>
                      <a:prstGeom prst="rect">
                        <a:avLst/>
                      </a:prstGeom>
                    </p:spPr>
                  </p:pic>
                </p:oleObj>
              </mc:Fallback>
            </mc:AlternateContent>
          </a:graphicData>
        </a:graphic>
      </p:graphicFrame>
      <p:graphicFrame>
        <p:nvGraphicFramePr>
          <p:cNvPr id="53" name="Object 52">
            <a:extLst>
              <a:ext uri="{FF2B5EF4-FFF2-40B4-BE49-F238E27FC236}">
                <a16:creationId xmlns:a16="http://schemas.microsoft.com/office/drawing/2014/main" id="{14ABC5EC-3195-4D05-8E23-2B69F28B3619}"/>
              </a:ext>
            </a:extLst>
          </p:cNvPr>
          <p:cNvGraphicFramePr>
            <a:graphicFrameLocks noChangeAspect="1"/>
          </p:cNvGraphicFramePr>
          <p:nvPr>
            <p:extLst>
              <p:ext uri="{D42A27DB-BD31-4B8C-83A1-F6EECF244321}">
                <p14:modId xmlns:p14="http://schemas.microsoft.com/office/powerpoint/2010/main" val="2829351204"/>
              </p:ext>
            </p:extLst>
          </p:nvPr>
        </p:nvGraphicFramePr>
        <p:xfrm>
          <a:off x="5003800" y="3632200"/>
          <a:ext cx="165100" cy="241300"/>
        </p:xfrm>
        <a:graphic>
          <a:graphicData uri="http://schemas.openxmlformats.org/presentationml/2006/ole">
            <mc:AlternateContent xmlns:mc="http://schemas.openxmlformats.org/markup-compatibility/2006">
              <mc:Choice xmlns:v="urn:schemas-microsoft-com:vml" Requires="v">
                <p:oleObj spid="_x0000_s10695" name="Equation" r:id="rId81" imgW="164880" imgH="241200" progId="Equation.DSMT4">
                  <p:embed/>
                </p:oleObj>
              </mc:Choice>
              <mc:Fallback>
                <p:oleObj name="Equation" r:id="rId81" imgW="164880" imgH="241200" progId="Equation.DSMT4">
                  <p:embed/>
                  <p:pic>
                    <p:nvPicPr>
                      <p:cNvPr id="0" name=""/>
                      <p:cNvPicPr/>
                      <p:nvPr/>
                    </p:nvPicPr>
                    <p:blipFill>
                      <a:blip r:embed="rId82"/>
                      <a:stretch>
                        <a:fillRect/>
                      </a:stretch>
                    </p:blipFill>
                    <p:spPr>
                      <a:xfrm>
                        <a:off x="5003800" y="3632200"/>
                        <a:ext cx="165100" cy="241300"/>
                      </a:xfrm>
                      <a:prstGeom prst="rect">
                        <a:avLst/>
                      </a:prstGeom>
                    </p:spPr>
                  </p:pic>
                </p:oleObj>
              </mc:Fallback>
            </mc:AlternateContent>
          </a:graphicData>
        </a:graphic>
      </p:graphicFrame>
      <p:graphicFrame>
        <p:nvGraphicFramePr>
          <p:cNvPr id="59" name="Object 58">
            <a:extLst>
              <a:ext uri="{FF2B5EF4-FFF2-40B4-BE49-F238E27FC236}">
                <a16:creationId xmlns:a16="http://schemas.microsoft.com/office/drawing/2014/main" id="{8693EE4C-831A-46DB-97ED-6B0275FFD1A3}"/>
              </a:ext>
            </a:extLst>
          </p:cNvPr>
          <p:cNvGraphicFramePr>
            <a:graphicFrameLocks noChangeAspect="1"/>
          </p:cNvGraphicFramePr>
          <p:nvPr>
            <p:extLst>
              <p:ext uri="{D42A27DB-BD31-4B8C-83A1-F6EECF244321}">
                <p14:modId xmlns:p14="http://schemas.microsoft.com/office/powerpoint/2010/main" val="2803804061"/>
              </p:ext>
            </p:extLst>
          </p:nvPr>
        </p:nvGraphicFramePr>
        <p:xfrm>
          <a:off x="5715900" y="3652012"/>
          <a:ext cx="855450" cy="182626"/>
        </p:xfrm>
        <a:graphic>
          <a:graphicData uri="http://schemas.openxmlformats.org/presentationml/2006/ole">
            <mc:AlternateContent xmlns:mc="http://schemas.openxmlformats.org/markup-compatibility/2006">
              <mc:Choice xmlns:v="urn:schemas-microsoft-com:vml" Requires="v">
                <p:oleObj spid="_x0000_s10696" name="Equation" r:id="rId83" imgW="1130040" imgH="241200" progId="Equation.DSMT4">
                  <p:embed/>
                </p:oleObj>
              </mc:Choice>
              <mc:Fallback>
                <p:oleObj name="Equation" r:id="rId83" imgW="1130040" imgH="241200" progId="Equation.DSMT4">
                  <p:embed/>
                  <p:pic>
                    <p:nvPicPr>
                      <p:cNvPr id="0" name=""/>
                      <p:cNvPicPr/>
                      <p:nvPr/>
                    </p:nvPicPr>
                    <p:blipFill>
                      <a:blip r:embed="rId84"/>
                      <a:stretch>
                        <a:fillRect/>
                      </a:stretch>
                    </p:blipFill>
                    <p:spPr>
                      <a:xfrm>
                        <a:off x="5715900" y="3652012"/>
                        <a:ext cx="855450" cy="182626"/>
                      </a:xfrm>
                      <a:prstGeom prst="rect">
                        <a:avLst/>
                      </a:prstGeom>
                    </p:spPr>
                  </p:pic>
                </p:oleObj>
              </mc:Fallback>
            </mc:AlternateContent>
          </a:graphicData>
        </a:graphic>
      </p:graphicFrame>
      <p:graphicFrame>
        <p:nvGraphicFramePr>
          <p:cNvPr id="51" name="Object 50">
            <a:extLst>
              <a:ext uri="{FF2B5EF4-FFF2-40B4-BE49-F238E27FC236}">
                <a16:creationId xmlns:a16="http://schemas.microsoft.com/office/drawing/2014/main" id="{5EB98B72-C852-4E21-8ECB-E588E8BF7A26}"/>
              </a:ext>
            </a:extLst>
          </p:cNvPr>
          <p:cNvGraphicFramePr>
            <a:graphicFrameLocks noChangeAspect="1"/>
          </p:cNvGraphicFramePr>
          <p:nvPr>
            <p:extLst>
              <p:ext uri="{D42A27DB-BD31-4B8C-83A1-F6EECF244321}">
                <p14:modId xmlns:p14="http://schemas.microsoft.com/office/powerpoint/2010/main" val="610153105"/>
              </p:ext>
            </p:extLst>
          </p:nvPr>
        </p:nvGraphicFramePr>
        <p:xfrm>
          <a:off x="7430222" y="3633010"/>
          <a:ext cx="150957" cy="220631"/>
        </p:xfrm>
        <a:graphic>
          <a:graphicData uri="http://schemas.openxmlformats.org/presentationml/2006/ole">
            <mc:AlternateContent xmlns:mc="http://schemas.openxmlformats.org/markup-compatibility/2006">
              <mc:Choice xmlns:v="urn:schemas-microsoft-com:vml" Requires="v">
                <p:oleObj spid="_x0000_s10697" name="Equation" r:id="rId85" imgW="164880" imgH="241200" progId="Equation.DSMT4">
                  <p:embed/>
                </p:oleObj>
              </mc:Choice>
              <mc:Fallback>
                <p:oleObj name="Equation" r:id="rId85" imgW="164880" imgH="241200" progId="Equation.DSMT4">
                  <p:embed/>
                  <p:pic>
                    <p:nvPicPr>
                      <p:cNvPr id="0" name=""/>
                      <p:cNvPicPr/>
                      <p:nvPr/>
                    </p:nvPicPr>
                    <p:blipFill>
                      <a:blip r:embed="rId86"/>
                      <a:stretch>
                        <a:fillRect/>
                      </a:stretch>
                    </p:blipFill>
                    <p:spPr>
                      <a:xfrm>
                        <a:off x="7430222" y="3633010"/>
                        <a:ext cx="150957" cy="220631"/>
                      </a:xfrm>
                      <a:prstGeom prst="rect">
                        <a:avLst/>
                      </a:prstGeom>
                    </p:spPr>
                  </p:pic>
                </p:oleObj>
              </mc:Fallback>
            </mc:AlternateContent>
          </a:graphicData>
        </a:graphic>
      </p:graphicFrame>
      <p:graphicFrame>
        <p:nvGraphicFramePr>
          <p:cNvPr id="49" name="Object 48">
            <a:extLst>
              <a:ext uri="{FF2B5EF4-FFF2-40B4-BE49-F238E27FC236}">
                <a16:creationId xmlns:a16="http://schemas.microsoft.com/office/drawing/2014/main" id="{C4C9CD75-7168-42E2-9559-F390081756D7}"/>
              </a:ext>
            </a:extLst>
          </p:cNvPr>
          <p:cNvGraphicFramePr>
            <a:graphicFrameLocks noChangeAspect="1"/>
          </p:cNvGraphicFramePr>
          <p:nvPr>
            <p:extLst>
              <p:ext uri="{D42A27DB-BD31-4B8C-83A1-F6EECF244321}">
                <p14:modId xmlns:p14="http://schemas.microsoft.com/office/powerpoint/2010/main" val="976322060"/>
              </p:ext>
            </p:extLst>
          </p:nvPr>
        </p:nvGraphicFramePr>
        <p:xfrm>
          <a:off x="5645150" y="3883025"/>
          <a:ext cx="863600" cy="254000"/>
        </p:xfrm>
        <a:graphic>
          <a:graphicData uri="http://schemas.openxmlformats.org/presentationml/2006/ole">
            <mc:AlternateContent xmlns:mc="http://schemas.openxmlformats.org/markup-compatibility/2006">
              <mc:Choice xmlns:v="urn:schemas-microsoft-com:vml" Requires="v">
                <p:oleObj spid="_x0000_s10698" name="Equation" r:id="rId87" imgW="863280" imgH="253800" progId="Equation.DSMT4">
                  <p:embed/>
                </p:oleObj>
              </mc:Choice>
              <mc:Fallback>
                <p:oleObj name="Equation" r:id="rId87" imgW="863280" imgH="253800" progId="Equation.DSMT4">
                  <p:embed/>
                  <p:pic>
                    <p:nvPicPr>
                      <p:cNvPr id="0" name=""/>
                      <p:cNvPicPr/>
                      <p:nvPr/>
                    </p:nvPicPr>
                    <p:blipFill>
                      <a:blip r:embed="rId88"/>
                      <a:stretch>
                        <a:fillRect/>
                      </a:stretch>
                    </p:blipFill>
                    <p:spPr>
                      <a:xfrm>
                        <a:off x="5645150" y="3883025"/>
                        <a:ext cx="863600" cy="254000"/>
                      </a:xfrm>
                      <a:prstGeom prst="rect">
                        <a:avLst/>
                      </a:prstGeom>
                    </p:spPr>
                  </p:pic>
                </p:oleObj>
              </mc:Fallback>
            </mc:AlternateContent>
          </a:graphicData>
        </a:graphic>
      </p:graphicFrame>
      <p:graphicFrame>
        <p:nvGraphicFramePr>
          <p:cNvPr id="50" name="Object 49">
            <a:extLst>
              <a:ext uri="{FF2B5EF4-FFF2-40B4-BE49-F238E27FC236}">
                <a16:creationId xmlns:a16="http://schemas.microsoft.com/office/drawing/2014/main" id="{364D3023-AB18-4D9C-A360-0DBDF29E1899}"/>
              </a:ext>
            </a:extLst>
          </p:cNvPr>
          <p:cNvGraphicFramePr>
            <a:graphicFrameLocks noChangeAspect="1"/>
          </p:cNvGraphicFramePr>
          <p:nvPr>
            <p:extLst>
              <p:ext uri="{D42A27DB-BD31-4B8C-83A1-F6EECF244321}">
                <p14:modId xmlns:p14="http://schemas.microsoft.com/office/powerpoint/2010/main" val="3000943889"/>
              </p:ext>
            </p:extLst>
          </p:nvPr>
        </p:nvGraphicFramePr>
        <p:xfrm>
          <a:off x="7296325" y="3878199"/>
          <a:ext cx="799751" cy="263652"/>
        </p:xfrm>
        <a:graphic>
          <a:graphicData uri="http://schemas.openxmlformats.org/presentationml/2006/ole">
            <mc:AlternateContent xmlns:mc="http://schemas.openxmlformats.org/markup-compatibility/2006">
              <mc:Choice xmlns:v="urn:schemas-microsoft-com:vml" Requires="v">
                <p:oleObj spid="_x0000_s10699" name="Equation" r:id="rId89" imgW="1155600" imgH="380880" progId="Equation.DSMT4">
                  <p:embed/>
                </p:oleObj>
              </mc:Choice>
              <mc:Fallback>
                <p:oleObj name="Equation" r:id="rId89" imgW="1155600" imgH="380880" progId="Equation.DSMT4">
                  <p:embed/>
                  <p:pic>
                    <p:nvPicPr>
                      <p:cNvPr id="0" name=""/>
                      <p:cNvPicPr/>
                      <p:nvPr/>
                    </p:nvPicPr>
                    <p:blipFill>
                      <a:blip r:embed="rId90"/>
                      <a:stretch>
                        <a:fillRect/>
                      </a:stretch>
                    </p:blipFill>
                    <p:spPr>
                      <a:xfrm>
                        <a:off x="7296325" y="3878199"/>
                        <a:ext cx="799751" cy="263652"/>
                      </a:xfrm>
                      <a:prstGeom prst="rect">
                        <a:avLst/>
                      </a:prstGeom>
                    </p:spPr>
                  </p:pic>
                </p:oleObj>
              </mc:Fallback>
            </mc:AlternateContent>
          </a:graphicData>
        </a:graphic>
      </p:graphicFrame>
      <p:sp>
        <p:nvSpPr>
          <p:cNvPr id="16" name="Content Placeholder 15">
            <a:extLst>
              <a:ext uri="{FF2B5EF4-FFF2-40B4-BE49-F238E27FC236}">
                <a16:creationId xmlns:a16="http://schemas.microsoft.com/office/drawing/2014/main" id="{8D240E09-2EA7-4202-ACB8-4B4A257D152C}"/>
              </a:ext>
            </a:extLst>
          </p:cNvPr>
          <p:cNvSpPr>
            <a:spLocks noGrp="1"/>
          </p:cNvSpPr>
          <p:nvPr>
            <p:ph sz="quarter" idx="18"/>
          </p:nvPr>
        </p:nvSpPr>
        <p:spPr>
          <a:xfrm>
            <a:off x="4999931" y="4445591"/>
            <a:ext cx="2583558" cy="389880"/>
          </a:xfrm>
        </p:spPr>
        <p:txBody>
          <a:bodyPr/>
          <a:lstStyle/>
          <a:p>
            <a:r>
              <a:rPr lang="en-IN" sz="1800" dirty="0"/>
              <a:t>Step 5: Divide by </a:t>
            </a:r>
            <a:r>
              <a:rPr lang="en-IN" sz="1800" i="1" dirty="0"/>
              <a:t>n</a:t>
            </a:r>
            <a:r>
              <a:rPr lang="en-IN" sz="1800" dirty="0"/>
              <a:t> − 1:</a:t>
            </a:r>
          </a:p>
        </p:txBody>
      </p:sp>
      <p:graphicFrame>
        <p:nvGraphicFramePr>
          <p:cNvPr id="29" name="Object 28">
            <a:extLst>
              <a:ext uri="{FF2B5EF4-FFF2-40B4-BE49-F238E27FC236}">
                <a16:creationId xmlns:a16="http://schemas.microsoft.com/office/drawing/2014/main" id="{9FD78DD6-B2F0-423D-BC60-8215AE832F20}"/>
              </a:ext>
            </a:extLst>
          </p:cNvPr>
          <p:cNvGraphicFramePr>
            <a:graphicFrameLocks noChangeAspect="1"/>
          </p:cNvGraphicFramePr>
          <p:nvPr>
            <p:extLst>
              <p:ext uri="{D42A27DB-BD31-4B8C-83A1-F6EECF244321}">
                <p14:modId xmlns:p14="http://schemas.microsoft.com/office/powerpoint/2010/main" val="3453878011"/>
              </p:ext>
            </p:extLst>
          </p:nvPr>
        </p:nvGraphicFramePr>
        <p:xfrm>
          <a:off x="7588250" y="4451350"/>
          <a:ext cx="1211263" cy="457200"/>
        </p:xfrm>
        <a:graphic>
          <a:graphicData uri="http://schemas.openxmlformats.org/presentationml/2006/ole">
            <mc:AlternateContent xmlns:mc="http://schemas.openxmlformats.org/markup-compatibility/2006">
              <mc:Choice xmlns:v="urn:schemas-microsoft-com:vml" Requires="v">
                <p:oleObj spid="_x0000_s10700" name="Equation" r:id="rId91" imgW="1612800" imgH="609480" progId="Equation.DSMT4">
                  <p:embed/>
                </p:oleObj>
              </mc:Choice>
              <mc:Fallback>
                <p:oleObj name="Equation" r:id="rId91" imgW="1612800" imgH="609480" progId="Equation.DSMT4">
                  <p:embed/>
                  <p:pic>
                    <p:nvPicPr>
                      <p:cNvPr id="29" name="Object 28">
                        <a:extLst>
                          <a:ext uri="{FF2B5EF4-FFF2-40B4-BE49-F238E27FC236}">
                            <a16:creationId xmlns:a16="http://schemas.microsoft.com/office/drawing/2014/main" id="{9FD78DD6-B2F0-423D-BC60-8215AE832F20}"/>
                          </a:ext>
                        </a:extLst>
                      </p:cNvPr>
                      <p:cNvPicPr/>
                      <p:nvPr/>
                    </p:nvPicPr>
                    <p:blipFill>
                      <a:blip r:embed="rId92"/>
                      <a:stretch>
                        <a:fillRect/>
                      </a:stretch>
                    </p:blipFill>
                    <p:spPr>
                      <a:xfrm>
                        <a:off x="7588250" y="4451350"/>
                        <a:ext cx="1211263" cy="457200"/>
                      </a:xfrm>
                      <a:prstGeom prst="rect">
                        <a:avLst/>
                      </a:prstGeom>
                    </p:spPr>
                  </p:pic>
                </p:oleObj>
              </mc:Fallback>
            </mc:AlternateContent>
          </a:graphicData>
        </a:graphic>
      </p:graphicFrame>
      <p:sp>
        <p:nvSpPr>
          <p:cNvPr id="17" name="Content Placeholder 16">
            <a:extLst>
              <a:ext uri="{FF2B5EF4-FFF2-40B4-BE49-F238E27FC236}">
                <a16:creationId xmlns:a16="http://schemas.microsoft.com/office/drawing/2014/main" id="{66CBEE4A-04A8-4D24-88AD-964ED5C02058}"/>
              </a:ext>
            </a:extLst>
          </p:cNvPr>
          <p:cNvSpPr>
            <a:spLocks noGrp="1"/>
          </p:cNvSpPr>
          <p:nvPr>
            <p:ph sz="quarter" idx="19"/>
          </p:nvPr>
        </p:nvSpPr>
        <p:spPr>
          <a:xfrm>
            <a:off x="4999930" y="5165146"/>
            <a:ext cx="3153739" cy="418330"/>
          </a:xfrm>
        </p:spPr>
        <p:txBody>
          <a:bodyPr/>
          <a:lstStyle/>
          <a:p>
            <a:r>
              <a:rPr lang="en-IN" sz="1800" dirty="0"/>
              <a:t>Step 6: The square root of</a:t>
            </a:r>
          </a:p>
        </p:txBody>
      </p:sp>
      <p:graphicFrame>
        <p:nvGraphicFramePr>
          <p:cNvPr id="31" name="Object 30">
            <a:extLst>
              <a:ext uri="{FF2B5EF4-FFF2-40B4-BE49-F238E27FC236}">
                <a16:creationId xmlns:a16="http://schemas.microsoft.com/office/drawing/2014/main" id="{5F974AD1-4A0B-4352-84BA-C56A2F9E041C}"/>
              </a:ext>
            </a:extLst>
          </p:cNvPr>
          <p:cNvGraphicFramePr>
            <a:graphicFrameLocks noChangeAspect="1"/>
          </p:cNvGraphicFramePr>
          <p:nvPr>
            <p:extLst>
              <p:ext uri="{D42A27DB-BD31-4B8C-83A1-F6EECF244321}">
                <p14:modId xmlns:p14="http://schemas.microsoft.com/office/powerpoint/2010/main" val="2474235315"/>
              </p:ext>
            </p:extLst>
          </p:nvPr>
        </p:nvGraphicFramePr>
        <p:xfrm>
          <a:off x="4999930" y="5517002"/>
          <a:ext cx="1155700" cy="330200"/>
        </p:xfrm>
        <a:graphic>
          <a:graphicData uri="http://schemas.openxmlformats.org/presentationml/2006/ole">
            <mc:AlternateContent xmlns:mc="http://schemas.openxmlformats.org/markup-compatibility/2006">
              <mc:Choice xmlns:v="urn:schemas-microsoft-com:vml" Requires="v">
                <p:oleObj spid="_x0000_s10701" name="Equation" r:id="rId93" imgW="1155600" imgH="330120" progId="Equation.DSMT4">
                  <p:embed/>
                </p:oleObj>
              </mc:Choice>
              <mc:Fallback>
                <p:oleObj name="Equation" r:id="rId93" imgW="1155600" imgH="330120" progId="Equation.DSMT4">
                  <p:embed/>
                  <p:pic>
                    <p:nvPicPr>
                      <p:cNvPr id="31" name="Object 30">
                        <a:extLst>
                          <a:ext uri="{FF2B5EF4-FFF2-40B4-BE49-F238E27FC236}">
                            <a16:creationId xmlns:a16="http://schemas.microsoft.com/office/drawing/2014/main" id="{5F974AD1-4A0B-4352-84BA-C56A2F9E041C}"/>
                          </a:ext>
                        </a:extLst>
                      </p:cNvPr>
                      <p:cNvPicPr/>
                      <p:nvPr/>
                    </p:nvPicPr>
                    <p:blipFill>
                      <a:blip r:embed="rId94"/>
                      <a:stretch>
                        <a:fillRect/>
                      </a:stretch>
                    </p:blipFill>
                    <p:spPr>
                      <a:xfrm>
                        <a:off x="4999930" y="5517002"/>
                        <a:ext cx="1155700" cy="330200"/>
                      </a:xfrm>
                      <a:prstGeom prst="rect">
                        <a:avLst/>
                      </a:prstGeom>
                    </p:spPr>
                  </p:pic>
                </p:oleObj>
              </mc:Fallback>
            </mc:AlternateContent>
          </a:graphicData>
        </a:graphic>
      </p:graphicFrame>
      <p:sp>
        <p:nvSpPr>
          <p:cNvPr id="18" name="Content Placeholder 17">
            <a:extLst>
              <a:ext uri="{FF2B5EF4-FFF2-40B4-BE49-F238E27FC236}">
                <a16:creationId xmlns:a16="http://schemas.microsoft.com/office/drawing/2014/main" id="{660B2A94-AC70-4EE6-BA6C-6F298C97ACA7}"/>
              </a:ext>
            </a:extLst>
          </p:cNvPr>
          <p:cNvSpPr>
            <a:spLocks noGrp="1"/>
          </p:cNvSpPr>
          <p:nvPr>
            <p:ph sz="quarter" idx="20"/>
          </p:nvPr>
        </p:nvSpPr>
        <p:spPr>
          <a:xfrm>
            <a:off x="4999930" y="5905637"/>
            <a:ext cx="2702728" cy="592526"/>
          </a:xfrm>
        </p:spPr>
        <p:txBody>
          <a:bodyPr/>
          <a:lstStyle/>
          <a:p>
            <a:r>
              <a:rPr lang="en-IN" sz="1800" dirty="0"/>
              <a:t>The standard deviation of data set B is 2.3.</a:t>
            </a:r>
          </a:p>
        </p:txBody>
      </p:sp>
      <p:sp>
        <p:nvSpPr>
          <p:cNvPr id="11" name="Slide Number Placeholder 10">
            <a:extLst>
              <a:ext uri="{FF2B5EF4-FFF2-40B4-BE49-F238E27FC236}">
                <a16:creationId xmlns:a16="http://schemas.microsoft.com/office/drawing/2014/main" id="{4F3E1065-C998-45BD-84DC-318388A8B2C9}"/>
              </a:ext>
            </a:extLst>
          </p:cNvPr>
          <p:cNvSpPr>
            <a:spLocks noGrp="1"/>
          </p:cNvSpPr>
          <p:nvPr>
            <p:ph type="sldNum" sz="quarter" idx="10"/>
          </p:nvPr>
        </p:nvSpPr>
        <p:spPr/>
        <p:txBody>
          <a:bodyPr/>
          <a:lstStyle/>
          <a:p>
            <a:fld id="{68151E55-6873-49E2-B8D5-2F265E6F1973}" type="slidenum">
              <a:rPr lang="en-US" smtClean="0"/>
              <a:t>19</a:t>
            </a:fld>
            <a:endParaRPr lang="en-US" dirty="0"/>
          </a:p>
        </p:txBody>
      </p:sp>
    </p:spTree>
    <p:extLst>
      <p:ext uri="{BB962C8B-B14F-4D97-AF65-F5344CB8AC3E}">
        <p14:creationId xmlns:p14="http://schemas.microsoft.com/office/powerpoint/2010/main" val="1785436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1B0F1-ECD9-4037-BF92-F150D2EEB5B5}"/>
              </a:ext>
            </a:extLst>
          </p:cNvPr>
          <p:cNvSpPr>
            <a:spLocks noGrp="1"/>
          </p:cNvSpPr>
          <p:nvPr>
            <p:ph type="title"/>
          </p:nvPr>
        </p:nvSpPr>
        <p:spPr/>
        <p:txBody>
          <a:bodyPr/>
          <a:lstStyle/>
          <a:p>
            <a:r>
              <a:rPr lang="en-US" dirty="0"/>
              <a:t>Normal Distribution (Figure 5.1)</a:t>
            </a:r>
            <a:endParaRPr lang="en-US" sz="1000" b="0" dirty="0"/>
          </a:p>
        </p:txBody>
      </p:sp>
      <p:pic>
        <p:nvPicPr>
          <p:cNvPr id="9" name="Picture 8" descr="Standard deviation and the normal distribution (normal curve).">
            <a:extLst>
              <a:ext uri="{FF2B5EF4-FFF2-40B4-BE49-F238E27FC236}">
                <a16:creationId xmlns:a16="http://schemas.microsoft.com/office/drawing/2014/main" id="{721807FD-21D7-4C97-86DF-9828EBE46A09}"/>
              </a:ext>
            </a:extLst>
          </p:cNvPr>
          <p:cNvPicPr>
            <a:picLocks noChangeAspect="1"/>
          </p:cNvPicPr>
          <p:nvPr/>
        </p:nvPicPr>
        <p:blipFill>
          <a:blip r:embed="rId2"/>
          <a:stretch>
            <a:fillRect/>
          </a:stretch>
        </p:blipFill>
        <p:spPr>
          <a:xfrm>
            <a:off x="2242860" y="1547369"/>
            <a:ext cx="4658278" cy="4227721"/>
          </a:xfrm>
          <a:prstGeom prst="rect">
            <a:avLst/>
          </a:prstGeom>
        </p:spPr>
      </p:pic>
      <p:sp>
        <p:nvSpPr>
          <p:cNvPr id="4" name="Text Placeholder 3">
            <a:extLst>
              <a:ext uri="{FF2B5EF4-FFF2-40B4-BE49-F238E27FC236}">
                <a16:creationId xmlns:a16="http://schemas.microsoft.com/office/drawing/2014/main" id="{049E2175-B44B-4E88-B88B-B22B87A356E0}"/>
              </a:ext>
            </a:extLst>
          </p:cNvPr>
          <p:cNvSpPr>
            <a:spLocks noGrp="1"/>
          </p:cNvSpPr>
          <p:nvPr>
            <p:ph type="body" sz="quarter" idx="12"/>
          </p:nvPr>
        </p:nvSpPr>
        <p:spPr>
          <a:xfrm>
            <a:off x="2971268" y="6324600"/>
            <a:ext cx="3201464" cy="190500"/>
          </a:xfrm>
        </p:spPr>
        <p:txBody>
          <a:bodyPr/>
          <a:lstStyle/>
          <a:p>
            <a:r>
              <a:rPr lang="en-IN" sz="1200" dirty="0">
                <a:hlinkClick r:id="rId3" action="ppaction://hlinksldjump"/>
              </a:rPr>
              <a:t>Access the text alternative for these images</a:t>
            </a:r>
            <a:endParaRPr lang="en-IN" sz="1200" dirty="0"/>
          </a:p>
        </p:txBody>
      </p:sp>
      <p:sp>
        <p:nvSpPr>
          <p:cNvPr id="6" name="Slide Number Placeholder 5">
            <a:extLst>
              <a:ext uri="{FF2B5EF4-FFF2-40B4-BE49-F238E27FC236}">
                <a16:creationId xmlns:a16="http://schemas.microsoft.com/office/drawing/2014/main" id="{D484134F-9627-4B31-B7E4-6610F5F238CD}"/>
              </a:ext>
            </a:extLst>
          </p:cNvPr>
          <p:cNvSpPr>
            <a:spLocks noGrp="1"/>
          </p:cNvSpPr>
          <p:nvPr>
            <p:ph type="sldNum" sz="quarter" idx="4"/>
          </p:nvPr>
        </p:nvSpPr>
        <p:spPr/>
        <p:txBody>
          <a:bodyPr/>
          <a:lstStyle/>
          <a:p>
            <a:fld id="{68151E55-6873-49E2-B8D5-2F265E6F1973}" type="slidenum">
              <a:rPr lang="en-US" smtClean="0"/>
              <a:pPr/>
              <a:t>20</a:t>
            </a:fld>
            <a:endParaRPr lang="en-US" dirty="0"/>
          </a:p>
        </p:txBody>
      </p:sp>
    </p:spTree>
    <p:extLst>
      <p:ext uri="{BB962C8B-B14F-4D97-AF65-F5344CB8AC3E}">
        <p14:creationId xmlns:p14="http://schemas.microsoft.com/office/powerpoint/2010/main" val="25356888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082BA-5502-4F58-B9A2-51FCA4800BAC}"/>
              </a:ext>
            </a:extLst>
          </p:cNvPr>
          <p:cNvSpPr>
            <a:spLocks noGrp="1"/>
          </p:cNvSpPr>
          <p:nvPr>
            <p:ph type="title"/>
          </p:nvPr>
        </p:nvSpPr>
        <p:spPr/>
        <p:txBody>
          <a:bodyPr/>
          <a:lstStyle/>
          <a:p>
            <a:r>
              <a:rPr lang="en-US" dirty="0"/>
              <a:t>Normal Distribution (2)</a:t>
            </a:r>
          </a:p>
        </p:txBody>
      </p:sp>
      <p:sp>
        <p:nvSpPr>
          <p:cNvPr id="3" name="Content Placeholder 2">
            <a:extLst>
              <a:ext uri="{FF2B5EF4-FFF2-40B4-BE49-F238E27FC236}">
                <a16:creationId xmlns:a16="http://schemas.microsoft.com/office/drawing/2014/main" id="{F671B22D-4056-49D7-A9D5-8B3A9EB867A5}"/>
              </a:ext>
            </a:extLst>
          </p:cNvPr>
          <p:cNvSpPr>
            <a:spLocks noGrp="1"/>
          </p:cNvSpPr>
          <p:nvPr>
            <p:ph sz="quarter" idx="11"/>
          </p:nvPr>
        </p:nvSpPr>
        <p:spPr/>
        <p:txBody>
          <a:bodyPr/>
          <a:lstStyle/>
          <a:p>
            <a:r>
              <a:rPr lang="en-US" dirty="0">
                <a:cs typeface="Times New Roman"/>
              </a:rPr>
              <a:t>In a normal distribution, the mean, median, and mode are all equal.</a:t>
            </a:r>
            <a:endParaRPr lang="en-US" dirty="0">
              <a:cs typeface="Calibri"/>
            </a:endParaRPr>
          </a:p>
          <a:p>
            <a:r>
              <a:rPr lang="en-US" dirty="0">
                <a:cs typeface="Times New Roman"/>
              </a:rPr>
              <a:t>Additionally, when the data are normally distributed, the Empirical Rule (Three Sigma Rule) applies, stating that for a normal distribution, also known as a bell curve, approximately:</a:t>
            </a:r>
          </a:p>
          <a:p>
            <a:pPr marL="292608" indent="-292608">
              <a:buFont typeface="Arial" panose="020B0604020202020204" pitchFamily="34" charset="0"/>
              <a:buChar char="•"/>
            </a:pPr>
            <a:r>
              <a:rPr lang="en-US" dirty="0">
                <a:cs typeface="Times New Roman"/>
              </a:rPr>
              <a:t>68% of the observations will fall within ± 1 standard deviation of the mean,</a:t>
            </a:r>
          </a:p>
          <a:p>
            <a:pPr marL="292608" indent="-292608">
              <a:buFont typeface="Arial" panose="020B0604020202020204" pitchFamily="34" charset="0"/>
              <a:buChar char="•"/>
            </a:pPr>
            <a:r>
              <a:rPr lang="en-US" dirty="0">
                <a:cs typeface="Times New Roman"/>
              </a:rPr>
              <a:t>95% will fall within ± 2 standard deviations of the mean, and</a:t>
            </a:r>
          </a:p>
          <a:p>
            <a:pPr marL="292608" indent="-292608">
              <a:buFont typeface="Arial" panose="020B0604020202020204" pitchFamily="34" charset="0"/>
              <a:buChar char="•"/>
            </a:pPr>
            <a:r>
              <a:rPr lang="en-US" dirty="0">
                <a:cs typeface="Times New Roman"/>
              </a:rPr>
              <a:t>99.7% will fall within ± 3 standard deviations of the mean.</a:t>
            </a:r>
            <a:endParaRPr lang="en-US" dirty="0">
              <a:cs typeface="Calibri"/>
            </a:endParaRPr>
          </a:p>
        </p:txBody>
      </p:sp>
      <p:sp>
        <p:nvSpPr>
          <p:cNvPr id="6" name="Slide Number Placeholder 5">
            <a:extLst>
              <a:ext uri="{FF2B5EF4-FFF2-40B4-BE49-F238E27FC236}">
                <a16:creationId xmlns:a16="http://schemas.microsoft.com/office/drawing/2014/main" id="{768904C1-1E72-4F86-9BC1-AC900B47EE6F}"/>
              </a:ext>
            </a:extLst>
          </p:cNvPr>
          <p:cNvSpPr>
            <a:spLocks noGrp="1"/>
          </p:cNvSpPr>
          <p:nvPr>
            <p:ph type="sldNum" sz="quarter" idx="4"/>
          </p:nvPr>
        </p:nvSpPr>
        <p:spPr/>
        <p:txBody>
          <a:bodyPr/>
          <a:lstStyle/>
          <a:p>
            <a:fld id="{68151E55-6873-49E2-B8D5-2F265E6F1973}" type="slidenum">
              <a:rPr lang="en-US" smtClean="0"/>
              <a:pPr/>
              <a:t>21</a:t>
            </a:fld>
            <a:endParaRPr lang="en-US" dirty="0"/>
          </a:p>
        </p:txBody>
      </p:sp>
    </p:spTree>
    <p:extLst>
      <p:ext uri="{BB962C8B-B14F-4D97-AF65-F5344CB8AC3E}">
        <p14:creationId xmlns:p14="http://schemas.microsoft.com/office/powerpoint/2010/main" val="7826913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082BA-5502-4F58-B9A2-51FCA4800BAC}"/>
              </a:ext>
            </a:extLst>
          </p:cNvPr>
          <p:cNvSpPr>
            <a:spLocks noGrp="1"/>
          </p:cNvSpPr>
          <p:nvPr>
            <p:ph type="title"/>
          </p:nvPr>
        </p:nvSpPr>
        <p:spPr/>
        <p:txBody>
          <a:bodyPr/>
          <a:lstStyle/>
          <a:p>
            <a:r>
              <a:rPr lang="en-US" dirty="0"/>
              <a:t>Applying the Normal Distribution</a:t>
            </a:r>
          </a:p>
        </p:txBody>
      </p:sp>
      <p:sp>
        <p:nvSpPr>
          <p:cNvPr id="3" name="Content Placeholder 2">
            <a:extLst>
              <a:ext uri="{FF2B5EF4-FFF2-40B4-BE49-F238E27FC236}">
                <a16:creationId xmlns:a16="http://schemas.microsoft.com/office/drawing/2014/main" id="{F671B22D-4056-49D7-A9D5-8B3A9EB867A5}"/>
              </a:ext>
            </a:extLst>
          </p:cNvPr>
          <p:cNvSpPr>
            <a:spLocks noGrp="1"/>
          </p:cNvSpPr>
          <p:nvPr>
            <p:ph sz="quarter" idx="11"/>
          </p:nvPr>
        </p:nvSpPr>
        <p:spPr/>
        <p:txBody>
          <a:bodyPr/>
          <a:lstStyle/>
          <a:p>
            <a:pPr marL="457200" indent="-457200"/>
            <a:r>
              <a:rPr lang="en-US" b="1" i="1" dirty="0"/>
              <a:t>5 Steps</a:t>
            </a:r>
          </a:p>
          <a:p>
            <a:pPr marL="402336" indent="-402336">
              <a:buClr>
                <a:schemeClr val="tx1"/>
              </a:buClr>
              <a:buFont typeface="+mj-lt"/>
              <a:buAutoNum type="arabicPeriod"/>
            </a:pPr>
            <a:r>
              <a:rPr lang="en-US" dirty="0">
                <a:cs typeface="Times New Roman"/>
              </a:rPr>
              <a:t>Calculate the mean.</a:t>
            </a:r>
          </a:p>
          <a:p>
            <a:pPr marL="402336" indent="-402336">
              <a:buClr>
                <a:schemeClr val="tx1"/>
              </a:buClr>
              <a:buFont typeface="+mj-lt"/>
              <a:buAutoNum type="arabicPeriod"/>
            </a:pPr>
            <a:r>
              <a:rPr lang="en-US" dirty="0">
                <a:cs typeface="Times New Roman"/>
              </a:rPr>
              <a:t>Calculate the standard deviation.</a:t>
            </a:r>
          </a:p>
          <a:p>
            <a:pPr marL="402336" indent="-402336">
              <a:buClr>
                <a:schemeClr val="tx1"/>
              </a:buClr>
              <a:buFont typeface="+mj-lt"/>
              <a:buAutoNum type="arabicPeriod"/>
            </a:pPr>
            <a:r>
              <a:rPr lang="en-US" dirty="0">
                <a:cs typeface="Times New Roman"/>
              </a:rPr>
              <a:t>Determine the number of standard deviations of the mean.</a:t>
            </a:r>
          </a:p>
          <a:p>
            <a:pPr marL="402336" indent="-402336">
              <a:buClr>
                <a:schemeClr val="tx1"/>
              </a:buClr>
              <a:buFont typeface="+mj-lt"/>
              <a:buAutoNum type="arabicPeriod"/>
            </a:pPr>
            <a:r>
              <a:rPr lang="en-US" dirty="0">
                <a:cs typeface="Times New Roman"/>
              </a:rPr>
              <a:t>Add and subtract the number of standard deviations to and from the mean.</a:t>
            </a:r>
          </a:p>
          <a:p>
            <a:pPr marL="402336" indent="-402336">
              <a:buClr>
                <a:schemeClr val="tx1"/>
              </a:buClr>
              <a:buFont typeface="+mj-lt"/>
              <a:buAutoNum type="arabicPeriod"/>
            </a:pPr>
            <a:r>
              <a:rPr lang="en-US" dirty="0">
                <a:cs typeface="Times New Roman"/>
              </a:rPr>
              <a:t>The resulting two values are the range of your data.</a:t>
            </a:r>
            <a:endParaRPr lang="en-US" dirty="0">
              <a:cs typeface="Calibri"/>
            </a:endParaRPr>
          </a:p>
        </p:txBody>
      </p:sp>
      <p:sp>
        <p:nvSpPr>
          <p:cNvPr id="6" name="Slide Number Placeholder 5">
            <a:extLst>
              <a:ext uri="{FF2B5EF4-FFF2-40B4-BE49-F238E27FC236}">
                <a16:creationId xmlns:a16="http://schemas.microsoft.com/office/drawing/2014/main" id="{768904C1-1E72-4F86-9BC1-AC900B47EE6F}"/>
              </a:ext>
            </a:extLst>
          </p:cNvPr>
          <p:cNvSpPr>
            <a:spLocks noGrp="1"/>
          </p:cNvSpPr>
          <p:nvPr>
            <p:ph type="sldNum" sz="quarter" idx="4"/>
          </p:nvPr>
        </p:nvSpPr>
        <p:spPr/>
        <p:txBody>
          <a:bodyPr/>
          <a:lstStyle/>
          <a:p>
            <a:fld id="{68151E55-6873-49E2-B8D5-2F265E6F1973}" type="slidenum">
              <a:rPr lang="en-US" smtClean="0"/>
              <a:pPr/>
              <a:t>22</a:t>
            </a:fld>
            <a:endParaRPr lang="en-US" dirty="0"/>
          </a:p>
        </p:txBody>
      </p:sp>
    </p:spTree>
    <p:extLst>
      <p:ext uri="{BB962C8B-B14F-4D97-AF65-F5344CB8AC3E}">
        <p14:creationId xmlns:p14="http://schemas.microsoft.com/office/powerpoint/2010/main" val="11092511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26F61-D453-49A2-AA86-2DD02E55D05F}"/>
              </a:ext>
            </a:extLst>
          </p:cNvPr>
          <p:cNvSpPr>
            <a:spLocks noGrp="1"/>
          </p:cNvSpPr>
          <p:nvPr>
            <p:ph type="title"/>
          </p:nvPr>
        </p:nvSpPr>
        <p:spPr/>
        <p:txBody>
          <a:bodyPr>
            <a:normAutofit/>
          </a:bodyPr>
          <a:lstStyle/>
          <a:p>
            <a:r>
              <a:rPr lang="en-US" sz="3600" dirty="0"/>
              <a:t>Textbook Problem 5-1</a:t>
            </a:r>
          </a:p>
        </p:txBody>
      </p:sp>
      <p:sp>
        <p:nvSpPr>
          <p:cNvPr id="3" name="Content Placeholder 2">
            <a:extLst>
              <a:ext uri="{FF2B5EF4-FFF2-40B4-BE49-F238E27FC236}">
                <a16:creationId xmlns:a16="http://schemas.microsoft.com/office/drawing/2014/main" id="{CD6AA34A-6E87-4DC2-8F81-EFD60934A237}"/>
              </a:ext>
            </a:extLst>
          </p:cNvPr>
          <p:cNvSpPr>
            <a:spLocks noGrp="1"/>
          </p:cNvSpPr>
          <p:nvPr>
            <p:ph sz="quarter" idx="11"/>
          </p:nvPr>
        </p:nvSpPr>
        <p:spPr>
          <a:xfrm>
            <a:off x="342900" y="1276709"/>
            <a:ext cx="8458200" cy="973005"/>
          </a:xfrm>
        </p:spPr>
        <p:txBody>
          <a:bodyPr/>
          <a:lstStyle/>
          <a:p>
            <a:r>
              <a:rPr lang="en-US" b="1" i="1" dirty="0"/>
              <a:t>Problem Statement:</a:t>
            </a:r>
          </a:p>
          <a:p>
            <a:r>
              <a:rPr lang="en-US" dirty="0"/>
              <a:t>Calculate the mean (to the nearest hundredth): </a:t>
            </a:r>
            <a:r>
              <a:rPr lang="en-US" i="1" dirty="0"/>
              <a:t>L</a:t>
            </a:r>
            <a:r>
              <a:rPr lang="en-US" sz="100" i="1" dirty="0"/>
              <a:t> </a:t>
            </a:r>
            <a:r>
              <a:rPr lang="en-US" i="1" dirty="0"/>
              <a:t>U 5-2(1)</a:t>
            </a:r>
            <a:endParaRPr lang="en-US" dirty="0"/>
          </a:p>
        </p:txBody>
      </p:sp>
      <p:sp>
        <p:nvSpPr>
          <p:cNvPr id="4" name="Content Placeholder 3">
            <a:extLst>
              <a:ext uri="{FF2B5EF4-FFF2-40B4-BE49-F238E27FC236}">
                <a16:creationId xmlns:a16="http://schemas.microsoft.com/office/drawing/2014/main" id="{D3793F96-768A-4DC2-8C1B-7F81E9991BD5}"/>
              </a:ext>
            </a:extLst>
          </p:cNvPr>
          <p:cNvSpPr>
            <a:spLocks noGrp="1"/>
          </p:cNvSpPr>
          <p:nvPr>
            <p:ph sz="quarter" idx="14"/>
          </p:nvPr>
        </p:nvSpPr>
        <p:spPr>
          <a:xfrm>
            <a:off x="1184729" y="2362971"/>
            <a:ext cx="1660071" cy="508988"/>
          </a:xfrm>
        </p:spPr>
        <p:txBody>
          <a:bodyPr/>
          <a:lstStyle/>
          <a:p>
            <a:r>
              <a:rPr lang="en-US" dirty="0"/>
              <a:t>7, 8, 6, 10</a:t>
            </a:r>
          </a:p>
        </p:txBody>
      </p:sp>
      <p:sp>
        <p:nvSpPr>
          <p:cNvPr id="8" name="Content Placeholder 7">
            <a:extLst>
              <a:ext uri="{FF2B5EF4-FFF2-40B4-BE49-F238E27FC236}">
                <a16:creationId xmlns:a16="http://schemas.microsoft.com/office/drawing/2014/main" id="{3F3DBD67-F514-4D78-A43A-5A9924C66545}"/>
              </a:ext>
            </a:extLst>
          </p:cNvPr>
          <p:cNvSpPr>
            <a:spLocks noGrp="1"/>
          </p:cNvSpPr>
          <p:nvPr>
            <p:ph sz="quarter" idx="15"/>
          </p:nvPr>
        </p:nvSpPr>
        <p:spPr>
          <a:xfrm>
            <a:off x="356750" y="3095171"/>
            <a:ext cx="1747821" cy="547917"/>
          </a:xfrm>
        </p:spPr>
        <p:txBody>
          <a:bodyPr/>
          <a:lstStyle/>
          <a:p>
            <a:r>
              <a:rPr lang="en-US" b="1" i="1" dirty="0"/>
              <a:t>Solution:</a:t>
            </a:r>
          </a:p>
        </p:txBody>
      </p:sp>
      <p:graphicFrame>
        <p:nvGraphicFramePr>
          <p:cNvPr id="9" name="Object 8">
            <a:extLst>
              <a:ext uri="{FF2B5EF4-FFF2-40B4-BE49-F238E27FC236}">
                <a16:creationId xmlns:a16="http://schemas.microsoft.com/office/drawing/2014/main" id="{94BE85A2-4229-4BE1-947A-47955B16ECE0}"/>
              </a:ext>
            </a:extLst>
          </p:cNvPr>
          <p:cNvGraphicFramePr>
            <a:graphicFrameLocks noChangeAspect="1"/>
          </p:cNvGraphicFramePr>
          <p:nvPr>
            <p:extLst>
              <p:ext uri="{D42A27DB-BD31-4B8C-83A1-F6EECF244321}">
                <p14:modId xmlns:p14="http://schemas.microsoft.com/office/powerpoint/2010/main" val="979421040"/>
              </p:ext>
            </p:extLst>
          </p:nvPr>
        </p:nvGraphicFramePr>
        <p:xfrm>
          <a:off x="1357993" y="3770596"/>
          <a:ext cx="2603500" cy="622300"/>
        </p:xfrm>
        <a:graphic>
          <a:graphicData uri="http://schemas.openxmlformats.org/presentationml/2006/ole">
            <mc:AlternateContent xmlns:mc="http://schemas.openxmlformats.org/markup-compatibility/2006">
              <mc:Choice xmlns:v="urn:schemas-microsoft-com:vml" Requires="v">
                <p:oleObj spid="_x0000_s11275" name="Equation" r:id="rId3" imgW="2603160" imgH="622080" progId="Equation.DSMT4">
                  <p:embed/>
                </p:oleObj>
              </mc:Choice>
              <mc:Fallback>
                <p:oleObj name="Equation" r:id="rId3" imgW="2603160" imgH="622080" progId="Equation.DSMT4">
                  <p:embed/>
                  <p:pic>
                    <p:nvPicPr>
                      <p:cNvPr id="9" name="Object 8">
                        <a:extLst>
                          <a:ext uri="{FF2B5EF4-FFF2-40B4-BE49-F238E27FC236}">
                            <a16:creationId xmlns:a16="http://schemas.microsoft.com/office/drawing/2014/main" id="{94BE85A2-4229-4BE1-947A-47955B16ECE0}"/>
                          </a:ext>
                        </a:extLst>
                      </p:cNvPr>
                      <p:cNvPicPr/>
                      <p:nvPr/>
                    </p:nvPicPr>
                    <p:blipFill>
                      <a:blip r:embed="rId4"/>
                      <a:stretch>
                        <a:fillRect/>
                      </a:stretch>
                    </p:blipFill>
                    <p:spPr>
                      <a:xfrm>
                        <a:off x="1357993" y="3770596"/>
                        <a:ext cx="2603500" cy="622300"/>
                      </a:xfrm>
                      <a:prstGeom prst="rect">
                        <a:avLst/>
                      </a:prstGeom>
                    </p:spPr>
                  </p:pic>
                </p:oleObj>
              </mc:Fallback>
            </mc:AlternateContent>
          </a:graphicData>
        </a:graphic>
      </p:graphicFrame>
      <p:sp>
        <p:nvSpPr>
          <p:cNvPr id="7" name="Slide Number Placeholder 6">
            <a:extLst>
              <a:ext uri="{FF2B5EF4-FFF2-40B4-BE49-F238E27FC236}">
                <a16:creationId xmlns:a16="http://schemas.microsoft.com/office/drawing/2014/main" id="{B3C4E898-8BF9-41BD-BF57-8AADC4B469FB}"/>
              </a:ext>
            </a:extLst>
          </p:cNvPr>
          <p:cNvSpPr>
            <a:spLocks noGrp="1"/>
          </p:cNvSpPr>
          <p:nvPr>
            <p:ph type="sldNum" sz="quarter" idx="10"/>
          </p:nvPr>
        </p:nvSpPr>
        <p:spPr/>
        <p:txBody>
          <a:bodyPr/>
          <a:lstStyle/>
          <a:p>
            <a:fld id="{68151E55-6873-49E2-B8D5-2F265E6F1973}" type="slidenum">
              <a:rPr lang="en-US" smtClean="0"/>
              <a:t>23</a:t>
            </a:fld>
            <a:endParaRPr lang="en-US"/>
          </a:p>
        </p:txBody>
      </p:sp>
    </p:spTree>
    <p:extLst>
      <p:ext uri="{BB962C8B-B14F-4D97-AF65-F5344CB8AC3E}">
        <p14:creationId xmlns:p14="http://schemas.microsoft.com/office/powerpoint/2010/main" val="12597570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26F61-D453-49A2-AA86-2DD02E55D05F}"/>
              </a:ext>
            </a:extLst>
          </p:cNvPr>
          <p:cNvSpPr>
            <a:spLocks noGrp="1"/>
          </p:cNvSpPr>
          <p:nvPr>
            <p:ph type="title"/>
          </p:nvPr>
        </p:nvSpPr>
        <p:spPr/>
        <p:txBody>
          <a:bodyPr>
            <a:normAutofit/>
          </a:bodyPr>
          <a:lstStyle/>
          <a:p>
            <a:r>
              <a:rPr lang="en-US" sz="3600" dirty="0"/>
              <a:t>Textbook Problem 5-8</a:t>
            </a:r>
          </a:p>
        </p:txBody>
      </p:sp>
      <p:sp>
        <p:nvSpPr>
          <p:cNvPr id="3" name="Content Placeholder 2">
            <a:extLst>
              <a:ext uri="{FF2B5EF4-FFF2-40B4-BE49-F238E27FC236}">
                <a16:creationId xmlns:a16="http://schemas.microsoft.com/office/drawing/2014/main" id="{CD6AA34A-6E87-4DC2-8F81-EFD60934A237}"/>
              </a:ext>
            </a:extLst>
          </p:cNvPr>
          <p:cNvSpPr>
            <a:spLocks noGrp="1"/>
          </p:cNvSpPr>
          <p:nvPr>
            <p:ph sz="quarter" idx="11"/>
          </p:nvPr>
        </p:nvSpPr>
        <p:spPr>
          <a:xfrm>
            <a:off x="342900" y="1276709"/>
            <a:ext cx="8458200" cy="973005"/>
          </a:xfrm>
        </p:spPr>
        <p:txBody>
          <a:bodyPr/>
          <a:lstStyle/>
          <a:p>
            <a:r>
              <a:rPr lang="en-US" b="1" i="1" dirty="0"/>
              <a:t>Problem Statement:</a:t>
            </a:r>
          </a:p>
          <a:p>
            <a:r>
              <a:rPr lang="en-US" dirty="0"/>
              <a:t>Find the median: </a:t>
            </a:r>
            <a:r>
              <a:rPr lang="en-US" i="1" dirty="0"/>
              <a:t>L</a:t>
            </a:r>
            <a:r>
              <a:rPr lang="en-US" sz="100" i="1" dirty="0"/>
              <a:t> </a:t>
            </a:r>
            <a:r>
              <a:rPr lang="en-US" i="1" dirty="0"/>
              <a:t>U 5-2(3)</a:t>
            </a:r>
            <a:endParaRPr lang="en-US" dirty="0"/>
          </a:p>
        </p:txBody>
      </p:sp>
      <p:sp>
        <p:nvSpPr>
          <p:cNvPr id="4" name="Content Placeholder 3">
            <a:extLst>
              <a:ext uri="{FF2B5EF4-FFF2-40B4-BE49-F238E27FC236}">
                <a16:creationId xmlns:a16="http://schemas.microsoft.com/office/drawing/2014/main" id="{D3793F96-768A-4DC2-8C1B-7F81E9991BD5}"/>
              </a:ext>
            </a:extLst>
          </p:cNvPr>
          <p:cNvSpPr>
            <a:spLocks noGrp="1"/>
          </p:cNvSpPr>
          <p:nvPr>
            <p:ph sz="quarter" idx="14"/>
          </p:nvPr>
        </p:nvSpPr>
        <p:spPr>
          <a:xfrm>
            <a:off x="1184729" y="2362971"/>
            <a:ext cx="3387271" cy="508988"/>
          </a:xfrm>
        </p:spPr>
        <p:txBody>
          <a:bodyPr/>
          <a:lstStyle/>
          <a:p>
            <a:pPr>
              <a:tabLst>
                <a:tab pos="0" algn="l"/>
                <a:tab pos="1778000" algn="l"/>
                <a:tab pos="3657600" algn="l"/>
                <a:tab pos="5029200" algn="l"/>
                <a:tab pos="6400800" algn="l"/>
              </a:tabLst>
            </a:pPr>
            <a:r>
              <a:rPr lang="en-US" dirty="0"/>
              <a:t>55, 10, 19, 38, 100, 25</a:t>
            </a:r>
          </a:p>
        </p:txBody>
      </p:sp>
      <p:sp>
        <p:nvSpPr>
          <p:cNvPr id="8" name="Content Placeholder 7">
            <a:extLst>
              <a:ext uri="{FF2B5EF4-FFF2-40B4-BE49-F238E27FC236}">
                <a16:creationId xmlns:a16="http://schemas.microsoft.com/office/drawing/2014/main" id="{3F3DBD67-F514-4D78-A43A-5A9924C66545}"/>
              </a:ext>
            </a:extLst>
          </p:cNvPr>
          <p:cNvSpPr>
            <a:spLocks noGrp="1"/>
          </p:cNvSpPr>
          <p:nvPr>
            <p:ph sz="quarter" idx="15"/>
          </p:nvPr>
        </p:nvSpPr>
        <p:spPr>
          <a:xfrm>
            <a:off x="356751" y="3095171"/>
            <a:ext cx="4621650" cy="1026886"/>
          </a:xfrm>
        </p:spPr>
        <p:txBody>
          <a:bodyPr/>
          <a:lstStyle/>
          <a:p>
            <a:r>
              <a:rPr lang="en-US" b="1" i="1" dirty="0"/>
              <a:t>Solution:</a:t>
            </a:r>
          </a:p>
          <a:p>
            <a:pPr marL="1277938"/>
            <a:r>
              <a:rPr lang="en-US" dirty="0"/>
              <a:t>10, 19, 25, 38, 55, 100</a:t>
            </a:r>
          </a:p>
        </p:txBody>
      </p:sp>
      <p:graphicFrame>
        <p:nvGraphicFramePr>
          <p:cNvPr id="9" name="Object 8">
            <a:extLst>
              <a:ext uri="{FF2B5EF4-FFF2-40B4-BE49-F238E27FC236}">
                <a16:creationId xmlns:a16="http://schemas.microsoft.com/office/drawing/2014/main" id="{94BE85A2-4229-4BE1-947A-47955B16ECE0}"/>
              </a:ext>
            </a:extLst>
          </p:cNvPr>
          <p:cNvGraphicFramePr>
            <a:graphicFrameLocks noChangeAspect="1"/>
          </p:cNvGraphicFramePr>
          <p:nvPr/>
        </p:nvGraphicFramePr>
        <p:xfrm>
          <a:off x="5373299" y="3506986"/>
          <a:ext cx="1828673" cy="752983"/>
        </p:xfrm>
        <a:graphic>
          <a:graphicData uri="http://schemas.openxmlformats.org/presentationml/2006/ole">
            <mc:AlternateContent xmlns:mc="http://schemas.openxmlformats.org/markup-compatibility/2006">
              <mc:Choice xmlns:v="urn:schemas-microsoft-com:vml" Requires="v">
                <p:oleObj spid="_x0000_s12299" name="Equation" r:id="rId3" imgW="1511280" imgH="622080" progId="Equation.DSMT4">
                  <p:embed/>
                </p:oleObj>
              </mc:Choice>
              <mc:Fallback>
                <p:oleObj name="Equation" r:id="rId3" imgW="1511280" imgH="622080" progId="Equation.DSMT4">
                  <p:embed/>
                  <p:pic>
                    <p:nvPicPr>
                      <p:cNvPr id="9" name="Object 8">
                        <a:extLst>
                          <a:ext uri="{FF2B5EF4-FFF2-40B4-BE49-F238E27FC236}">
                            <a16:creationId xmlns:a16="http://schemas.microsoft.com/office/drawing/2014/main" id="{94BE85A2-4229-4BE1-947A-47955B16ECE0}"/>
                          </a:ext>
                        </a:extLst>
                      </p:cNvPr>
                      <p:cNvPicPr/>
                      <p:nvPr/>
                    </p:nvPicPr>
                    <p:blipFill>
                      <a:blip r:embed="rId4"/>
                      <a:stretch>
                        <a:fillRect/>
                      </a:stretch>
                    </p:blipFill>
                    <p:spPr>
                      <a:xfrm>
                        <a:off x="5373299" y="3506986"/>
                        <a:ext cx="1828673" cy="752983"/>
                      </a:xfrm>
                      <a:prstGeom prst="rect">
                        <a:avLst/>
                      </a:prstGeom>
                    </p:spPr>
                  </p:pic>
                </p:oleObj>
              </mc:Fallback>
            </mc:AlternateContent>
          </a:graphicData>
        </a:graphic>
      </p:graphicFrame>
      <p:sp>
        <p:nvSpPr>
          <p:cNvPr id="7" name="Slide Number Placeholder 6">
            <a:extLst>
              <a:ext uri="{FF2B5EF4-FFF2-40B4-BE49-F238E27FC236}">
                <a16:creationId xmlns:a16="http://schemas.microsoft.com/office/drawing/2014/main" id="{B3C4E898-8BF9-41BD-BF57-8AADC4B469FB}"/>
              </a:ext>
            </a:extLst>
          </p:cNvPr>
          <p:cNvSpPr>
            <a:spLocks noGrp="1"/>
          </p:cNvSpPr>
          <p:nvPr>
            <p:ph type="sldNum" sz="quarter" idx="10"/>
          </p:nvPr>
        </p:nvSpPr>
        <p:spPr/>
        <p:txBody>
          <a:bodyPr/>
          <a:lstStyle/>
          <a:p>
            <a:fld id="{68151E55-6873-49E2-B8D5-2F265E6F1973}" type="slidenum">
              <a:rPr lang="en-US" smtClean="0"/>
              <a:t>24</a:t>
            </a:fld>
            <a:endParaRPr lang="en-US"/>
          </a:p>
        </p:txBody>
      </p:sp>
    </p:spTree>
    <p:extLst>
      <p:ext uri="{BB962C8B-B14F-4D97-AF65-F5344CB8AC3E}">
        <p14:creationId xmlns:p14="http://schemas.microsoft.com/office/powerpoint/2010/main" val="567774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26F61-D453-49A2-AA86-2DD02E55D05F}"/>
              </a:ext>
            </a:extLst>
          </p:cNvPr>
          <p:cNvSpPr>
            <a:spLocks noGrp="1"/>
          </p:cNvSpPr>
          <p:nvPr>
            <p:ph type="title"/>
          </p:nvPr>
        </p:nvSpPr>
        <p:spPr/>
        <p:txBody>
          <a:bodyPr>
            <a:normAutofit/>
          </a:bodyPr>
          <a:lstStyle/>
          <a:p>
            <a:r>
              <a:rPr lang="en-US" sz="3600" dirty="0"/>
              <a:t>Textbook Problem 5-11</a:t>
            </a:r>
          </a:p>
        </p:txBody>
      </p:sp>
      <p:sp>
        <p:nvSpPr>
          <p:cNvPr id="3" name="Content Placeholder 2">
            <a:extLst>
              <a:ext uri="{FF2B5EF4-FFF2-40B4-BE49-F238E27FC236}">
                <a16:creationId xmlns:a16="http://schemas.microsoft.com/office/drawing/2014/main" id="{CD6AA34A-6E87-4DC2-8F81-EFD60934A237}"/>
              </a:ext>
            </a:extLst>
          </p:cNvPr>
          <p:cNvSpPr>
            <a:spLocks noGrp="1"/>
          </p:cNvSpPr>
          <p:nvPr>
            <p:ph sz="quarter" idx="11"/>
          </p:nvPr>
        </p:nvSpPr>
        <p:spPr>
          <a:xfrm>
            <a:off x="342900" y="1276709"/>
            <a:ext cx="8458200" cy="973005"/>
          </a:xfrm>
        </p:spPr>
        <p:txBody>
          <a:bodyPr/>
          <a:lstStyle/>
          <a:p>
            <a:r>
              <a:rPr lang="en-US" b="1" i="1" dirty="0"/>
              <a:t>Problem Statement:</a:t>
            </a:r>
          </a:p>
          <a:p>
            <a:r>
              <a:rPr lang="en-US" dirty="0"/>
              <a:t>Find the mode: </a:t>
            </a:r>
            <a:r>
              <a:rPr lang="en-US" i="1" dirty="0"/>
              <a:t>L</a:t>
            </a:r>
            <a:r>
              <a:rPr lang="en-US" sz="100" i="1" dirty="0"/>
              <a:t> </a:t>
            </a:r>
            <a:r>
              <a:rPr lang="en-US" i="1" dirty="0"/>
              <a:t>U 5-2(4)</a:t>
            </a:r>
            <a:endParaRPr lang="en-US" dirty="0"/>
          </a:p>
        </p:txBody>
      </p:sp>
      <p:sp>
        <p:nvSpPr>
          <p:cNvPr id="4" name="Content Placeholder 3">
            <a:extLst>
              <a:ext uri="{FF2B5EF4-FFF2-40B4-BE49-F238E27FC236}">
                <a16:creationId xmlns:a16="http://schemas.microsoft.com/office/drawing/2014/main" id="{D3793F96-768A-4DC2-8C1B-7F81E9991BD5}"/>
              </a:ext>
            </a:extLst>
          </p:cNvPr>
          <p:cNvSpPr>
            <a:spLocks noGrp="1"/>
          </p:cNvSpPr>
          <p:nvPr>
            <p:ph sz="quarter" idx="14"/>
          </p:nvPr>
        </p:nvSpPr>
        <p:spPr>
          <a:xfrm>
            <a:off x="1184729" y="2362971"/>
            <a:ext cx="4188570" cy="508988"/>
          </a:xfrm>
        </p:spPr>
        <p:txBody>
          <a:bodyPr/>
          <a:lstStyle/>
          <a:p>
            <a:r>
              <a:rPr lang="en-US" dirty="0"/>
              <a:t>22, 19, 15, 16, 18, 18, 5, 18</a:t>
            </a:r>
          </a:p>
        </p:txBody>
      </p:sp>
      <p:sp>
        <p:nvSpPr>
          <p:cNvPr id="8" name="Content Placeholder 7">
            <a:extLst>
              <a:ext uri="{FF2B5EF4-FFF2-40B4-BE49-F238E27FC236}">
                <a16:creationId xmlns:a16="http://schemas.microsoft.com/office/drawing/2014/main" id="{3F3DBD67-F514-4D78-A43A-5A9924C66545}"/>
              </a:ext>
            </a:extLst>
          </p:cNvPr>
          <p:cNvSpPr>
            <a:spLocks noGrp="1"/>
          </p:cNvSpPr>
          <p:nvPr>
            <p:ph sz="quarter" idx="15"/>
          </p:nvPr>
        </p:nvSpPr>
        <p:spPr>
          <a:xfrm>
            <a:off x="356751" y="3095171"/>
            <a:ext cx="4621650" cy="1026886"/>
          </a:xfrm>
        </p:spPr>
        <p:txBody>
          <a:bodyPr/>
          <a:lstStyle/>
          <a:p>
            <a:r>
              <a:rPr lang="en-US" b="1" i="1" dirty="0"/>
              <a:t>Solution:</a:t>
            </a:r>
          </a:p>
          <a:p>
            <a:pPr marL="1292225"/>
            <a:r>
              <a:rPr lang="en-US" b="1" dirty="0"/>
              <a:t>= </a:t>
            </a:r>
            <a:r>
              <a:rPr lang="en-US" b="1" dirty="0">
                <a:solidFill>
                  <a:srgbClr val="A9131A"/>
                </a:solidFill>
              </a:rPr>
              <a:t>18</a:t>
            </a:r>
          </a:p>
        </p:txBody>
      </p:sp>
      <p:sp>
        <p:nvSpPr>
          <p:cNvPr id="7" name="Slide Number Placeholder 6">
            <a:extLst>
              <a:ext uri="{FF2B5EF4-FFF2-40B4-BE49-F238E27FC236}">
                <a16:creationId xmlns:a16="http://schemas.microsoft.com/office/drawing/2014/main" id="{B3C4E898-8BF9-41BD-BF57-8AADC4B469FB}"/>
              </a:ext>
            </a:extLst>
          </p:cNvPr>
          <p:cNvSpPr>
            <a:spLocks noGrp="1"/>
          </p:cNvSpPr>
          <p:nvPr>
            <p:ph type="sldNum" sz="quarter" idx="10"/>
          </p:nvPr>
        </p:nvSpPr>
        <p:spPr/>
        <p:txBody>
          <a:bodyPr/>
          <a:lstStyle/>
          <a:p>
            <a:fld id="{68151E55-6873-49E2-B8D5-2F265E6F1973}" type="slidenum">
              <a:rPr lang="en-US" smtClean="0"/>
              <a:t>25</a:t>
            </a:fld>
            <a:endParaRPr lang="en-US"/>
          </a:p>
        </p:txBody>
      </p:sp>
    </p:spTree>
    <p:extLst>
      <p:ext uri="{BB962C8B-B14F-4D97-AF65-F5344CB8AC3E}">
        <p14:creationId xmlns:p14="http://schemas.microsoft.com/office/powerpoint/2010/main" val="37563094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56A03-17C4-416F-9D81-6AA208E72B60}"/>
              </a:ext>
            </a:extLst>
          </p:cNvPr>
          <p:cNvSpPr>
            <a:spLocks noGrp="1"/>
          </p:cNvSpPr>
          <p:nvPr>
            <p:ph type="title"/>
          </p:nvPr>
        </p:nvSpPr>
        <p:spPr/>
        <p:txBody>
          <a:bodyPr>
            <a:normAutofit/>
          </a:bodyPr>
          <a:lstStyle/>
          <a:p>
            <a:r>
              <a:rPr lang="en-US" sz="3600" dirty="0"/>
              <a:t>Textbook Problem 5-12</a:t>
            </a:r>
          </a:p>
        </p:txBody>
      </p:sp>
      <p:sp>
        <p:nvSpPr>
          <p:cNvPr id="3" name="Content Placeholder 2">
            <a:extLst>
              <a:ext uri="{FF2B5EF4-FFF2-40B4-BE49-F238E27FC236}">
                <a16:creationId xmlns:a16="http://schemas.microsoft.com/office/drawing/2014/main" id="{818AA750-DA7A-45C1-A25D-08393285AA1D}"/>
              </a:ext>
            </a:extLst>
          </p:cNvPr>
          <p:cNvSpPr>
            <a:spLocks noGrp="1"/>
          </p:cNvSpPr>
          <p:nvPr>
            <p:ph sz="quarter" idx="11"/>
          </p:nvPr>
        </p:nvSpPr>
        <p:spPr>
          <a:xfrm>
            <a:off x="342900" y="1276710"/>
            <a:ext cx="2937329" cy="421461"/>
          </a:xfrm>
        </p:spPr>
        <p:txBody>
          <a:bodyPr/>
          <a:lstStyle/>
          <a:p>
            <a:r>
              <a:rPr lang="en-US" sz="2200" b="1" i="1" dirty="0"/>
              <a:t>Problem Statement:</a:t>
            </a:r>
          </a:p>
        </p:txBody>
      </p:sp>
      <p:sp>
        <p:nvSpPr>
          <p:cNvPr id="4" name="Content Placeholder 3">
            <a:extLst>
              <a:ext uri="{FF2B5EF4-FFF2-40B4-BE49-F238E27FC236}">
                <a16:creationId xmlns:a16="http://schemas.microsoft.com/office/drawing/2014/main" id="{DB804DFF-A5D5-4CF5-9EE3-76FF3213DEDA}"/>
              </a:ext>
            </a:extLst>
          </p:cNvPr>
          <p:cNvSpPr>
            <a:spLocks noGrp="1"/>
          </p:cNvSpPr>
          <p:nvPr>
            <p:ph sz="quarter" idx="14"/>
          </p:nvPr>
        </p:nvSpPr>
        <p:spPr>
          <a:xfrm>
            <a:off x="342900" y="1881810"/>
            <a:ext cx="1123043" cy="396933"/>
          </a:xfrm>
        </p:spPr>
        <p:txBody>
          <a:bodyPr/>
          <a:lstStyle/>
          <a:p>
            <a:r>
              <a:rPr lang="en-US" sz="2000" b="1" dirty="0"/>
              <a:t>Given:</a:t>
            </a:r>
            <a:endParaRPr lang="en-US" sz="2000" dirty="0"/>
          </a:p>
        </p:txBody>
      </p:sp>
      <p:graphicFrame>
        <p:nvGraphicFramePr>
          <p:cNvPr id="13" name="Table 13">
            <a:extLst>
              <a:ext uri="{FF2B5EF4-FFF2-40B4-BE49-F238E27FC236}">
                <a16:creationId xmlns:a16="http://schemas.microsoft.com/office/drawing/2014/main" id="{7843DFEA-26F4-41D6-8ED8-BE6AD451C264}"/>
              </a:ext>
            </a:extLst>
          </p:cNvPr>
          <p:cNvGraphicFramePr>
            <a:graphicFrameLocks noGrp="1"/>
          </p:cNvGraphicFramePr>
          <p:nvPr/>
        </p:nvGraphicFramePr>
        <p:xfrm>
          <a:off x="1465943" y="2384536"/>
          <a:ext cx="6096000" cy="79248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58875243"/>
                    </a:ext>
                  </a:extLst>
                </a:gridCol>
                <a:gridCol w="2032000">
                  <a:extLst>
                    <a:ext uri="{9D8B030D-6E8A-4147-A177-3AD203B41FA5}">
                      <a16:colId xmlns:a16="http://schemas.microsoft.com/office/drawing/2014/main" val="2269149850"/>
                    </a:ext>
                  </a:extLst>
                </a:gridCol>
                <a:gridCol w="2032000">
                  <a:extLst>
                    <a:ext uri="{9D8B030D-6E8A-4147-A177-3AD203B41FA5}">
                      <a16:colId xmlns:a16="http://schemas.microsoft.com/office/drawing/2014/main" val="3377130815"/>
                    </a:ext>
                  </a:extLst>
                </a:gridCol>
              </a:tblGrid>
              <a:tr h="370840">
                <a:tc>
                  <a:txBody>
                    <a:bodyPr/>
                    <a:lstStyle/>
                    <a:p>
                      <a:pPr algn="ctr"/>
                      <a:r>
                        <a:rPr lang="en-US" sz="2000" b="0" dirty="0">
                          <a:solidFill>
                            <a:schemeClr val="tx1"/>
                          </a:solidFill>
                        </a:rPr>
                        <a:t>Truck cost </a:t>
                      </a:r>
                    </a:p>
                  </a:txBody>
                  <a:tcPr>
                    <a:solidFill>
                      <a:schemeClr val="bg1"/>
                    </a:solidFill>
                  </a:tcPr>
                </a:tc>
                <a:tc>
                  <a:txBody>
                    <a:bodyPr/>
                    <a:lstStyle/>
                    <a:p>
                      <a:pPr algn="ctr"/>
                      <a:r>
                        <a:rPr lang="en-US" sz="2000" b="0" dirty="0">
                          <a:solidFill>
                            <a:schemeClr val="tx1"/>
                          </a:solidFill>
                        </a:rPr>
                        <a:t>2023 </a:t>
                      </a:r>
                    </a:p>
                  </a:txBody>
                  <a:tcPr>
                    <a:solidFill>
                      <a:schemeClr val="bg1"/>
                    </a:solidFill>
                  </a:tcPr>
                </a:tc>
                <a:tc>
                  <a:txBody>
                    <a:bodyPr/>
                    <a:lstStyle/>
                    <a:p>
                      <a:pPr algn="ctr"/>
                      <a:r>
                        <a:rPr lang="en-US" sz="2000" b="0" dirty="0">
                          <a:solidFill>
                            <a:schemeClr val="tx1"/>
                          </a:solidFill>
                        </a:rPr>
                        <a:t>$60,000</a:t>
                      </a:r>
                    </a:p>
                  </a:txBody>
                  <a:tcPr>
                    <a:solidFill>
                      <a:schemeClr val="bg1"/>
                    </a:solidFill>
                  </a:tcPr>
                </a:tc>
                <a:extLst>
                  <a:ext uri="{0D108BD9-81ED-4DB2-BD59-A6C34878D82A}">
                    <a16:rowId xmlns:a16="http://schemas.microsoft.com/office/drawing/2014/main" val="329596772"/>
                  </a:ext>
                </a:extLst>
              </a:tr>
              <a:tr h="370840">
                <a:tc>
                  <a:txBody>
                    <a:bodyPr/>
                    <a:lstStyle/>
                    <a:p>
                      <a:pPr algn="ctr"/>
                      <a:r>
                        <a:rPr lang="en-US" sz="2000" b="0" dirty="0">
                          <a:solidFill>
                            <a:schemeClr val="tx1"/>
                          </a:solidFill>
                        </a:rPr>
                        <a:t>Truck cost </a:t>
                      </a:r>
                    </a:p>
                  </a:txBody>
                  <a:tcPr>
                    <a:solidFill>
                      <a:schemeClr val="bg1"/>
                    </a:solidFill>
                  </a:tcPr>
                </a:tc>
                <a:tc>
                  <a:txBody>
                    <a:bodyPr/>
                    <a:lstStyle/>
                    <a:p>
                      <a:pPr algn="ctr"/>
                      <a:r>
                        <a:rPr lang="en-US" sz="2000" b="0" dirty="0">
                          <a:solidFill>
                            <a:schemeClr val="tx1"/>
                          </a:solidFill>
                        </a:rPr>
                        <a:t>2008 </a:t>
                      </a:r>
                    </a:p>
                  </a:txBody>
                  <a:tcPr>
                    <a:solidFill>
                      <a:schemeClr val="bg1"/>
                    </a:solidFill>
                  </a:tcPr>
                </a:tc>
                <a:tc>
                  <a:txBody>
                    <a:bodyPr/>
                    <a:lstStyle/>
                    <a:p>
                      <a:pPr algn="ctr"/>
                      <a:r>
                        <a:rPr lang="en-US" sz="2000" b="0" dirty="0">
                          <a:solidFill>
                            <a:schemeClr val="tx1"/>
                          </a:solidFill>
                        </a:rPr>
                        <a:t>$21,000</a:t>
                      </a:r>
                    </a:p>
                  </a:txBody>
                  <a:tcPr>
                    <a:solidFill>
                      <a:schemeClr val="bg1"/>
                    </a:solidFill>
                  </a:tcPr>
                </a:tc>
                <a:extLst>
                  <a:ext uri="{0D108BD9-81ED-4DB2-BD59-A6C34878D82A}">
                    <a16:rowId xmlns:a16="http://schemas.microsoft.com/office/drawing/2014/main" val="2573793474"/>
                  </a:ext>
                </a:extLst>
              </a:tr>
            </a:tbl>
          </a:graphicData>
        </a:graphic>
      </p:graphicFrame>
      <p:sp>
        <p:nvSpPr>
          <p:cNvPr id="5" name="Content Placeholder 4">
            <a:extLst>
              <a:ext uri="{FF2B5EF4-FFF2-40B4-BE49-F238E27FC236}">
                <a16:creationId xmlns:a16="http://schemas.microsoft.com/office/drawing/2014/main" id="{ABA46B28-29EC-427E-A636-82C387F3AF29}"/>
              </a:ext>
            </a:extLst>
          </p:cNvPr>
          <p:cNvSpPr>
            <a:spLocks noGrp="1"/>
          </p:cNvSpPr>
          <p:nvPr>
            <p:ph sz="quarter" idx="15"/>
          </p:nvPr>
        </p:nvSpPr>
        <p:spPr>
          <a:xfrm>
            <a:off x="342900" y="3599526"/>
            <a:ext cx="8458200" cy="814451"/>
          </a:xfrm>
        </p:spPr>
        <p:txBody>
          <a:bodyPr/>
          <a:lstStyle/>
          <a:p>
            <a:r>
              <a:rPr lang="en-US" sz="2200" dirty="0"/>
              <a:t>Calculate the price relative (rounded to the nearest tenth percent): </a:t>
            </a:r>
            <a:r>
              <a:rPr lang="en-US" sz="2200" i="1" dirty="0"/>
              <a:t>L</a:t>
            </a:r>
            <a:r>
              <a:rPr lang="en-US" sz="100" i="1" dirty="0"/>
              <a:t> </a:t>
            </a:r>
            <a:r>
              <a:rPr lang="en-US" sz="2200" i="1" dirty="0"/>
              <a:t>U 5-1(3)</a:t>
            </a:r>
            <a:endParaRPr lang="en-US" sz="2200" dirty="0"/>
          </a:p>
        </p:txBody>
      </p:sp>
      <p:sp>
        <p:nvSpPr>
          <p:cNvPr id="6" name="Content Placeholder 5">
            <a:extLst>
              <a:ext uri="{FF2B5EF4-FFF2-40B4-BE49-F238E27FC236}">
                <a16:creationId xmlns:a16="http://schemas.microsoft.com/office/drawing/2014/main" id="{1F2AC873-73C6-4A13-AFBF-4F4E839717F3}"/>
              </a:ext>
            </a:extLst>
          </p:cNvPr>
          <p:cNvSpPr>
            <a:spLocks noGrp="1"/>
          </p:cNvSpPr>
          <p:nvPr>
            <p:ph sz="quarter" idx="16"/>
          </p:nvPr>
        </p:nvSpPr>
        <p:spPr>
          <a:xfrm>
            <a:off x="342900" y="4707891"/>
            <a:ext cx="1587500" cy="477085"/>
          </a:xfrm>
        </p:spPr>
        <p:txBody>
          <a:bodyPr/>
          <a:lstStyle/>
          <a:p>
            <a:r>
              <a:rPr lang="en-US" sz="2200" b="1" i="1" dirty="0"/>
              <a:t>Solution:</a:t>
            </a:r>
          </a:p>
        </p:txBody>
      </p:sp>
      <p:graphicFrame>
        <p:nvGraphicFramePr>
          <p:cNvPr id="12" name="Object 11">
            <a:extLst>
              <a:ext uri="{FF2B5EF4-FFF2-40B4-BE49-F238E27FC236}">
                <a16:creationId xmlns:a16="http://schemas.microsoft.com/office/drawing/2014/main" id="{9C5DAF8C-3D9B-46B4-AA35-70E4BF89AF52}"/>
              </a:ext>
            </a:extLst>
          </p:cNvPr>
          <p:cNvGraphicFramePr>
            <a:graphicFrameLocks noChangeAspect="1"/>
          </p:cNvGraphicFramePr>
          <p:nvPr/>
        </p:nvGraphicFramePr>
        <p:xfrm>
          <a:off x="1489529" y="5273253"/>
          <a:ext cx="2692400" cy="673100"/>
        </p:xfrm>
        <a:graphic>
          <a:graphicData uri="http://schemas.openxmlformats.org/presentationml/2006/ole">
            <mc:AlternateContent xmlns:mc="http://schemas.openxmlformats.org/markup-compatibility/2006">
              <mc:Choice xmlns:v="urn:schemas-microsoft-com:vml" Requires="v">
                <p:oleObj spid="_x0000_s13323" name="Equation" r:id="rId3" imgW="2692080" imgH="672840" progId="Equation.DSMT4">
                  <p:embed/>
                </p:oleObj>
              </mc:Choice>
              <mc:Fallback>
                <p:oleObj name="Equation" r:id="rId3" imgW="2692080" imgH="672840" progId="Equation.DSMT4">
                  <p:embed/>
                  <p:pic>
                    <p:nvPicPr>
                      <p:cNvPr id="12" name="Object 11">
                        <a:extLst>
                          <a:ext uri="{FF2B5EF4-FFF2-40B4-BE49-F238E27FC236}">
                            <a16:creationId xmlns:a16="http://schemas.microsoft.com/office/drawing/2014/main" id="{9C5DAF8C-3D9B-46B4-AA35-70E4BF89AF52}"/>
                          </a:ext>
                        </a:extLst>
                      </p:cNvPr>
                      <p:cNvPicPr/>
                      <p:nvPr/>
                    </p:nvPicPr>
                    <p:blipFill>
                      <a:blip r:embed="rId4"/>
                      <a:stretch>
                        <a:fillRect/>
                      </a:stretch>
                    </p:blipFill>
                    <p:spPr>
                      <a:xfrm>
                        <a:off x="1489529" y="5273253"/>
                        <a:ext cx="2692400" cy="673100"/>
                      </a:xfrm>
                      <a:prstGeom prst="rect">
                        <a:avLst/>
                      </a:prstGeom>
                    </p:spPr>
                  </p:pic>
                </p:oleObj>
              </mc:Fallback>
            </mc:AlternateContent>
          </a:graphicData>
        </a:graphic>
      </p:graphicFrame>
      <p:sp>
        <p:nvSpPr>
          <p:cNvPr id="11" name="Slide Number Placeholder 10">
            <a:extLst>
              <a:ext uri="{FF2B5EF4-FFF2-40B4-BE49-F238E27FC236}">
                <a16:creationId xmlns:a16="http://schemas.microsoft.com/office/drawing/2014/main" id="{A1BBC84F-DB1D-44CE-A39C-7FBD75E2CEDA}"/>
              </a:ext>
            </a:extLst>
          </p:cNvPr>
          <p:cNvSpPr>
            <a:spLocks noGrp="1"/>
          </p:cNvSpPr>
          <p:nvPr>
            <p:ph type="sldNum" sz="quarter" idx="10"/>
          </p:nvPr>
        </p:nvSpPr>
        <p:spPr/>
        <p:txBody>
          <a:bodyPr/>
          <a:lstStyle/>
          <a:p>
            <a:fld id="{68151E55-6873-49E2-B8D5-2F265E6F1973}" type="slidenum">
              <a:rPr lang="en-US" smtClean="0"/>
              <a:t>26</a:t>
            </a:fld>
            <a:endParaRPr lang="en-US" dirty="0"/>
          </a:p>
        </p:txBody>
      </p:sp>
    </p:spTree>
    <p:extLst>
      <p:ext uri="{BB962C8B-B14F-4D97-AF65-F5344CB8AC3E}">
        <p14:creationId xmlns:p14="http://schemas.microsoft.com/office/powerpoint/2010/main" val="5486816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0752C-9E02-4853-BA1D-654DD6AE65F2}"/>
              </a:ext>
            </a:extLst>
          </p:cNvPr>
          <p:cNvSpPr>
            <a:spLocks noGrp="1"/>
          </p:cNvSpPr>
          <p:nvPr>
            <p:ph type="title"/>
          </p:nvPr>
        </p:nvSpPr>
        <p:spPr/>
        <p:txBody>
          <a:bodyPr>
            <a:normAutofit/>
          </a:bodyPr>
          <a:lstStyle/>
          <a:p>
            <a:r>
              <a:rPr lang="en-US" sz="3600" dirty="0"/>
              <a:t>Textbook Problem 5-16</a:t>
            </a:r>
          </a:p>
        </p:txBody>
      </p:sp>
      <p:sp>
        <p:nvSpPr>
          <p:cNvPr id="3" name="Content Placeholder 2">
            <a:extLst>
              <a:ext uri="{FF2B5EF4-FFF2-40B4-BE49-F238E27FC236}">
                <a16:creationId xmlns:a16="http://schemas.microsoft.com/office/drawing/2014/main" id="{B840538C-892B-4220-9DED-989800BB6143}"/>
              </a:ext>
            </a:extLst>
          </p:cNvPr>
          <p:cNvSpPr>
            <a:spLocks noGrp="1"/>
          </p:cNvSpPr>
          <p:nvPr>
            <p:ph sz="quarter" idx="11"/>
          </p:nvPr>
        </p:nvSpPr>
        <p:spPr>
          <a:xfrm>
            <a:off x="342900" y="1276710"/>
            <a:ext cx="8458200" cy="1190720"/>
          </a:xfrm>
        </p:spPr>
        <p:txBody>
          <a:bodyPr/>
          <a:lstStyle/>
          <a:p>
            <a:pPr>
              <a:tabLst>
                <a:tab pos="2286000" algn="r"/>
                <a:tab pos="3657600" algn="r"/>
                <a:tab pos="5207000" algn="r"/>
              </a:tabLst>
            </a:pPr>
            <a:r>
              <a:rPr lang="en-US" sz="2000" b="1" i="1" dirty="0"/>
              <a:t>Problem Statement:</a:t>
            </a:r>
          </a:p>
          <a:p>
            <a:pPr>
              <a:tabLst>
                <a:tab pos="2286000" algn="r"/>
                <a:tab pos="3657600" algn="r"/>
                <a:tab pos="5207000" algn="r"/>
              </a:tabLst>
            </a:pPr>
            <a:r>
              <a:rPr lang="en-US" sz="2000" dirty="0"/>
              <a:t>How many degrees on a pie chart would each be given from the following? </a:t>
            </a:r>
            <a:r>
              <a:rPr lang="en-US" sz="2000" i="1" dirty="0"/>
              <a:t>L</a:t>
            </a:r>
            <a:r>
              <a:rPr lang="en-US" sz="100" i="1" dirty="0"/>
              <a:t> </a:t>
            </a:r>
            <a:r>
              <a:rPr lang="en-US" sz="2000" i="1" dirty="0"/>
              <a:t>U 5-1(2)</a:t>
            </a:r>
          </a:p>
        </p:txBody>
      </p:sp>
      <p:graphicFrame>
        <p:nvGraphicFramePr>
          <p:cNvPr id="8" name="Table 8">
            <a:extLst>
              <a:ext uri="{FF2B5EF4-FFF2-40B4-BE49-F238E27FC236}">
                <a16:creationId xmlns:a16="http://schemas.microsoft.com/office/drawing/2014/main" id="{D5F5AB6E-2F4C-4550-8A6A-B69A7E7780AD}"/>
              </a:ext>
            </a:extLst>
          </p:cNvPr>
          <p:cNvGraphicFramePr>
            <a:graphicFrameLocks noGrp="1"/>
          </p:cNvGraphicFramePr>
          <p:nvPr>
            <p:extLst>
              <p:ext uri="{D42A27DB-BD31-4B8C-83A1-F6EECF244321}">
                <p14:modId xmlns:p14="http://schemas.microsoft.com/office/powerpoint/2010/main" val="1275971863"/>
              </p:ext>
            </p:extLst>
          </p:nvPr>
        </p:nvGraphicFramePr>
        <p:xfrm>
          <a:off x="1988457" y="2656116"/>
          <a:ext cx="3483429" cy="1107440"/>
        </p:xfrm>
        <a:graphic>
          <a:graphicData uri="http://schemas.openxmlformats.org/drawingml/2006/table">
            <a:tbl>
              <a:tblPr firstRow="1" bandRow="1">
                <a:tableStyleId>{5C22544A-7EE6-4342-B048-85BDC9FD1C3A}</a:tableStyleId>
              </a:tblPr>
              <a:tblGrid>
                <a:gridCol w="2819273">
                  <a:extLst>
                    <a:ext uri="{9D8B030D-6E8A-4147-A177-3AD203B41FA5}">
                      <a16:colId xmlns:a16="http://schemas.microsoft.com/office/drawing/2014/main" val="13480563"/>
                    </a:ext>
                  </a:extLst>
                </a:gridCol>
                <a:gridCol w="664156">
                  <a:extLst>
                    <a:ext uri="{9D8B030D-6E8A-4147-A177-3AD203B41FA5}">
                      <a16:colId xmlns:a16="http://schemas.microsoft.com/office/drawing/2014/main" val="2656548363"/>
                    </a:ext>
                  </a:extLst>
                </a:gridCol>
              </a:tblGrid>
              <a:tr h="370840">
                <a:tc>
                  <a:txBody>
                    <a:bodyPr/>
                    <a:lstStyle/>
                    <a:p>
                      <a:r>
                        <a:rPr lang="en-US" b="0" dirty="0">
                          <a:solidFill>
                            <a:schemeClr val="tx1"/>
                          </a:solidFill>
                        </a:rPr>
                        <a:t>Wear digital watch </a:t>
                      </a:r>
                    </a:p>
                  </a:txBody>
                  <a:tcPr>
                    <a:solidFill>
                      <a:schemeClr val="bg1"/>
                    </a:solidFill>
                  </a:tcPr>
                </a:tc>
                <a:tc>
                  <a:txBody>
                    <a:bodyPr/>
                    <a:lstStyle/>
                    <a:p>
                      <a:pPr algn="r"/>
                      <a:r>
                        <a:rPr lang="en-US" b="0" dirty="0">
                          <a:solidFill>
                            <a:schemeClr val="tx1"/>
                          </a:solidFill>
                        </a:rPr>
                        <a:t>42% </a:t>
                      </a:r>
                    </a:p>
                  </a:txBody>
                  <a:tcPr>
                    <a:solidFill>
                      <a:schemeClr val="bg1"/>
                    </a:solidFill>
                  </a:tcPr>
                </a:tc>
                <a:extLst>
                  <a:ext uri="{0D108BD9-81ED-4DB2-BD59-A6C34878D82A}">
                    <a16:rowId xmlns:a16="http://schemas.microsoft.com/office/drawing/2014/main" val="2387928791"/>
                  </a:ext>
                </a:extLst>
              </a:tr>
              <a:tr h="370840">
                <a:tc>
                  <a:txBody>
                    <a:bodyPr/>
                    <a:lstStyle/>
                    <a:p>
                      <a:r>
                        <a:rPr lang="en-US" b="0" dirty="0">
                          <a:solidFill>
                            <a:schemeClr val="tx1"/>
                          </a:solidFill>
                        </a:rPr>
                        <a:t>Wear traditional watch</a:t>
                      </a:r>
                    </a:p>
                  </a:txBody>
                  <a:tcPr>
                    <a:solidFill>
                      <a:schemeClr val="bg1"/>
                    </a:solidFill>
                  </a:tcPr>
                </a:tc>
                <a:tc>
                  <a:txBody>
                    <a:bodyPr/>
                    <a:lstStyle/>
                    <a:p>
                      <a:pPr algn="r"/>
                      <a:r>
                        <a:rPr lang="en-US" b="0" dirty="0">
                          <a:solidFill>
                            <a:schemeClr val="tx1"/>
                          </a:solidFill>
                        </a:rPr>
                        <a:t>51%</a:t>
                      </a:r>
                    </a:p>
                  </a:txBody>
                  <a:tcPr>
                    <a:solidFill>
                      <a:schemeClr val="bg1"/>
                    </a:solidFill>
                  </a:tcPr>
                </a:tc>
                <a:extLst>
                  <a:ext uri="{0D108BD9-81ED-4DB2-BD59-A6C34878D82A}">
                    <a16:rowId xmlns:a16="http://schemas.microsoft.com/office/drawing/2014/main" val="359785486"/>
                  </a:ext>
                </a:extLst>
              </a:tr>
              <a:tr h="245290">
                <a:tc>
                  <a:txBody>
                    <a:bodyPr/>
                    <a:lstStyle/>
                    <a:p>
                      <a:r>
                        <a:rPr lang="en-US" b="0" dirty="0">
                          <a:solidFill>
                            <a:schemeClr val="tx1"/>
                          </a:solidFill>
                        </a:rPr>
                        <a:t>Wear no watch </a:t>
                      </a:r>
                    </a:p>
                  </a:txBody>
                  <a:tcPr>
                    <a:solidFill>
                      <a:schemeClr val="bg1"/>
                    </a:solidFill>
                  </a:tcPr>
                </a:tc>
                <a:tc>
                  <a:txBody>
                    <a:bodyPr/>
                    <a:lstStyle/>
                    <a:p>
                      <a:pPr algn="r"/>
                      <a:r>
                        <a:rPr lang="en-US" b="0" dirty="0">
                          <a:solidFill>
                            <a:schemeClr val="tx1"/>
                          </a:solidFill>
                        </a:rPr>
                        <a:t>7%</a:t>
                      </a:r>
                    </a:p>
                  </a:txBody>
                  <a:tcPr>
                    <a:solidFill>
                      <a:schemeClr val="bg1"/>
                    </a:solidFill>
                  </a:tcPr>
                </a:tc>
                <a:extLst>
                  <a:ext uri="{0D108BD9-81ED-4DB2-BD59-A6C34878D82A}">
                    <a16:rowId xmlns:a16="http://schemas.microsoft.com/office/drawing/2014/main" val="2639358741"/>
                  </a:ext>
                </a:extLst>
              </a:tr>
            </a:tbl>
          </a:graphicData>
        </a:graphic>
      </p:graphicFrame>
      <p:sp>
        <p:nvSpPr>
          <p:cNvPr id="4" name="Content Placeholder 3">
            <a:extLst>
              <a:ext uri="{FF2B5EF4-FFF2-40B4-BE49-F238E27FC236}">
                <a16:creationId xmlns:a16="http://schemas.microsoft.com/office/drawing/2014/main" id="{D2FDB28C-858C-4259-973D-C251E9480896}"/>
              </a:ext>
            </a:extLst>
          </p:cNvPr>
          <p:cNvSpPr>
            <a:spLocks noGrp="1"/>
          </p:cNvSpPr>
          <p:nvPr>
            <p:ph sz="quarter" idx="14"/>
          </p:nvPr>
        </p:nvSpPr>
        <p:spPr>
          <a:xfrm>
            <a:off x="342900" y="3864430"/>
            <a:ext cx="1355271" cy="373743"/>
          </a:xfrm>
        </p:spPr>
        <p:txBody>
          <a:bodyPr/>
          <a:lstStyle/>
          <a:p>
            <a:r>
              <a:rPr lang="en-US" sz="2000" b="1" i="1" dirty="0"/>
              <a:t>Solution:</a:t>
            </a:r>
          </a:p>
        </p:txBody>
      </p:sp>
      <p:graphicFrame>
        <p:nvGraphicFramePr>
          <p:cNvPr id="10" name="Table 10">
            <a:extLst>
              <a:ext uri="{FF2B5EF4-FFF2-40B4-BE49-F238E27FC236}">
                <a16:creationId xmlns:a16="http://schemas.microsoft.com/office/drawing/2014/main" id="{ABE85F82-5289-4C54-BB7D-8751E9CACC18}"/>
              </a:ext>
            </a:extLst>
          </p:cNvPr>
          <p:cNvGraphicFramePr>
            <a:graphicFrameLocks noGrp="1"/>
          </p:cNvGraphicFramePr>
          <p:nvPr>
            <p:extLst>
              <p:ext uri="{D42A27DB-BD31-4B8C-83A1-F6EECF244321}">
                <p14:modId xmlns:p14="http://schemas.microsoft.com/office/powerpoint/2010/main" val="1515972147"/>
              </p:ext>
            </p:extLst>
          </p:nvPr>
        </p:nvGraphicFramePr>
        <p:xfrm>
          <a:off x="3164115" y="4473850"/>
          <a:ext cx="2627085" cy="1463040"/>
        </p:xfrm>
        <a:graphic>
          <a:graphicData uri="http://schemas.openxmlformats.org/drawingml/2006/table">
            <a:tbl>
              <a:tblPr firstRow="1" bandRow="1">
                <a:tableStyleId>{5C22544A-7EE6-4342-B048-85BDC9FD1C3A}</a:tableStyleId>
              </a:tblPr>
              <a:tblGrid>
                <a:gridCol w="1771406">
                  <a:extLst>
                    <a:ext uri="{9D8B030D-6E8A-4147-A177-3AD203B41FA5}">
                      <a16:colId xmlns:a16="http://schemas.microsoft.com/office/drawing/2014/main" val="13480563"/>
                    </a:ext>
                  </a:extLst>
                </a:gridCol>
                <a:gridCol w="855679">
                  <a:extLst>
                    <a:ext uri="{9D8B030D-6E8A-4147-A177-3AD203B41FA5}">
                      <a16:colId xmlns:a16="http://schemas.microsoft.com/office/drawing/2014/main" val="2656548363"/>
                    </a:ext>
                  </a:extLst>
                </a:gridCol>
              </a:tblGrid>
              <a:tr h="207057">
                <a:tc>
                  <a:txBody>
                    <a:bodyPr/>
                    <a:lstStyle/>
                    <a:p>
                      <a:r>
                        <a:rPr lang="en-US" b="0" dirty="0">
                          <a:solidFill>
                            <a:schemeClr val="tx1"/>
                          </a:solidFill>
                        </a:rPr>
                        <a:t>.42 × 360</a:t>
                      </a:r>
                      <a:r>
                        <a:rPr lang="en-US" b="0" baseline="30000" dirty="0">
                          <a:solidFill>
                            <a:schemeClr val="tx1"/>
                          </a:solidFill>
                        </a:rPr>
                        <a:t>°</a:t>
                      </a:r>
                      <a:r>
                        <a:rPr lang="en-US" b="0" dirty="0">
                          <a:solidFill>
                            <a:schemeClr val="tx1"/>
                          </a:solidFill>
                        </a:rPr>
                        <a:t> =</a:t>
                      </a:r>
                      <a:endParaRPr lang="en-US" b="0" baseline="30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b="1" dirty="0">
                          <a:solidFill>
                            <a:srgbClr val="A9131A"/>
                          </a:solidFill>
                        </a:rPr>
                        <a:t>151.2</a:t>
                      </a:r>
                      <a:r>
                        <a:rPr lang="en-US" b="0" baseline="30000" dirty="0">
                          <a:solidFill>
                            <a:srgbClr val="C00000"/>
                          </a:solidFill>
                        </a:rPr>
                        <a:t>°</a:t>
                      </a:r>
                      <a:endParaRPr lang="en-US" b="0" dirty="0">
                        <a:solidFill>
                          <a:srgbClr val="C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7928791"/>
                  </a:ext>
                </a:extLst>
              </a:tr>
              <a:tr h="207057">
                <a:tc>
                  <a:txBody>
                    <a:bodyPr/>
                    <a:lstStyle/>
                    <a:p>
                      <a:r>
                        <a:rPr lang="en-US" dirty="0">
                          <a:solidFill>
                            <a:schemeClr val="tx1"/>
                          </a:solidFill>
                        </a:rPr>
                        <a:t>.51 × 360</a:t>
                      </a:r>
                      <a:r>
                        <a:rPr lang="en-US" baseline="30000" dirty="0">
                          <a:solidFill>
                            <a:schemeClr val="tx1"/>
                          </a:solidFill>
                        </a:rPr>
                        <a:t>°</a:t>
                      </a:r>
                      <a:r>
                        <a:rPr lang="en-US" dirty="0">
                          <a:solidFill>
                            <a:schemeClr val="tx1"/>
                          </a:solidFill>
                        </a:rPr>
                        <a:t> =</a:t>
                      </a:r>
                      <a:endParaRPr lang="en-US" b="1" baseline="30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b="1" dirty="0">
                          <a:solidFill>
                            <a:srgbClr val="A9131A"/>
                          </a:solidFill>
                        </a:rPr>
                        <a:t>183.6</a:t>
                      </a:r>
                      <a:r>
                        <a:rPr lang="en-US" b="0" baseline="30000" dirty="0">
                          <a:solidFill>
                            <a:srgbClr val="C00000"/>
                          </a:solidFill>
                        </a:rPr>
                        <a:t>°</a:t>
                      </a:r>
                      <a:endParaRPr lang="en-US" b="0" dirty="0">
                        <a:solidFill>
                          <a:srgbClr val="C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9785486"/>
                  </a:ext>
                </a:extLst>
              </a:tr>
              <a:tr h="207057">
                <a:tc>
                  <a:txBody>
                    <a:bodyPr/>
                    <a:lstStyle/>
                    <a:p>
                      <a:r>
                        <a:rPr lang="en-US" dirty="0">
                          <a:solidFill>
                            <a:schemeClr val="tx1"/>
                          </a:solidFill>
                        </a:rPr>
                        <a:t>.07 × 360</a:t>
                      </a:r>
                      <a:r>
                        <a:rPr lang="en-US" baseline="30000" dirty="0">
                          <a:solidFill>
                            <a:schemeClr val="tx1"/>
                          </a:solidFill>
                        </a:rPr>
                        <a:t>°</a:t>
                      </a:r>
                      <a:r>
                        <a:rPr lang="en-US" dirty="0">
                          <a:solidFill>
                            <a:schemeClr val="tx1"/>
                          </a:solidFill>
                        </a:rPr>
                        <a:t> =</a:t>
                      </a:r>
                      <a:endParaRPr lang="en-US" b="1" baseline="30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b="1" dirty="0">
                          <a:solidFill>
                            <a:srgbClr val="A9131A"/>
                          </a:solidFill>
                        </a:rPr>
                        <a:t>25.2</a:t>
                      </a:r>
                      <a:r>
                        <a:rPr lang="en-US" b="0" baseline="30000" dirty="0">
                          <a:solidFill>
                            <a:srgbClr val="C00000"/>
                          </a:solidFill>
                        </a:rPr>
                        <a:t>°</a:t>
                      </a:r>
                      <a:endParaRPr lang="en-US" b="0" dirty="0">
                        <a:solidFill>
                          <a:srgbClr val="C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39358741"/>
                  </a:ext>
                </a:extLst>
              </a:tr>
              <a:tr h="3623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1" baseline="30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1" dirty="0"/>
                        <a:t>360</a:t>
                      </a:r>
                      <a:r>
                        <a:rPr lang="en-US" b="1" baseline="30000" dirty="0">
                          <a:solidFill>
                            <a:schemeClr val="tx1"/>
                          </a:solidFill>
                        </a:rPr>
                        <a:t>°</a:t>
                      </a:r>
                      <a:endParaRPr lang="en-US" b="1" baseline="30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7157264"/>
                  </a:ext>
                </a:extLst>
              </a:tr>
            </a:tbl>
          </a:graphicData>
        </a:graphic>
      </p:graphicFrame>
      <p:sp>
        <p:nvSpPr>
          <p:cNvPr id="7" name="Slide Number Placeholder 6">
            <a:extLst>
              <a:ext uri="{FF2B5EF4-FFF2-40B4-BE49-F238E27FC236}">
                <a16:creationId xmlns:a16="http://schemas.microsoft.com/office/drawing/2014/main" id="{C552C804-2EF3-407F-BF98-751B36B8C1D2}"/>
              </a:ext>
            </a:extLst>
          </p:cNvPr>
          <p:cNvSpPr>
            <a:spLocks noGrp="1"/>
          </p:cNvSpPr>
          <p:nvPr>
            <p:ph type="sldNum" sz="quarter" idx="10"/>
          </p:nvPr>
        </p:nvSpPr>
        <p:spPr/>
        <p:txBody>
          <a:bodyPr/>
          <a:lstStyle/>
          <a:p>
            <a:fld id="{68151E55-6873-49E2-B8D5-2F265E6F1973}" type="slidenum">
              <a:rPr lang="en-US" smtClean="0"/>
              <a:t>27</a:t>
            </a:fld>
            <a:endParaRPr lang="en-US"/>
          </a:p>
        </p:txBody>
      </p:sp>
    </p:spTree>
    <p:extLst>
      <p:ext uri="{BB962C8B-B14F-4D97-AF65-F5344CB8AC3E}">
        <p14:creationId xmlns:p14="http://schemas.microsoft.com/office/powerpoint/2010/main" val="7859282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1A28F-D495-4827-811A-CAF8AD2D1D78}"/>
              </a:ext>
            </a:extLst>
          </p:cNvPr>
          <p:cNvSpPr>
            <a:spLocks noGrp="1"/>
          </p:cNvSpPr>
          <p:nvPr>
            <p:ph type="title"/>
          </p:nvPr>
        </p:nvSpPr>
        <p:spPr/>
        <p:txBody>
          <a:bodyPr>
            <a:normAutofit/>
          </a:bodyPr>
          <a:lstStyle/>
          <a:p>
            <a:r>
              <a:rPr lang="en-US" sz="3600" dirty="0"/>
              <a:t>Textbook Problem 5-18</a:t>
            </a:r>
          </a:p>
        </p:txBody>
      </p:sp>
      <p:sp>
        <p:nvSpPr>
          <p:cNvPr id="3" name="Content Placeholder 2">
            <a:extLst>
              <a:ext uri="{FF2B5EF4-FFF2-40B4-BE49-F238E27FC236}">
                <a16:creationId xmlns:a16="http://schemas.microsoft.com/office/drawing/2014/main" id="{30E3CE3E-2421-42EA-A85D-E97413D5B5F6}"/>
              </a:ext>
            </a:extLst>
          </p:cNvPr>
          <p:cNvSpPr>
            <a:spLocks noGrp="1"/>
          </p:cNvSpPr>
          <p:nvPr>
            <p:ph sz="quarter" idx="11"/>
          </p:nvPr>
        </p:nvSpPr>
        <p:spPr>
          <a:xfrm>
            <a:off x="342900" y="1276709"/>
            <a:ext cx="8458200" cy="1626147"/>
          </a:xfrm>
        </p:spPr>
        <p:txBody>
          <a:bodyPr/>
          <a:lstStyle/>
          <a:p>
            <a:pPr>
              <a:tabLst>
                <a:tab pos="2286000" algn="r"/>
                <a:tab pos="3657600" algn="r"/>
                <a:tab pos="5207000" algn="r"/>
              </a:tabLst>
            </a:pPr>
            <a:r>
              <a:rPr lang="en-US" sz="2000" b="1" i="1" dirty="0"/>
              <a:t>Problem Statement:</a:t>
            </a:r>
          </a:p>
          <a:p>
            <a:pPr>
              <a:tabLst>
                <a:tab pos="2286000" algn="r"/>
                <a:tab pos="3657600" algn="r"/>
                <a:tab pos="5207000" algn="r"/>
              </a:tabLst>
            </a:pPr>
            <a:r>
              <a:rPr lang="en-US" sz="2000" dirty="0"/>
              <a:t>Calculate the variance and standard deviation for the following sample set of data.</a:t>
            </a:r>
          </a:p>
          <a:p>
            <a:pPr>
              <a:tabLst>
                <a:tab pos="2286000" algn="r"/>
                <a:tab pos="3657600" algn="r"/>
                <a:tab pos="5207000" algn="r"/>
              </a:tabLst>
            </a:pPr>
            <a:r>
              <a:rPr lang="en-US" sz="2000" dirty="0"/>
              <a:t>Round the final answer to the nearest tenth. </a:t>
            </a:r>
            <a:r>
              <a:rPr lang="en-US" sz="2000" i="1" dirty="0"/>
              <a:t>L</a:t>
            </a:r>
            <a:r>
              <a:rPr lang="en-US" sz="100" i="1" dirty="0"/>
              <a:t> </a:t>
            </a:r>
            <a:r>
              <a:rPr lang="en-US" sz="2000" i="1" dirty="0"/>
              <a:t>U 5 − 3(2)</a:t>
            </a:r>
          </a:p>
        </p:txBody>
      </p:sp>
      <p:sp>
        <p:nvSpPr>
          <p:cNvPr id="4" name="Content Placeholder 3">
            <a:extLst>
              <a:ext uri="{FF2B5EF4-FFF2-40B4-BE49-F238E27FC236}">
                <a16:creationId xmlns:a16="http://schemas.microsoft.com/office/drawing/2014/main" id="{1C7686C3-82DD-4902-AE5A-914957CF0BF9}"/>
              </a:ext>
            </a:extLst>
          </p:cNvPr>
          <p:cNvSpPr>
            <a:spLocks noGrp="1"/>
          </p:cNvSpPr>
          <p:nvPr>
            <p:ph sz="quarter" idx="14"/>
          </p:nvPr>
        </p:nvSpPr>
        <p:spPr>
          <a:xfrm>
            <a:off x="342900" y="3006332"/>
            <a:ext cx="8458200" cy="403063"/>
          </a:xfrm>
        </p:spPr>
        <p:txBody>
          <a:bodyPr/>
          <a:lstStyle/>
          <a:p>
            <a:r>
              <a:rPr lang="en-US" sz="2000" dirty="0"/>
              <a:t>83.6, 92.3, 56.5, 43.8, 77.1, 66.7</a:t>
            </a:r>
          </a:p>
        </p:txBody>
      </p:sp>
      <p:sp>
        <p:nvSpPr>
          <p:cNvPr id="5" name="Content Placeholder 4">
            <a:extLst>
              <a:ext uri="{FF2B5EF4-FFF2-40B4-BE49-F238E27FC236}">
                <a16:creationId xmlns:a16="http://schemas.microsoft.com/office/drawing/2014/main" id="{37468B8B-A8C8-4472-8257-AEA88BE63D25}"/>
              </a:ext>
            </a:extLst>
          </p:cNvPr>
          <p:cNvSpPr>
            <a:spLocks noGrp="1"/>
          </p:cNvSpPr>
          <p:nvPr>
            <p:ph sz="quarter" idx="15"/>
          </p:nvPr>
        </p:nvSpPr>
        <p:spPr>
          <a:xfrm>
            <a:off x="342900" y="3580066"/>
            <a:ext cx="1485900" cy="417942"/>
          </a:xfrm>
        </p:spPr>
        <p:txBody>
          <a:bodyPr/>
          <a:lstStyle/>
          <a:p>
            <a:r>
              <a:rPr lang="en-US" sz="2000" b="1" i="1" dirty="0"/>
              <a:t>Solution:</a:t>
            </a:r>
          </a:p>
        </p:txBody>
      </p:sp>
      <p:graphicFrame>
        <p:nvGraphicFramePr>
          <p:cNvPr id="14" name="Table 23">
            <a:extLst>
              <a:ext uri="{FF2B5EF4-FFF2-40B4-BE49-F238E27FC236}">
                <a16:creationId xmlns:a16="http://schemas.microsoft.com/office/drawing/2014/main" id="{098474E4-9502-45E3-9502-C957F4E38872}"/>
              </a:ext>
            </a:extLst>
          </p:cNvPr>
          <p:cNvGraphicFramePr>
            <a:graphicFrameLocks noGrp="1"/>
          </p:cNvGraphicFramePr>
          <p:nvPr>
            <p:extLst>
              <p:ext uri="{D42A27DB-BD31-4B8C-83A1-F6EECF244321}">
                <p14:modId xmlns:p14="http://schemas.microsoft.com/office/powerpoint/2010/main" val="2593745141"/>
              </p:ext>
            </p:extLst>
          </p:nvPr>
        </p:nvGraphicFramePr>
        <p:xfrm>
          <a:off x="427527" y="4156664"/>
          <a:ext cx="3897730" cy="2383487"/>
        </p:xfrm>
        <a:graphic>
          <a:graphicData uri="http://schemas.openxmlformats.org/drawingml/2006/table">
            <a:tbl>
              <a:tblPr firstRow="1" bandRow="1">
                <a:tableStyleId>{5C22544A-7EE6-4342-B048-85BDC9FD1C3A}</a:tableStyleId>
              </a:tblPr>
              <a:tblGrid>
                <a:gridCol w="639273">
                  <a:extLst>
                    <a:ext uri="{9D8B030D-6E8A-4147-A177-3AD203B41FA5}">
                      <a16:colId xmlns:a16="http://schemas.microsoft.com/office/drawing/2014/main" val="1871970067"/>
                    </a:ext>
                  </a:extLst>
                </a:gridCol>
                <a:gridCol w="1778000">
                  <a:extLst>
                    <a:ext uri="{9D8B030D-6E8A-4147-A177-3AD203B41FA5}">
                      <a16:colId xmlns:a16="http://schemas.microsoft.com/office/drawing/2014/main" val="2928791766"/>
                    </a:ext>
                  </a:extLst>
                </a:gridCol>
                <a:gridCol w="1480457">
                  <a:extLst>
                    <a:ext uri="{9D8B030D-6E8A-4147-A177-3AD203B41FA5}">
                      <a16:colId xmlns:a16="http://schemas.microsoft.com/office/drawing/2014/main" val="1070852298"/>
                    </a:ext>
                  </a:extLst>
                </a:gridCol>
              </a:tblGrid>
              <a:tr h="48092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b="1" i="0" u="none" strike="noStrike" baseline="0" dirty="0">
                        <a:solidFill>
                          <a:schemeClr val="tx1"/>
                        </a:solidFill>
                      </a:endParaRPr>
                    </a:p>
                  </a:txBody>
                  <a:tcPr marL="55050" marR="55050" marT="29217" marB="29217"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58346262"/>
                  </a:ext>
                </a:extLst>
              </a:tr>
              <a:tr h="269681">
                <a:tc>
                  <a:txBody>
                    <a:bodyPr/>
                    <a:lstStyle/>
                    <a:p>
                      <a:pPr algn="ctr"/>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4625" indent="0" algn="l"/>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573088" indent="0" algn="l"/>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55059128"/>
                  </a:ext>
                </a:extLst>
              </a:tr>
              <a:tr h="269681">
                <a:tc>
                  <a:txBody>
                    <a:bodyPr/>
                    <a:lstStyle/>
                    <a:p>
                      <a:pPr algn="ctr"/>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4625" indent="0" algn="l"/>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573088" indent="0" algn="l"/>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30692409"/>
                  </a:ext>
                </a:extLst>
              </a:tr>
              <a:tr h="269681">
                <a:tc>
                  <a:txBody>
                    <a:bodyPr/>
                    <a:lstStyle/>
                    <a:p>
                      <a:pPr algn="ctr"/>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4625" indent="0" algn="l"/>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573088" indent="0" algn="l"/>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5956831"/>
                  </a:ext>
                </a:extLst>
              </a:tr>
              <a:tr h="259912">
                <a:tc>
                  <a:txBody>
                    <a:bodyPr/>
                    <a:lstStyle/>
                    <a:p>
                      <a:pPr algn="ctr"/>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4625" indent="0" algn="l"/>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573088" indent="0" algn="l"/>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85075559"/>
                  </a:ext>
                </a:extLst>
              </a:tr>
              <a:tr h="269681">
                <a:tc>
                  <a:txBody>
                    <a:bodyPr/>
                    <a:lstStyle/>
                    <a:p>
                      <a:pPr algn="ctr"/>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4625" indent="0" algn="l"/>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682625" indent="0" algn="l"/>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4528462"/>
                  </a:ext>
                </a:extLst>
              </a:tr>
              <a:tr h="26968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4625"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682625" indent="0" algn="l"/>
                      <a:endParaRPr lang="en-US" sz="1400" u="sng"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07339130"/>
                  </a:ext>
                </a:extLst>
              </a:tr>
              <a:tr h="26968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40640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marL="55050" marR="55050" marT="29217" marB="292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23008513"/>
                  </a:ext>
                </a:extLst>
              </a:tr>
            </a:tbl>
          </a:graphicData>
        </a:graphic>
      </p:graphicFrame>
      <p:graphicFrame>
        <p:nvGraphicFramePr>
          <p:cNvPr id="16" name="Object 15">
            <a:extLst>
              <a:ext uri="{FF2B5EF4-FFF2-40B4-BE49-F238E27FC236}">
                <a16:creationId xmlns:a16="http://schemas.microsoft.com/office/drawing/2014/main" id="{D8A32796-719A-47EF-95F6-8CC3983D3684}"/>
              </a:ext>
            </a:extLst>
          </p:cNvPr>
          <p:cNvGraphicFramePr>
            <a:graphicFrameLocks noChangeAspect="1"/>
          </p:cNvGraphicFramePr>
          <p:nvPr>
            <p:extLst>
              <p:ext uri="{D42A27DB-BD31-4B8C-83A1-F6EECF244321}">
                <p14:modId xmlns:p14="http://schemas.microsoft.com/office/powerpoint/2010/main" val="2202853203"/>
              </p:ext>
            </p:extLst>
          </p:nvPr>
        </p:nvGraphicFramePr>
        <p:xfrm>
          <a:off x="513970" y="4349296"/>
          <a:ext cx="457961" cy="197758"/>
        </p:xfrm>
        <a:graphic>
          <a:graphicData uri="http://schemas.openxmlformats.org/presentationml/2006/ole">
            <mc:AlternateContent xmlns:mc="http://schemas.openxmlformats.org/markup-compatibility/2006">
              <mc:Choice xmlns:v="urn:schemas-microsoft-com:vml" Requires="v">
                <p:oleObj spid="_x0000_s14572" name="Equation" r:id="rId3" imgW="558720" imgH="241200" progId="Equation.DSMT4">
                  <p:embed/>
                </p:oleObj>
              </mc:Choice>
              <mc:Fallback>
                <p:oleObj name="Equation" r:id="rId3" imgW="558720" imgH="241200" progId="Equation.DSMT4">
                  <p:embed/>
                  <p:pic>
                    <p:nvPicPr>
                      <p:cNvPr id="8" name="Object 7">
                        <a:extLst>
                          <a:ext uri="{FF2B5EF4-FFF2-40B4-BE49-F238E27FC236}">
                            <a16:creationId xmlns:a16="http://schemas.microsoft.com/office/drawing/2014/main" id="{27B9E5F2-24AD-4477-8A71-228BF8AD4E4A}"/>
                          </a:ext>
                        </a:extLst>
                      </p:cNvPr>
                      <p:cNvPicPr/>
                      <p:nvPr/>
                    </p:nvPicPr>
                    <p:blipFill>
                      <a:blip r:embed="rId4"/>
                      <a:stretch>
                        <a:fillRect/>
                      </a:stretch>
                    </p:blipFill>
                    <p:spPr>
                      <a:xfrm>
                        <a:off x="513970" y="4349296"/>
                        <a:ext cx="457961" cy="197758"/>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F0A7E33C-D9C0-406C-BDD6-6064EECA5450}"/>
              </a:ext>
            </a:extLst>
          </p:cNvPr>
          <p:cNvGraphicFramePr>
            <a:graphicFrameLocks noChangeAspect="1"/>
          </p:cNvGraphicFramePr>
          <p:nvPr>
            <p:extLst>
              <p:ext uri="{D42A27DB-BD31-4B8C-83A1-F6EECF244321}">
                <p14:modId xmlns:p14="http://schemas.microsoft.com/office/powerpoint/2010/main" val="346880327"/>
              </p:ext>
            </p:extLst>
          </p:nvPr>
        </p:nvGraphicFramePr>
        <p:xfrm>
          <a:off x="1463675" y="4194175"/>
          <a:ext cx="922338" cy="374650"/>
        </p:xfrm>
        <a:graphic>
          <a:graphicData uri="http://schemas.openxmlformats.org/presentationml/2006/ole">
            <mc:AlternateContent xmlns:mc="http://schemas.openxmlformats.org/markup-compatibility/2006">
              <mc:Choice xmlns:v="urn:schemas-microsoft-com:vml" Requires="v">
                <p:oleObj spid="_x0000_s14573" name="Equation" r:id="rId5" imgW="1562040" imgH="634680" progId="Equation.DSMT4">
                  <p:embed/>
                </p:oleObj>
              </mc:Choice>
              <mc:Fallback>
                <p:oleObj name="Equation" r:id="rId5" imgW="1562040" imgH="634680" progId="Equation.DSMT4">
                  <p:embed/>
                  <p:pic>
                    <p:nvPicPr>
                      <p:cNvPr id="0" name=""/>
                      <p:cNvPicPr/>
                      <p:nvPr/>
                    </p:nvPicPr>
                    <p:blipFill>
                      <a:blip r:embed="rId6"/>
                      <a:stretch>
                        <a:fillRect/>
                      </a:stretch>
                    </p:blipFill>
                    <p:spPr>
                      <a:xfrm>
                        <a:off x="1463675" y="4194175"/>
                        <a:ext cx="922338" cy="374650"/>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0D4E1F29-11AE-474A-8872-20F95294DF3E}"/>
              </a:ext>
            </a:extLst>
          </p:cNvPr>
          <p:cNvGraphicFramePr>
            <a:graphicFrameLocks noChangeAspect="1"/>
          </p:cNvGraphicFramePr>
          <p:nvPr>
            <p:extLst>
              <p:ext uri="{D42A27DB-BD31-4B8C-83A1-F6EECF244321}">
                <p14:modId xmlns:p14="http://schemas.microsoft.com/office/powerpoint/2010/main" val="2284567445"/>
              </p:ext>
            </p:extLst>
          </p:nvPr>
        </p:nvGraphicFramePr>
        <p:xfrm>
          <a:off x="3234499" y="4176587"/>
          <a:ext cx="523940" cy="219326"/>
        </p:xfrm>
        <a:graphic>
          <a:graphicData uri="http://schemas.openxmlformats.org/presentationml/2006/ole">
            <mc:AlternateContent xmlns:mc="http://schemas.openxmlformats.org/markup-compatibility/2006">
              <mc:Choice xmlns:v="urn:schemas-microsoft-com:vml" Requires="v">
                <p:oleObj spid="_x0000_s14574" name="Equation" r:id="rId7" imgW="698400" imgH="291960" progId="Equation.DSMT4">
                  <p:embed/>
                </p:oleObj>
              </mc:Choice>
              <mc:Fallback>
                <p:oleObj name="Equation" r:id="rId7" imgW="698400" imgH="291960" progId="Equation.DSMT4">
                  <p:embed/>
                  <p:pic>
                    <p:nvPicPr>
                      <p:cNvPr id="0" name=""/>
                      <p:cNvPicPr/>
                      <p:nvPr/>
                    </p:nvPicPr>
                    <p:blipFill>
                      <a:blip r:embed="rId8"/>
                      <a:stretch>
                        <a:fillRect/>
                      </a:stretch>
                    </p:blipFill>
                    <p:spPr>
                      <a:xfrm>
                        <a:off x="3234499" y="4176587"/>
                        <a:ext cx="523940" cy="219326"/>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972A4A1B-DB93-4D23-9338-040B08ADA190}"/>
              </a:ext>
            </a:extLst>
          </p:cNvPr>
          <p:cNvGraphicFramePr>
            <a:graphicFrameLocks noChangeAspect="1"/>
          </p:cNvGraphicFramePr>
          <p:nvPr>
            <p:extLst>
              <p:ext uri="{D42A27DB-BD31-4B8C-83A1-F6EECF244321}">
                <p14:modId xmlns:p14="http://schemas.microsoft.com/office/powerpoint/2010/main" val="2244736724"/>
              </p:ext>
            </p:extLst>
          </p:nvPr>
        </p:nvGraphicFramePr>
        <p:xfrm>
          <a:off x="3021013" y="4337050"/>
          <a:ext cx="1089025" cy="268288"/>
        </p:xfrm>
        <a:graphic>
          <a:graphicData uri="http://schemas.openxmlformats.org/presentationml/2006/ole">
            <mc:AlternateContent xmlns:mc="http://schemas.openxmlformats.org/markup-compatibility/2006">
              <mc:Choice xmlns:v="urn:schemas-microsoft-com:vml" Requires="v">
                <p:oleObj spid="_x0000_s14575" name="Equation" r:id="rId9" imgW="1752480" imgH="431640" progId="Equation.DSMT4">
                  <p:embed/>
                </p:oleObj>
              </mc:Choice>
              <mc:Fallback>
                <p:oleObj name="Equation" r:id="rId9" imgW="1752480" imgH="431640" progId="Equation.DSMT4">
                  <p:embed/>
                  <p:pic>
                    <p:nvPicPr>
                      <p:cNvPr id="15" name="Object 14">
                        <a:extLst>
                          <a:ext uri="{FF2B5EF4-FFF2-40B4-BE49-F238E27FC236}">
                            <a16:creationId xmlns:a16="http://schemas.microsoft.com/office/drawing/2014/main" id="{972A4A1B-DB93-4D23-9338-040B08ADA190}"/>
                          </a:ext>
                        </a:extLst>
                      </p:cNvPr>
                      <p:cNvPicPr/>
                      <p:nvPr/>
                    </p:nvPicPr>
                    <p:blipFill>
                      <a:blip r:embed="rId10"/>
                      <a:stretch>
                        <a:fillRect/>
                      </a:stretch>
                    </p:blipFill>
                    <p:spPr>
                      <a:xfrm>
                        <a:off x="3021013" y="4337050"/>
                        <a:ext cx="1089025" cy="268288"/>
                      </a:xfrm>
                      <a:prstGeom prst="rect">
                        <a:avLst/>
                      </a:prstGeom>
                      <a:solidFill>
                        <a:schemeClr val="bg1"/>
                      </a:solidFill>
                    </p:spPr>
                  </p:pic>
                </p:oleObj>
              </mc:Fallback>
            </mc:AlternateContent>
          </a:graphicData>
        </a:graphic>
      </p:graphicFrame>
      <p:graphicFrame>
        <p:nvGraphicFramePr>
          <p:cNvPr id="8" name="Object 7">
            <a:extLst>
              <a:ext uri="{FF2B5EF4-FFF2-40B4-BE49-F238E27FC236}">
                <a16:creationId xmlns:a16="http://schemas.microsoft.com/office/drawing/2014/main" id="{97C6245C-753C-4552-BAE3-51AF08B44124}"/>
              </a:ext>
            </a:extLst>
          </p:cNvPr>
          <p:cNvGraphicFramePr>
            <a:graphicFrameLocks noChangeAspect="1"/>
          </p:cNvGraphicFramePr>
          <p:nvPr>
            <p:extLst>
              <p:ext uri="{D42A27DB-BD31-4B8C-83A1-F6EECF244321}">
                <p14:modId xmlns:p14="http://schemas.microsoft.com/office/powerpoint/2010/main" val="3369511006"/>
              </p:ext>
            </p:extLst>
          </p:nvPr>
        </p:nvGraphicFramePr>
        <p:xfrm>
          <a:off x="547738" y="4660625"/>
          <a:ext cx="396774" cy="203750"/>
        </p:xfrm>
        <a:graphic>
          <a:graphicData uri="http://schemas.openxmlformats.org/presentationml/2006/ole">
            <mc:AlternateContent xmlns:mc="http://schemas.openxmlformats.org/markup-compatibility/2006">
              <mc:Choice xmlns:v="urn:schemas-microsoft-com:vml" Requires="v">
                <p:oleObj spid="_x0000_s14576" name="Equation" r:id="rId11" imgW="469800" imgH="241200" progId="Equation.DSMT4">
                  <p:embed/>
                </p:oleObj>
              </mc:Choice>
              <mc:Fallback>
                <p:oleObj name="Equation" r:id="rId11" imgW="469800" imgH="241200" progId="Equation.DSMT4">
                  <p:embed/>
                  <p:pic>
                    <p:nvPicPr>
                      <p:cNvPr id="0" name=""/>
                      <p:cNvPicPr/>
                      <p:nvPr/>
                    </p:nvPicPr>
                    <p:blipFill>
                      <a:blip r:embed="rId12"/>
                      <a:stretch>
                        <a:fillRect/>
                      </a:stretch>
                    </p:blipFill>
                    <p:spPr>
                      <a:xfrm>
                        <a:off x="547738" y="4660625"/>
                        <a:ext cx="396774" cy="203750"/>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A1136881-6B31-4B09-9DA4-D25D643E2919}"/>
              </a:ext>
            </a:extLst>
          </p:cNvPr>
          <p:cNvGraphicFramePr>
            <a:graphicFrameLocks noChangeAspect="1"/>
          </p:cNvGraphicFramePr>
          <p:nvPr>
            <p:extLst>
              <p:ext uri="{D42A27DB-BD31-4B8C-83A1-F6EECF244321}">
                <p14:modId xmlns:p14="http://schemas.microsoft.com/office/powerpoint/2010/main" val="684223321"/>
              </p:ext>
            </p:extLst>
          </p:nvPr>
        </p:nvGraphicFramePr>
        <p:xfrm>
          <a:off x="1260726" y="4677331"/>
          <a:ext cx="1380625" cy="170339"/>
        </p:xfrm>
        <a:graphic>
          <a:graphicData uri="http://schemas.openxmlformats.org/presentationml/2006/ole">
            <mc:AlternateContent xmlns:mc="http://schemas.openxmlformats.org/markup-compatibility/2006">
              <mc:Choice xmlns:v="urn:schemas-microsoft-com:vml" Requires="v">
                <p:oleObj spid="_x0000_s14577" name="Equation" r:id="rId13" imgW="1955520" imgH="241200" progId="Equation.DSMT4">
                  <p:embed/>
                </p:oleObj>
              </mc:Choice>
              <mc:Fallback>
                <p:oleObj name="Equation" r:id="rId13" imgW="1955520" imgH="241200" progId="Equation.DSMT4">
                  <p:embed/>
                  <p:pic>
                    <p:nvPicPr>
                      <p:cNvPr id="0" name=""/>
                      <p:cNvPicPr/>
                      <p:nvPr/>
                    </p:nvPicPr>
                    <p:blipFill>
                      <a:blip r:embed="rId14"/>
                      <a:stretch>
                        <a:fillRect/>
                      </a:stretch>
                    </p:blipFill>
                    <p:spPr>
                      <a:xfrm>
                        <a:off x="1260726" y="4677331"/>
                        <a:ext cx="1380625" cy="170339"/>
                      </a:xfrm>
                      <a:prstGeom prst="rect">
                        <a:avLst/>
                      </a:prstGeom>
                    </p:spPr>
                  </p:pic>
                </p:oleObj>
              </mc:Fallback>
            </mc:AlternateContent>
          </a:graphicData>
        </a:graphic>
      </p:graphicFrame>
      <p:graphicFrame>
        <p:nvGraphicFramePr>
          <p:cNvPr id="35" name="Object 34">
            <a:extLst>
              <a:ext uri="{FF2B5EF4-FFF2-40B4-BE49-F238E27FC236}">
                <a16:creationId xmlns:a16="http://schemas.microsoft.com/office/drawing/2014/main" id="{877ADD48-65E6-4EC1-8649-06920551935C}"/>
              </a:ext>
            </a:extLst>
          </p:cNvPr>
          <p:cNvGraphicFramePr>
            <a:graphicFrameLocks noChangeAspect="1"/>
          </p:cNvGraphicFramePr>
          <p:nvPr>
            <p:extLst>
              <p:ext uri="{D42A27DB-BD31-4B8C-83A1-F6EECF244321}">
                <p14:modId xmlns:p14="http://schemas.microsoft.com/office/powerpoint/2010/main" val="1035854378"/>
              </p:ext>
            </p:extLst>
          </p:nvPr>
        </p:nvGraphicFramePr>
        <p:xfrm>
          <a:off x="3502770" y="4690237"/>
          <a:ext cx="538260" cy="182626"/>
        </p:xfrm>
        <a:graphic>
          <a:graphicData uri="http://schemas.openxmlformats.org/presentationml/2006/ole">
            <mc:AlternateContent xmlns:mc="http://schemas.openxmlformats.org/markup-compatibility/2006">
              <mc:Choice xmlns:v="urn:schemas-microsoft-com:vml" Requires="v">
                <p:oleObj spid="_x0000_s14578" name="Equation" r:id="rId15" imgW="711000" imgH="241200" progId="Equation.DSMT4">
                  <p:embed/>
                </p:oleObj>
              </mc:Choice>
              <mc:Fallback>
                <p:oleObj name="Equation" r:id="rId15" imgW="711000" imgH="241200" progId="Equation.DSMT4">
                  <p:embed/>
                  <p:pic>
                    <p:nvPicPr>
                      <p:cNvPr id="0" name=""/>
                      <p:cNvPicPr/>
                      <p:nvPr/>
                    </p:nvPicPr>
                    <p:blipFill>
                      <a:blip r:embed="rId16"/>
                      <a:stretch>
                        <a:fillRect/>
                      </a:stretch>
                    </p:blipFill>
                    <p:spPr>
                      <a:xfrm>
                        <a:off x="3502770" y="4690237"/>
                        <a:ext cx="538260" cy="182626"/>
                      </a:xfrm>
                      <a:prstGeom prst="rect">
                        <a:avLst/>
                      </a:prstGeom>
                    </p:spPr>
                  </p:pic>
                </p:oleObj>
              </mc:Fallback>
            </mc:AlternateContent>
          </a:graphicData>
        </a:graphic>
      </p:graphicFrame>
      <p:graphicFrame>
        <p:nvGraphicFramePr>
          <p:cNvPr id="17" name="Object 16">
            <a:extLst>
              <a:ext uri="{FF2B5EF4-FFF2-40B4-BE49-F238E27FC236}">
                <a16:creationId xmlns:a16="http://schemas.microsoft.com/office/drawing/2014/main" id="{34D66C64-6AFD-478E-AF06-A4C72C374AFF}"/>
              </a:ext>
            </a:extLst>
          </p:cNvPr>
          <p:cNvGraphicFramePr>
            <a:graphicFrameLocks noChangeAspect="1"/>
          </p:cNvGraphicFramePr>
          <p:nvPr>
            <p:extLst>
              <p:ext uri="{D42A27DB-BD31-4B8C-83A1-F6EECF244321}">
                <p14:modId xmlns:p14="http://schemas.microsoft.com/office/powerpoint/2010/main" val="3438749874"/>
              </p:ext>
            </p:extLst>
          </p:nvPr>
        </p:nvGraphicFramePr>
        <p:xfrm>
          <a:off x="544494" y="4947412"/>
          <a:ext cx="355638" cy="182626"/>
        </p:xfrm>
        <a:graphic>
          <a:graphicData uri="http://schemas.openxmlformats.org/presentationml/2006/ole">
            <mc:AlternateContent xmlns:mc="http://schemas.openxmlformats.org/markup-compatibility/2006">
              <mc:Choice xmlns:v="urn:schemas-microsoft-com:vml" Requires="v">
                <p:oleObj spid="_x0000_s14579" name="Equation" r:id="rId17" imgW="469800" imgH="241200" progId="Equation.DSMT4">
                  <p:embed/>
                </p:oleObj>
              </mc:Choice>
              <mc:Fallback>
                <p:oleObj name="Equation" r:id="rId17" imgW="469800" imgH="241200" progId="Equation.DSMT4">
                  <p:embed/>
                  <p:pic>
                    <p:nvPicPr>
                      <p:cNvPr id="0" name=""/>
                      <p:cNvPicPr/>
                      <p:nvPr/>
                    </p:nvPicPr>
                    <p:blipFill>
                      <a:blip r:embed="rId18"/>
                      <a:stretch>
                        <a:fillRect/>
                      </a:stretch>
                    </p:blipFill>
                    <p:spPr>
                      <a:xfrm>
                        <a:off x="544494" y="4947412"/>
                        <a:ext cx="355638" cy="182626"/>
                      </a:xfrm>
                      <a:prstGeom prst="rect">
                        <a:avLst/>
                      </a:prstGeom>
                    </p:spPr>
                  </p:pic>
                </p:oleObj>
              </mc:Fallback>
            </mc:AlternateContent>
          </a:graphicData>
        </a:graphic>
      </p:graphicFrame>
      <p:graphicFrame>
        <p:nvGraphicFramePr>
          <p:cNvPr id="25" name="Object 24">
            <a:extLst>
              <a:ext uri="{FF2B5EF4-FFF2-40B4-BE49-F238E27FC236}">
                <a16:creationId xmlns:a16="http://schemas.microsoft.com/office/drawing/2014/main" id="{34415043-E07A-4D82-AAE0-A5EA98E4DD12}"/>
              </a:ext>
            </a:extLst>
          </p:cNvPr>
          <p:cNvGraphicFramePr>
            <a:graphicFrameLocks noChangeAspect="1"/>
          </p:cNvGraphicFramePr>
          <p:nvPr>
            <p:extLst>
              <p:ext uri="{D42A27DB-BD31-4B8C-83A1-F6EECF244321}">
                <p14:modId xmlns:p14="http://schemas.microsoft.com/office/powerpoint/2010/main" val="3116111481"/>
              </p:ext>
            </p:extLst>
          </p:nvPr>
        </p:nvGraphicFramePr>
        <p:xfrm>
          <a:off x="1222388" y="4939686"/>
          <a:ext cx="1460474" cy="179028"/>
        </p:xfrm>
        <a:graphic>
          <a:graphicData uri="http://schemas.openxmlformats.org/presentationml/2006/ole">
            <mc:AlternateContent xmlns:mc="http://schemas.openxmlformats.org/markup-compatibility/2006">
              <mc:Choice xmlns:v="urn:schemas-microsoft-com:vml" Requires="v">
                <p:oleObj spid="_x0000_s14580" name="Equation" r:id="rId19" imgW="1968480" imgH="241200" progId="Equation.DSMT4">
                  <p:embed/>
                </p:oleObj>
              </mc:Choice>
              <mc:Fallback>
                <p:oleObj name="Equation" r:id="rId19" imgW="1968480" imgH="241200" progId="Equation.DSMT4">
                  <p:embed/>
                  <p:pic>
                    <p:nvPicPr>
                      <p:cNvPr id="0" name=""/>
                      <p:cNvPicPr/>
                      <p:nvPr/>
                    </p:nvPicPr>
                    <p:blipFill>
                      <a:blip r:embed="rId20"/>
                      <a:stretch>
                        <a:fillRect/>
                      </a:stretch>
                    </p:blipFill>
                    <p:spPr>
                      <a:xfrm>
                        <a:off x="1222388" y="4939686"/>
                        <a:ext cx="1460474" cy="179028"/>
                      </a:xfrm>
                      <a:prstGeom prst="rect">
                        <a:avLst/>
                      </a:prstGeom>
                    </p:spPr>
                  </p:pic>
                </p:oleObj>
              </mc:Fallback>
            </mc:AlternateContent>
          </a:graphicData>
        </a:graphic>
      </p:graphicFrame>
      <p:graphicFrame>
        <p:nvGraphicFramePr>
          <p:cNvPr id="34" name="Object 33">
            <a:extLst>
              <a:ext uri="{FF2B5EF4-FFF2-40B4-BE49-F238E27FC236}">
                <a16:creationId xmlns:a16="http://schemas.microsoft.com/office/drawing/2014/main" id="{D3294E50-4DE3-4E5C-86A7-57E3796190D6}"/>
              </a:ext>
            </a:extLst>
          </p:cNvPr>
          <p:cNvGraphicFramePr>
            <a:graphicFrameLocks noChangeAspect="1"/>
          </p:cNvGraphicFramePr>
          <p:nvPr>
            <p:extLst>
              <p:ext uri="{D42A27DB-BD31-4B8C-83A1-F6EECF244321}">
                <p14:modId xmlns:p14="http://schemas.microsoft.com/office/powerpoint/2010/main" val="3922290143"/>
              </p:ext>
            </p:extLst>
          </p:nvPr>
        </p:nvGraphicFramePr>
        <p:xfrm>
          <a:off x="3494236" y="4935120"/>
          <a:ext cx="574379" cy="188160"/>
        </p:xfrm>
        <a:graphic>
          <a:graphicData uri="http://schemas.openxmlformats.org/presentationml/2006/ole">
            <mc:AlternateContent xmlns:mc="http://schemas.openxmlformats.org/markup-compatibility/2006">
              <mc:Choice xmlns:v="urn:schemas-microsoft-com:vml" Requires="v">
                <p:oleObj spid="_x0000_s14581" name="Equation" r:id="rId21" imgW="736560" imgH="241200" progId="Equation.DSMT4">
                  <p:embed/>
                </p:oleObj>
              </mc:Choice>
              <mc:Fallback>
                <p:oleObj name="Equation" r:id="rId21" imgW="736560" imgH="241200" progId="Equation.DSMT4">
                  <p:embed/>
                  <p:pic>
                    <p:nvPicPr>
                      <p:cNvPr id="0" name=""/>
                      <p:cNvPicPr/>
                      <p:nvPr/>
                    </p:nvPicPr>
                    <p:blipFill>
                      <a:blip r:embed="rId22"/>
                      <a:stretch>
                        <a:fillRect/>
                      </a:stretch>
                    </p:blipFill>
                    <p:spPr>
                      <a:xfrm>
                        <a:off x="3494236" y="4935120"/>
                        <a:ext cx="574379" cy="188160"/>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E9E3B086-5107-46F9-8D52-D9210EA7A0D8}"/>
              </a:ext>
            </a:extLst>
          </p:cNvPr>
          <p:cNvGraphicFramePr>
            <a:graphicFrameLocks noChangeAspect="1"/>
          </p:cNvGraphicFramePr>
          <p:nvPr>
            <p:extLst>
              <p:ext uri="{D42A27DB-BD31-4B8C-83A1-F6EECF244321}">
                <p14:modId xmlns:p14="http://schemas.microsoft.com/office/powerpoint/2010/main" val="56587067"/>
              </p:ext>
            </p:extLst>
          </p:nvPr>
        </p:nvGraphicFramePr>
        <p:xfrm>
          <a:off x="540693" y="5219283"/>
          <a:ext cx="366414" cy="188160"/>
        </p:xfrm>
        <a:graphic>
          <a:graphicData uri="http://schemas.openxmlformats.org/presentationml/2006/ole">
            <mc:AlternateContent xmlns:mc="http://schemas.openxmlformats.org/markup-compatibility/2006">
              <mc:Choice xmlns:v="urn:schemas-microsoft-com:vml" Requires="v">
                <p:oleObj spid="_x0000_s14582" name="Equation" r:id="rId23" imgW="469800" imgH="241200" progId="Equation.DSMT4">
                  <p:embed/>
                </p:oleObj>
              </mc:Choice>
              <mc:Fallback>
                <p:oleObj name="Equation" r:id="rId23" imgW="469800" imgH="241200" progId="Equation.DSMT4">
                  <p:embed/>
                  <p:pic>
                    <p:nvPicPr>
                      <p:cNvPr id="0" name=""/>
                      <p:cNvPicPr/>
                      <p:nvPr/>
                    </p:nvPicPr>
                    <p:blipFill>
                      <a:blip r:embed="rId24"/>
                      <a:stretch>
                        <a:fillRect/>
                      </a:stretch>
                    </p:blipFill>
                    <p:spPr>
                      <a:xfrm>
                        <a:off x="540693" y="5219283"/>
                        <a:ext cx="366414" cy="188160"/>
                      </a:xfrm>
                      <a:prstGeom prst="rect">
                        <a:avLst/>
                      </a:prstGeom>
                    </p:spPr>
                  </p:pic>
                </p:oleObj>
              </mc:Fallback>
            </mc:AlternateContent>
          </a:graphicData>
        </a:graphic>
      </p:graphicFrame>
      <p:graphicFrame>
        <p:nvGraphicFramePr>
          <p:cNvPr id="22" name="Object 21">
            <a:extLst>
              <a:ext uri="{FF2B5EF4-FFF2-40B4-BE49-F238E27FC236}">
                <a16:creationId xmlns:a16="http://schemas.microsoft.com/office/drawing/2014/main" id="{53AB5DD8-9126-4599-BCD5-6C6F7869076E}"/>
              </a:ext>
            </a:extLst>
          </p:cNvPr>
          <p:cNvGraphicFramePr>
            <a:graphicFrameLocks noChangeAspect="1"/>
          </p:cNvGraphicFramePr>
          <p:nvPr>
            <p:extLst>
              <p:ext uri="{D42A27DB-BD31-4B8C-83A1-F6EECF244321}">
                <p14:modId xmlns:p14="http://schemas.microsoft.com/office/powerpoint/2010/main" val="319186196"/>
              </p:ext>
            </p:extLst>
          </p:nvPr>
        </p:nvGraphicFramePr>
        <p:xfrm>
          <a:off x="1216017" y="5233104"/>
          <a:ext cx="1473216" cy="163692"/>
        </p:xfrm>
        <a:graphic>
          <a:graphicData uri="http://schemas.openxmlformats.org/presentationml/2006/ole">
            <mc:AlternateContent xmlns:mc="http://schemas.openxmlformats.org/markup-compatibility/2006">
              <mc:Choice xmlns:v="urn:schemas-microsoft-com:vml" Requires="v">
                <p:oleObj spid="_x0000_s14583" name="Equation" r:id="rId25" imgW="2171520" imgH="241200" progId="Equation.DSMT4">
                  <p:embed/>
                </p:oleObj>
              </mc:Choice>
              <mc:Fallback>
                <p:oleObj name="Equation" r:id="rId25" imgW="2171520" imgH="241200" progId="Equation.DSMT4">
                  <p:embed/>
                  <p:pic>
                    <p:nvPicPr>
                      <p:cNvPr id="0" name=""/>
                      <p:cNvPicPr/>
                      <p:nvPr/>
                    </p:nvPicPr>
                    <p:blipFill>
                      <a:blip r:embed="rId26"/>
                      <a:stretch>
                        <a:fillRect/>
                      </a:stretch>
                    </p:blipFill>
                    <p:spPr>
                      <a:xfrm>
                        <a:off x="1216017" y="5233104"/>
                        <a:ext cx="1473216" cy="163692"/>
                      </a:xfrm>
                      <a:prstGeom prst="rect">
                        <a:avLst/>
                      </a:prstGeom>
                    </p:spPr>
                  </p:pic>
                </p:oleObj>
              </mc:Fallback>
            </mc:AlternateContent>
          </a:graphicData>
        </a:graphic>
      </p:graphicFrame>
      <p:graphicFrame>
        <p:nvGraphicFramePr>
          <p:cNvPr id="33" name="Object 32">
            <a:extLst>
              <a:ext uri="{FF2B5EF4-FFF2-40B4-BE49-F238E27FC236}">
                <a16:creationId xmlns:a16="http://schemas.microsoft.com/office/drawing/2014/main" id="{9B604AC9-3C43-4ADA-87DF-72B850FC25F4}"/>
              </a:ext>
            </a:extLst>
          </p:cNvPr>
          <p:cNvGraphicFramePr>
            <a:graphicFrameLocks noChangeAspect="1"/>
          </p:cNvGraphicFramePr>
          <p:nvPr>
            <p:extLst>
              <p:ext uri="{D42A27DB-BD31-4B8C-83A1-F6EECF244321}">
                <p14:modId xmlns:p14="http://schemas.microsoft.com/office/powerpoint/2010/main" val="3981402557"/>
              </p:ext>
            </p:extLst>
          </p:nvPr>
        </p:nvGraphicFramePr>
        <p:xfrm>
          <a:off x="3489042" y="5218979"/>
          <a:ext cx="565717" cy="191942"/>
        </p:xfrm>
        <a:graphic>
          <a:graphicData uri="http://schemas.openxmlformats.org/presentationml/2006/ole">
            <mc:AlternateContent xmlns:mc="http://schemas.openxmlformats.org/markup-compatibility/2006">
              <mc:Choice xmlns:v="urn:schemas-microsoft-com:vml" Requires="v">
                <p:oleObj spid="_x0000_s14584" name="Equation" r:id="rId27" imgW="711000" imgH="241200" progId="Equation.DSMT4">
                  <p:embed/>
                </p:oleObj>
              </mc:Choice>
              <mc:Fallback>
                <p:oleObj name="Equation" r:id="rId27" imgW="711000" imgH="241200" progId="Equation.DSMT4">
                  <p:embed/>
                  <p:pic>
                    <p:nvPicPr>
                      <p:cNvPr id="0" name=""/>
                      <p:cNvPicPr/>
                      <p:nvPr/>
                    </p:nvPicPr>
                    <p:blipFill>
                      <a:blip r:embed="rId28"/>
                      <a:stretch>
                        <a:fillRect/>
                      </a:stretch>
                    </p:blipFill>
                    <p:spPr>
                      <a:xfrm>
                        <a:off x="3489042" y="5218979"/>
                        <a:ext cx="565717" cy="191942"/>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7E2F3581-A1F2-4BA2-82BE-C7CD8E421929}"/>
              </a:ext>
            </a:extLst>
          </p:cNvPr>
          <p:cNvGraphicFramePr>
            <a:graphicFrameLocks noChangeAspect="1"/>
          </p:cNvGraphicFramePr>
          <p:nvPr>
            <p:extLst>
              <p:ext uri="{D42A27DB-BD31-4B8C-83A1-F6EECF244321}">
                <p14:modId xmlns:p14="http://schemas.microsoft.com/office/powerpoint/2010/main" val="3139893076"/>
              </p:ext>
            </p:extLst>
          </p:nvPr>
        </p:nvGraphicFramePr>
        <p:xfrm>
          <a:off x="522436" y="5495204"/>
          <a:ext cx="383879" cy="191942"/>
        </p:xfrm>
        <a:graphic>
          <a:graphicData uri="http://schemas.openxmlformats.org/presentationml/2006/ole">
            <mc:AlternateContent xmlns:mc="http://schemas.openxmlformats.org/markup-compatibility/2006">
              <mc:Choice xmlns:v="urn:schemas-microsoft-com:vml" Requires="v">
                <p:oleObj spid="_x0000_s14585" name="Equation" r:id="rId29" imgW="482400" imgH="241200" progId="Equation.DSMT4">
                  <p:embed/>
                </p:oleObj>
              </mc:Choice>
              <mc:Fallback>
                <p:oleObj name="Equation" r:id="rId29" imgW="482400" imgH="241200" progId="Equation.DSMT4">
                  <p:embed/>
                  <p:pic>
                    <p:nvPicPr>
                      <p:cNvPr id="0" name=""/>
                      <p:cNvPicPr/>
                      <p:nvPr/>
                    </p:nvPicPr>
                    <p:blipFill>
                      <a:blip r:embed="rId30"/>
                      <a:stretch>
                        <a:fillRect/>
                      </a:stretch>
                    </p:blipFill>
                    <p:spPr>
                      <a:xfrm>
                        <a:off x="522436" y="5495204"/>
                        <a:ext cx="383879" cy="191942"/>
                      </a:xfrm>
                      <a:prstGeom prst="rect">
                        <a:avLst/>
                      </a:prstGeom>
                    </p:spPr>
                  </p:pic>
                </p:oleObj>
              </mc:Fallback>
            </mc:AlternateContent>
          </a:graphicData>
        </a:graphic>
      </p:graphicFrame>
      <p:graphicFrame>
        <p:nvGraphicFramePr>
          <p:cNvPr id="27" name="Object 26">
            <a:extLst>
              <a:ext uri="{FF2B5EF4-FFF2-40B4-BE49-F238E27FC236}">
                <a16:creationId xmlns:a16="http://schemas.microsoft.com/office/drawing/2014/main" id="{ED2EEDD8-9599-4256-BFAE-CEF62795E079}"/>
              </a:ext>
            </a:extLst>
          </p:cNvPr>
          <p:cNvGraphicFramePr>
            <a:graphicFrameLocks noChangeAspect="1"/>
          </p:cNvGraphicFramePr>
          <p:nvPr>
            <p:extLst>
              <p:ext uri="{D42A27DB-BD31-4B8C-83A1-F6EECF244321}">
                <p14:modId xmlns:p14="http://schemas.microsoft.com/office/powerpoint/2010/main" val="58373673"/>
              </p:ext>
            </p:extLst>
          </p:nvPr>
        </p:nvGraphicFramePr>
        <p:xfrm>
          <a:off x="1218128" y="5504548"/>
          <a:ext cx="1468994" cy="154205"/>
        </p:xfrm>
        <a:graphic>
          <a:graphicData uri="http://schemas.openxmlformats.org/presentationml/2006/ole">
            <mc:AlternateContent xmlns:mc="http://schemas.openxmlformats.org/markup-compatibility/2006">
              <mc:Choice xmlns:v="urn:schemas-microsoft-com:vml" Requires="v">
                <p:oleObj spid="_x0000_s14586" name="Equation" r:id="rId31" imgW="2298600" imgH="241200" progId="Equation.DSMT4">
                  <p:embed/>
                </p:oleObj>
              </mc:Choice>
              <mc:Fallback>
                <p:oleObj name="Equation" r:id="rId31" imgW="2298600" imgH="241200" progId="Equation.DSMT4">
                  <p:embed/>
                  <p:pic>
                    <p:nvPicPr>
                      <p:cNvPr id="0" name=""/>
                      <p:cNvPicPr/>
                      <p:nvPr/>
                    </p:nvPicPr>
                    <p:blipFill>
                      <a:blip r:embed="rId32"/>
                      <a:stretch>
                        <a:fillRect/>
                      </a:stretch>
                    </p:blipFill>
                    <p:spPr>
                      <a:xfrm>
                        <a:off x="1218128" y="5504548"/>
                        <a:ext cx="1468994" cy="154205"/>
                      </a:xfrm>
                      <a:prstGeom prst="rect">
                        <a:avLst/>
                      </a:prstGeom>
                    </p:spPr>
                  </p:pic>
                </p:oleObj>
              </mc:Fallback>
            </mc:AlternateContent>
          </a:graphicData>
        </a:graphic>
      </p:graphicFrame>
      <p:graphicFrame>
        <p:nvGraphicFramePr>
          <p:cNvPr id="32" name="Object 31">
            <a:extLst>
              <a:ext uri="{FF2B5EF4-FFF2-40B4-BE49-F238E27FC236}">
                <a16:creationId xmlns:a16="http://schemas.microsoft.com/office/drawing/2014/main" id="{A3D89B6E-2B8F-476D-90F7-9253FDE35A21}"/>
              </a:ext>
            </a:extLst>
          </p:cNvPr>
          <p:cNvGraphicFramePr>
            <a:graphicFrameLocks noChangeAspect="1"/>
          </p:cNvGraphicFramePr>
          <p:nvPr>
            <p:extLst>
              <p:ext uri="{D42A27DB-BD31-4B8C-83A1-F6EECF244321}">
                <p14:modId xmlns:p14="http://schemas.microsoft.com/office/powerpoint/2010/main" val="1457055865"/>
              </p:ext>
            </p:extLst>
          </p:nvPr>
        </p:nvGraphicFramePr>
        <p:xfrm>
          <a:off x="3478029" y="5488502"/>
          <a:ext cx="568692" cy="186297"/>
        </p:xfrm>
        <a:graphic>
          <a:graphicData uri="http://schemas.openxmlformats.org/presentationml/2006/ole">
            <mc:AlternateContent xmlns:mc="http://schemas.openxmlformats.org/markup-compatibility/2006">
              <mc:Choice xmlns:v="urn:schemas-microsoft-com:vml" Requires="v">
                <p:oleObj spid="_x0000_s14587" name="Equation" r:id="rId33" imgW="736560" imgH="241200" progId="Equation.DSMT4">
                  <p:embed/>
                </p:oleObj>
              </mc:Choice>
              <mc:Fallback>
                <p:oleObj name="Equation" r:id="rId33" imgW="736560" imgH="241200" progId="Equation.DSMT4">
                  <p:embed/>
                  <p:pic>
                    <p:nvPicPr>
                      <p:cNvPr id="0" name=""/>
                      <p:cNvPicPr/>
                      <p:nvPr/>
                    </p:nvPicPr>
                    <p:blipFill>
                      <a:blip r:embed="rId34"/>
                      <a:stretch>
                        <a:fillRect/>
                      </a:stretch>
                    </p:blipFill>
                    <p:spPr>
                      <a:xfrm>
                        <a:off x="3478029" y="5488502"/>
                        <a:ext cx="568692" cy="186297"/>
                      </a:xfrm>
                      <a:prstGeom prst="rect">
                        <a:avLst/>
                      </a:prstGeom>
                    </p:spPr>
                  </p:pic>
                </p:oleObj>
              </mc:Fallback>
            </mc:AlternateContent>
          </a:graphicData>
        </a:graphic>
      </p:graphicFrame>
      <p:graphicFrame>
        <p:nvGraphicFramePr>
          <p:cNvPr id="20" name="Object 19">
            <a:extLst>
              <a:ext uri="{FF2B5EF4-FFF2-40B4-BE49-F238E27FC236}">
                <a16:creationId xmlns:a16="http://schemas.microsoft.com/office/drawing/2014/main" id="{7C6711F9-2967-4051-A4E1-9AD68060840F}"/>
              </a:ext>
            </a:extLst>
          </p:cNvPr>
          <p:cNvGraphicFramePr>
            <a:graphicFrameLocks noChangeAspect="1"/>
          </p:cNvGraphicFramePr>
          <p:nvPr>
            <p:extLst>
              <p:ext uri="{D42A27DB-BD31-4B8C-83A1-F6EECF244321}">
                <p14:modId xmlns:p14="http://schemas.microsoft.com/office/powerpoint/2010/main" val="403155618"/>
              </p:ext>
            </p:extLst>
          </p:nvPr>
        </p:nvGraphicFramePr>
        <p:xfrm>
          <a:off x="536120" y="5763795"/>
          <a:ext cx="356511" cy="188160"/>
        </p:xfrm>
        <a:graphic>
          <a:graphicData uri="http://schemas.openxmlformats.org/presentationml/2006/ole">
            <mc:AlternateContent xmlns:mc="http://schemas.openxmlformats.org/markup-compatibility/2006">
              <mc:Choice xmlns:v="urn:schemas-microsoft-com:vml" Requires="v">
                <p:oleObj spid="_x0000_s14588" name="Equation" r:id="rId35" imgW="457200" imgH="241200" progId="Equation.DSMT4">
                  <p:embed/>
                </p:oleObj>
              </mc:Choice>
              <mc:Fallback>
                <p:oleObj name="Equation" r:id="rId35" imgW="457200" imgH="241200" progId="Equation.DSMT4">
                  <p:embed/>
                  <p:pic>
                    <p:nvPicPr>
                      <p:cNvPr id="0" name=""/>
                      <p:cNvPicPr/>
                      <p:nvPr/>
                    </p:nvPicPr>
                    <p:blipFill>
                      <a:blip r:embed="rId36"/>
                      <a:stretch>
                        <a:fillRect/>
                      </a:stretch>
                    </p:blipFill>
                    <p:spPr>
                      <a:xfrm>
                        <a:off x="536120" y="5763795"/>
                        <a:ext cx="356511" cy="188160"/>
                      </a:xfrm>
                      <a:prstGeom prst="rect">
                        <a:avLst/>
                      </a:prstGeom>
                    </p:spPr>
                  </p:pic>
                </p:oleObj>
              </mc:Fallback>
            </mc:AlternateContent>
          </a:graphicData>
        </a:graphic>
      </p:graphicFrame>
      <p:graphicFrame>
        <p:nvGraphicFramePr>
          <p:cNvPr id="26" name="Object 25">
            <a:extLst>
              <a:ext uri="{FF2B5EF4-FFF2-40B4-BE49-F238E27FC236}">
                <a16:creationId xmlns:a16="http://schemas.microsoft.com/office/drawing/2014/main" id="{66BD40D2-166F-4745-95AF-B882E4073634}"/>
              </a:ext>
            </a:extLst>
          </p:cNvPr>
          <p:cNvGraphicFramePr>
            <a:graphicFrameLocks noChangeAspect="1"/>
          </p:cNvGraphicFramePr>
          <p:nvPr>
            <p:extLst>
              <p:ext uri="{D42A27DB-BD31-4B8C-83A1-F6EECF244321}">
                <p14:modId xmlns:p14="http://schemas.microsoft.com/office/powerpoint/2010/main" val="1236331678"/>
              </p:ext>
            </p:extLst>
          </p:nvPr>
        </p:nvGraphicFramePr>
        <p:xfrm>
          <a:off x="1205509" y="5767466"/>
          <a:ext cx="1360883" cy="180818"/>
        </p:xfrm>
        <a:graphic>
          <a:graphicData uri="http://schemas.openxmlformats.org/presentationml/2006/ole">
            <mc:AlternateContent xmlns:mc="http://schemas.openxmlformats.org/markup-compatibility/2006">
              <mc:Choice xmlns:v="urn:schemas-microsoft-com:vml" Requires="v">
                <p:oleObj spid="_x0000_s14589" name="Equation" r:id="rId37" imgW="1815840" imgH="241200" progId="Equation.DSMT4">
                  <p:embed/>
                </p:oleObj>
              </mc:Choice>
              <mc:Fallback>
                <p:oleObj name="Equation" r:id="rId37" imgW="1815840" imgH="241200" progId="Equation.DSMT4">
                  <p:embed/>
                  <p:pic>
                    <p:nvPicPr>
                      <p:cNvPr id="0" name=""/>
                      <p:cNvPicPr/>
                      <p:nvPr/>
                    </p:nvPicPr>
                    <p:blipFill>
                      <a:blip r:embed="rId38"/>
                      <a:stretch>
                        <a:fillRect/>
                      </a:stretch>
                    </p:blipFill>
                    <p:spPr>
                      <a:xfrm>
                        <a:off x="1205509" y="5767466"/>
                        <a:ext cx="1360883" cy="180818"/>
                      </a:xfrm>
                      <a:prstGeom prst="rect">
                        <a:avLst/>
                      </a:prstGeom>
                    </p:spPr>
                  </p:pic>
                </p:oleObj>
              </mc:Fallback>
            </mc:AlternateContent>
          </a:graphicData>
        </a:graphic>
      </p:graphicFrame>
      <p:graphicFrame>
        <p:nvGraphicFramePr>
          <p:cNvPr id="30" name="Object 29">
            <a:extLst>
              <a:ext uri="{FF2B5EF4-FFF2-40B4-BE49-F238E27FC236}">
                <a16:creationId xmlns:a16="http://schemas.microsoft.com/office/drawing/2014/main" id="{F807F3AD-9D12-4691-AC9A-062AF9158847}"/>
              </a:ext>
            </a:extLst>
          </p:cNvPr>
          <p:cNvGraphicFramePr>
            <a:graphicFrameLocks noChangeAspect="1"/>
          </p:cNvGraphicFramePr>
          <p:nvPr>
            <p:extLst>
              <p:ext uri="{D42A27DB-BD31-4B8C-83A1-F6EECF244321}">
                <p14:modId xmlns:p14="http://schemas.microsoft.com/office/powerpoint/2010/main" val="1313298556"/>
              </p:ext>
            </p:extLst>
          </p:nvPr>
        </p:nvGraphicFramePr>
        <p:xfrm>
          <a:off x="3568217" y="5748482"/>
          <a:ext cx="483567" cy="199736"/>
        </p:xfrm>
        <a:graphic>
          <a:graphicData uri="http://schemas.openxmlformats.org/presentationml/2006/ole">
            <mc:AlternateContent xmlns:mc="http://schemas.openxmlformats.org/markup-compatibility/2006">
              <mc:Choice xmlns:v="urn:schemas-microsoft-com:vml" Requires="v">
                <p:oleObj spid="_x0000_s14590" name="Equation" r:id="rId39" imgW="583920" imgH="241200" progId="Equation.DSMT4">
                  <p:embed/>
                </p:oleObj>
              </mc:Choice>
              <mc:Fallback>
                <p:oleObj name="Equation" r:id="rId39" imgW="583920" imgH="241200" progId="Equation.DSMT4">
                  <p:embed/>
                  <p:pic>
                    <p:nvPicPr>
                      <p:cNvPr id="0" name=""/>
                      <p:cNvPicPr/>
                      <p:nvPr/>
                    </p:nvPicPr>
                    <p:blipFill>
                      <a:blip r:embed="rId40"/>
                      <a:stretch>
                        <a:fillRect/>
                      </a:stretch>
                    </p:blipFill>
                    <p:spPr>
                      <a:xfrm>
                        <a:off x="3568217" y="5748482"/>
                        <a:ext cx="483567" cy="199736"/>
                      </a:xfrm>
                      <a:prstGeom prst="rect">
                        <a:avLst/>
                      </a:prstGeom>
                    </p:spPr>
                  </p:pic>
                </p:oleObj>
              </mc:Fallback>
            </mc:AlternateContent>
          </a:graphicData>
        </a:graphic>
      </p:graphicFrame>
      <p:graphicFrame>
        <p:nvGraphicFramePr>
          <p:cNvPr id="21" name="Object 20">
            <a:extLst>
              <a:ext uri="{FF2B5EF4-FFF2-40B4-BE49-F238E27FC236}">
                <a16:creationId xmlns:a16="http://schemas.microsoft.com/office/drawing/2014/main" id="{FCE105B5-A461-4EE2-9DAC-EDDC5E81B0A9}"/>
              </a:ext>
            </a:extLst>
          </p:cNvPr>
          <p:cNvGraphicFramePr>
            <a:graphicFrameLocks noChangeAspect="1"/>
          </p:cNvGraphicFramePr>
          <p:nvPr>
            <p:extLst>
              <p:ext uri="{D42A27DB-BD31-4B8C-83A1-F6EECF244321}">
                <p14:modId xmlns:p14="http://schemas.microsoft.com/office/powerpoint/2010/main" val="3201934810"/>
              </p:ext>
            </p:extLst>
          </p:nvPr>
        </p:nvGraphicFramePr>
        <p:xfrm>
          <a:off x="526145" y="6035221"/>
          <a:ext cx="395511" cy="197758"/>
        </p:xfrm>
        <a:graphic>
          <a:graphicData uri="http://schemas.openxmlformats.org/presentationml/2006/ole">
            <mc:AlternateContent xmlns:mc="http://schemas.openxmlformats.org/markup-compatibility/2006">
              <mc:Choice xmlns:v="urn:schemas-microsoft-com:vml" Requires="v">
                <p:oleObj spid="_x0000_s14591" name="Equation" r:id="rId41" imgW="482400" imgH="241200" progId="Equation.DSMT4">
                  <p:embed/>
                </p:oleObj>
              </mc:Choice>
              <mc:Fallback>
                <p:oleObj name="Equation" r:id="rId41" imgW="482400" imgH="241200" progId="Equation.DSMT4">
                  <p:embed/>
                  <p:pic>
                    <p:nvPicPr>
                      <p:cNvPr id="0" name=""/>
                      <p:cNvPicPr/>
                      <p:nvPr/>
                    </p:nvPicPr>
                    <p:blipFill>
                      <a:blip r:embed="rId42"/>
                      <a:stretch>
                        <a:fillRect/>
                      </a:stretch>
                    </p:blipFill>
                    <p:spPr>
                      <a:xfrm>
                        <a:off x="526145" y="6035221"/>
                        <a:ext cx="395511" cy="197758"/>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BEA8911B-12D0-4D18-884B-B8F74DBF7D66}"/>
              </a:ext>
            </a:extLst>
          </p:cNvPr>
          <p:cNvGraphicFramePr>
            <a:graphicFrameLocks noChangeAspect="1"/>
          </p:cNvGraphicFramePr>
          <p:nvPr>
            <p:extLst>
              <p:ext uri="{D42A27DB-BD31-4B8C-83A1-F6EECF244321}">
                <p14:modId xmlns:p14="http://schemas.microsoft.com/office/powerpoint/2010/main" val="458619825"/>
              </p:ext>
            </p:extLst>
          </p:nvPr>
        </p:nvGraphicFramePr>
        <p:xfrm>
          <a:off x="1228725" y="6054725"/>
          <a:ext cx="1408113" cy="177800"/>
        </p:xfrm>
        <a:graphic>
          <a:graphicData uri="http://schemas.openxmlformats.org/presentationml/2006/ole">
            <mc:AlternateContent xmlns:mc="http://schemas.openxmlformats.org/markup-compatibility/2006">
              <mc:Choice xmlns:v="urn:schemas-microsoft-com:vml" Requires="v">
                <p:oleObj spid="_x0000_s14592" name="Equation" r:id="rId43" imgW="1917360" imgH="241200" progId="Equation.DSMT4">
                  <p:embed/>
                </p:oleObj>
              </mc:Choice>
              <mc:Fallback>
                <p:oleObj name="Equation" r:id="rId43" imgW="1917360" imgH="241200" progId="Equation.DSMT4">
                  <p:embed/>
                  <p:pic>
                    <p:nvPicPr>
                      <p:cNvPr id="0" name=""/>
                      <p:cNvPicPr/>
                      <p:nvPr/>
                    </p:nvPicPr>
                    <p:blipFill>
                      <a:blip r:embed="rId44"/>
                      <a:stretch>
                        <a:fillRect/>
                      </a:stretch>
                    </p:blipFill>
                    <p:spPr>
                      <a:xfrm>
                        <a:off x="1228725" y="6054725"/>
                        <a:ext cx="1408113" cy="177800"/>
                      </a:xfrm>
                      <a:prstGeom prst="rect">
                        <a:avLst/>
                      </a:prstGeom>
                    </p:spPr>
                  </p:pic>
                </p:oleObj>
              </mc:Fallback>
            </mc:AlternateContent>
          </a:graphicData>
        </a:graphic>
      </p:graphicFrame>
      <p:graphicFrame>
        <p:nvGraphicFramePr>
          <p:cNvPr id="31" name="Object 30">
            <a:extLst>
              <a:ext uri="{FF2B5EF4-FFF2-40B4-BE49-F238E27FC236}">
                <a16:creationId xmlns:a16="http://schemas.microsoft.com/office/drawing/2014/main" id="{3C4A1D72-E5A5-45A1-B63A-BAE8E41C16B8}"/>
              </a:ext>
            </a:extLst>
          </p:cNvPr>
          <p:cNvGraphicFramePr>
            <a:graphicFrameLocks noChangeAspect="1"/>
          </p:cNvGraphicFramePr>
          <p:nvPr>
            <p:extLst>
              <p:ext uri="{D42A27DB-BD31-4B8C-83A1-F6EECF244321}">
                <p14:modId xmlns:p14="http://schemas.microsoft.com/office/powerpoint/2010/main" val="1944533849"/>
              </p:ext>
            </p:extLst>
          </p:nvPr>
        </p:nvGraphicFramePr>
        <p:xfrm>
          <a:off x="3568217" y="6005657"/>
          <a:ext cx="483567" cy="199736"/>
        </p:xfrm>
        <a:graphic>
          <a:graphicData uri="http://schemas.openxmlformats.org/presentationml/2006/ole">
            <mc:AlternateContent xmlns:mc="http://schemas.openxmlformats.org/markup-compatibility/2006">
              <mc:Choice xmlns:v="urn:schemas-microsoft-com:vml" Requires="v">
                <p:oleObj spid="_x0000_s14593" name="Equation" r:id="rId45" imgW="583920" imgH="241200" progId="Equation.DSMT4">
                  <p:embed/>
                </p:oleObj>
              </mc:Choice>
              <mc:Fallback>
                <p:oleObj name="Equation" r:id="rId45" imgW="583920" imgH="241200" progId="Equation.DSMT4">
                  <p:embed/>
                  <p:pic>
                    <p:nvPicPr>
                      <p:cNvPr id="0" name=""/>
                      <p:cNvPicPr/>
                      <p:nvPr/>
                    </p:nvPicPr>
                    <p:blipFill>
                      <a:blip r:embed="rId46"/>
                      <a:stretch>
                        <a:fillRect/>
                      </a:stretch>
                    </p:blipFill>
                    <p:spPr>
                      <a:xfrm>
                        <a:off x="3568217" y="6005657"/>
                        <a:ext cx="483567" cy="199736"/>
                      </a:xfrm>
                      <a:prstGeom prst="rect">
                        <a:avLst/>
                      </a:prstGeom>
                    </p:spPr>
                  </p:pic>
                </p:oleObj>
              </mc:Fallback>
            </mc:AlternateContent>
          </a:graphicData>
        </a:graphic>
      </p:graphicFrame>
      <p:graphicFrame>
        <p:nvGraphicFramePr>
          <p:cNvPr id="37" name="Object 36">
            <a:extLst>
              <a:ext uri="{FF2B5EF4-FFF2-40B4-BE49-F238E27FC236}">
                <a16:creationId xmlns:a16="http://schemas.microsoft.com/office/drawing/2014/main" id="{D76D5747-4016-4F51-88F0-55BEEAF9E9DE}"/>
              </a:ext>
            </a:extLst>
          </p:cNvPr>
          <p:cNvGraphicFramePr>
            <a:graphicFrameLocks noChangeAspect="1"/>
          </p:cNvGraphicFramePr>
          <p:nvPr>
            <p:extLst>
              <p:ext uri="{D42A27DB-BD31-4B8C-83A1-F6EECF244321}">
                <p14:modId xmlns:p14="http://schemas.microsoft.com/office/powerpoint/2010/main" val="2972087614"/>
              </p:ext>
            </p:extLst>
          </p:nvPr>
        </p:nvGraphicFramePr>
        <p:xfrm>
          <a:off x="1499011" y="6297619"/>
          <a:ext cx="507178" cy="225412"/>
        </p:xfrm>
        <a:graphic>
          <a:graphicData uri="http://schemas.openxmlformats.org/presentationml/2006/ole">
            <mc:AlternateContent xmlns:mc="http://schemas.openxmlformats.org/markup-compatibility/2006">
              <mc:Choice xmlns:v="urn:schemas-microsoft-com:vml" Requires="v">
                <p:oleObj spid="_x0000_s14594" name="Equation" r:id="rId47" imgW="571320" imgH="253800" progId="Equation.DSMT4">
                  <p:embed/>
                </p:oleObj>
              </mc:Choice>
              <mc:Fallback>
                <p:oleObj name="Equation" r:id="rId47" imgW="571320" imgH="253800" progId="Equation.DSMT4">
                  <p:embed/>
                  <p:pic>
                    <p:nvPicPr>
                      <p:cNvPr id="0" name=""/>
                      <p:cNvPicPr/>
                      <p:nvPr/>
                    </p:nvPicPr>
                    <p:blipFill>
                      <a:blip r:embed="rId48"/>
                      <a:stretch>
                        <a:fillRect/>
                      </a:stretch>
                    </p:blipFill>
                    <p:spPr>
                      <a:xfrm>
                        <a:off x="1499011" y="6297619"/>
                        <a:ext cx="507178" cy="225412"/>
                      </a:xfrm>
                      <a:prstGeom prst="rect">
                        <a:avLst/>
                      </a:prstGeom>
                    </p:spPr>
                  </p:pic>
                </p:oleObj>
              </mc:Fallback>
            </mc:AlternateContent>
          </a:graphicData>
        </a:graphic>
      </p:graphicFrame>
      <p:graphicFrame>
        <p:nvGraphicFramePr>
          <p:cNvPr id="36" name="Object 35">
            <a:extLst>
              <a:ext uri="{FF2B5EF4-FFF2-40B4-BE49-F238E27FC236}">
                <a16:creationId xmlns:a16="http://schemas.microsoft.com/office/drawing/2014/main" id="{A7831370-581C-4238-A97E-937EA3051BC7}"/>
              </a:ext>
            </a:extLst>
          </p:cNvPr>
          <p:cNvGraphicFramePr>
            <a:graphicFrameLocks noChangeAspect="1"/>
          </p:cNvGraphicFramePr>
          <p:nvPr>
            <p:extLst>
              <p:ext uri="{D42A27DB-BD31-4B8C-83A1-F6EECF244321}">
                <p14:modId xmlns:p14="http://schemas.microsoft.com/office/powerpoint/2010/main" val="4007169972"/>
              </p:ext>
            </p:extLst>
          </p:nvPr>
        </p:nvGraphicFramePr>
        <p:xfrm>
          <a:off x="3282630" y="6297906"/>
          <a:ext cx="768990" cy="205788"/>
        </p:xfrm>
        <a:graphic>
          <a:graphicData uri="http://schemas.openxmlformats.org/presentationml/2006/ole">
            <mc:AlternateContent xmlns:mc="http://schemas.openxmlformats.org/markup-compatibility/2006">
              <mc:Choice xmlns:v="urn:schemas-microsoft-com:vml" Requires="v">
                <p:oleObj spid="_x0000_s14595" name="Equation" r:id="rId49" imgW="901440" imgH="241200" progId="Equation.DSMT4">
                  <p:embed/>
                </p:oleObj>
              </mc:Choice>
              <mc:Fallback>
                <p:oleObj name="Equation" r:id="rId49" imgW="901440" imgH="241200" progId="Equation.DSMT4">
                  <p:embed/>
                  <p:pic>
                    <p:nvPicPr>
                      <p:cNvPr id="0" name=""/>
                      <p:cNvPicPr/>
                      <p:nvPr/>
                    </p:nvPicPr>
                    <p:blipFill>
                      <a:blip r:embed="rId50"/>
                      <a:stretch>
                        <a:fillRect/>
                      </a:stretch>
                    </p:blipFill>
                    <p:spPr>
                      <a:xfrm>
                        <a:off x="3282630" y="6297906"/>
                        <a:ext cx="768990" cy="205788"/>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DFB4D6EB-6E09-4093-A65E-AD549C1E3687}"/>
              </a:ext>
            </a:extLst>
          </p:cNvPr>
          <p:cNvSpPr>
            <a:spLocks noGrp="1"/>
          </p:cNvSpPr>
          <p:nvPr>
            <p:ph sz="quarter" idx="16"/>
          </p:nvPr>
        </p:nvSpPr>
        <p:spPr>
          <a:xfrm>
            <a:off x="4818745" y="4377455"/>
            <a:ext cx="1326243" cy="410246"/>
          </a:xfrm>
        </p:spPr>
        <p:txBody>
          <a:bodyPr/>
          <a:lstStyle/>
          <a:p>
            <a:r>
              <a:rPr lang="en-US" sz="2000" dirty="0"/>
              <a:t>Variance:</a:t>
            </a:r>
          </a:p>
        </p:txBody>
      </p:sp>
      <p:graphicFrame>
        <p:nvGraphicFramePr>
          <p:cNvPr id="12" name="Object 11">
            <a:extLst>
              <a:ext uri="{FF2B5EF4-FFF2-40B4-BE49-F238E27FC236}">
                <a16:creationId xmlns:a16="http://schemas.microsoft.com/office/drawing/2014/main" id="{1035B40B-0706-42B7-8144-23B84F568B70}"/>
              </a:ext>
            </a:extLst>
          </p:cNvPr>
          <p:cNvGraphicFramePr>
            <a:graphicFrameLocks noChangeAspect="1"/>
          </p:cNvGraphicFramePr>
          <p:nvPr>
            <p:extLst>
              <p:ext uri="{D42A27DB-BD31-4B8C-83A1-F6EECF244321}">
                <p14:modId xmlns:p14="http://schemas.microsoft.com/office/powerpoint/2010/main" val="340762994"/>
              </p:ext>
            </p:extLst>
          </p:nvPr>
        </p:nvGraphicFramePr>
        <p:xfrm>
          <a:off x="6157913" y="4391025"/>
          <a:ext cx="1790700" cy="633413"/>
        </p:xfrm>
        <a:graphic>
          <a:graphicData uri="http://schemas.openxmlformats.org/presentationml/2006/ole">
            <mc:AlternateContent xmlns:mc="http://schemas.openxmlformats.org/markup-compatibility/2006">
              <mc:Choice xmlns:v="urn:schemas-microsoft-com:vml" Requires="v">
                <p:oleObj spid="_x0000_s14596" name="Equation" r:id="rId51" imgW="1968480" imgH="698400" progId="Equation.DSMT4">
                  <p:embed/>
                </p:oleObj>
              </mc:Choice>
              <mc:Fallback>
                <p:oleObj name="Equation" r:id="rId51" imgW="1968480" imgH="698400" progId="Equation.DSMT4">
                  <p:embed/>
                  <p:pic>
                    <p:nvPicPr>
                      <p:cNvPr id="12" name="Object 11">
                        <a:extLst>
                          <a:ext uri="{FF2B5EF4-FFF2-40B4-BE49-F238E27FC236}">
                            <a16:creationId xmlns:a16="http://schemas.microsoft.com/office/drawing/2014/main" id="{1035B40B-0706-42B7-8144-23B84F568B70}"/>
                          </a:ext>
                        </a:extLst>
                      </p:cNvPr>
                      <p:cNvPicPr/>
                      <p:nvPr/>
                    </p:nvPicPr>
                    <p:blipFill>
                      <a:blip r:embed="rId52"/>
                      <a:stretch>
                        <a:fillRect/>
                      </a:stretch>
                    </p:blipFill>
                    <p:spPr>
                      <a:xfrm>
                        <a:off x="6157913" y="4391025"/>
                        <a:ext cx="1790700" cy="633413"/>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891F3E4A-0B56-455C-87B2-8281A99F17BD}"/>
              </a:ext>
            </a:extLst>
          </p:cNvPr>
          <p:cNvSpPr>
            <a:spLocks noGrp="1"/>
          </p:cNvSpPr>
          <p:nvPr>
            <p:ph sz="quarter" idx="17"/>
          </p:nvPr>
        </p:nvSpPr>
        <p:spPr>
          <a:xfrm>
            <a:off x="4818745" y="5236171"/>
            <a:ext cx="2414814" cy="473865"/>
          </a:xfrm>
        </p:spPr>
        <p:txBody>
          <a:bodyPr/>
          <a:lstStyle/>
          <a:p>
            <a:r>
              <a:rPr lang="en-US" sz="2000" dirty="0"/>
              <a:t>Standard deviation:</a:t>
            </a:r>
          </a:p>
        </p:txBody>
      </p:sp>
      <p:graphicFrame>
        <p:nvGraphicFramePr>
          <p:cNvPr id="13" name="Object 12">
            <a:extLst>
              <a:ext uri="{FF2B5EF4-FFF2-40B4-BE49-F238E27FC236}">
                <a16:creationId xmlns:a16="http://schemas.microsoft.com/office/drawing/2014/main" id="{514D4B8F-DD81-4835-8059-A38698CB4A77}"/>
              </a:ext>
            </a:extLst>
          </p:cNvPr>
          <p:cNvGraphicFramePr>
            <a:graphicFrameLocks noChangeAspect="1"/>
          </p:cNvGraphicFramePr>
          <p:nvPr>
            <p:extLst>
              <p:ext uri="{D42A27DB-BD31-4B8C-83A1-F6EECF244321}">
                <p14:modId xmlns:p14="http://schemas.microsoft.com/office/powerpoint/2010/main" val="1928968768"/>
              </p:ext>
            </p:extLst>
          </p:nvPr>
        </p:nvGraphicFramePr>
        <p:xfrm>
          <a:off x="5280025" y="6003925"/>
          <a:ext cx="2514600" cy="328613"/>
        </p:xfrm>
        <a:graphic>
          <a:graphicData uri="http://schemas.openxmlformats.org/presentationml/2006/ole">
            <mc:AlternateContent xmlns:mc="http://schemas.openxmlformats.org/markup-compatibility/2006">
              <mc:Choice xmlns:v="urn:schemas-microsoft-com:vml" Requires="v">
                <p:oleObj spid="_x0000_s14597" name="Equation" r:id="rId53" imgW="2514600" imgH="330120" progId="Equation.DSMT4">
                  <p:embed/>
                </p:oleObj>
              </mc:Choice>
              <mc:Fallback>
                <p:oleObj name="Equation" r:id="rId53" imgW="2514600" imgH="330120" progId="Equation.DSMT4">
                  <p:embed/>
                  <p:pic>
                    <p:nvPicPr>
                      <p:cNvPr id="13" name="Object 12">
                        <a:extLst>
                          <a:ext uri="{FF2B5EF4-FFF2-40B4-BE49-F238E27FC236}">
                            <a16:creationId xmlns:a16="http://schemas.microsoft.com/office/drawing/2014/main" id="{514D4B8F-DD81-4835-8059-A38698CB4A77}"/>
                          </a:ext>
                        </a:extLst>
                      </p:cNvPr>
                      <p:cNvPicPr/>
                      <p:nvPr/>
                    </p:nvPicPr>
                    <p:blipFill>
                      <a:blip r:embed="rId54"/>
                      <a:stretch>
                        <a:fillRect/>
                      </a:stretch>
                    </p:blipFill>
                    <p:spPr>
                      <a:xfrm>
                        <a:off x="5280025" y="6003925"/>
                        <a:ext cx="2514600" cy="328613"/>
                      </a:xfrm>
                      <a:prstGeom prst="rect">
                        <a:avLst/>
                      </a:prstGeom>
                    </p:spPr>
                  </p:pic>
                </p:oleObj>
              </mc:Fallback>
            </mc:AlternateContent>
          </a:graphicData>
        </a:graphic>
      </p:graphicFrame>
      <p:sp>
        <p:nvSpPr>
          <p:cNvPr id="11" name="Slide Number Placeholder 10">
            <a:extLst>
              <a:ext uri="{FF2B5EF4-FFF2-40B4-BE49-F238E27FC236}">
                <a16:creationId xmlns:a16="http://schemas.microsoft.com/office/drawing/2014/main" id="{74D7A126-EF0A-4689-99CA-D9C6994CD8CA}"/>
              </a:ext>
            </a:extLst>
          </p:cNvPr>
          <p:cNvSpPr>
            <a:spLocks noGrp="1"/>
          </p:cNvSpPr>
          <p:nvPr>
            <p:ph type="sldNum" sz="quarter" idx="10"/>
          </p:nvPr>
        </p:nvSpPr>
        <p:spPr/>
        <p:txBody>
          <a:bodyPr/>
          <a:lstStyle/>
          <a:p>
            <a:fld id="{68151E55-6873-49E2-B8D5-2F265E6F1973}" type="slidenum">
              <a:rPr lang="en-US" smtClean="0"/>
              <a:t>28</a:t>
            </a:fld>
            <a:endParaRPr lang="en-US" dirty="0"/>
          </a:p>
        </p:txBody>
      </p:sp>
    </p:spTree>
    <p:extLst>
      <p:ext uri="{BB962C8B-B14F-4D97-AF65-F5344CB8AC3E}">
        <p14:creationId xmlns:p14="http://schemas.microsoft.com/office/powerpoint/2010/main" val="3912431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6F92C4D4-C867-4E2F-BF62-33A518B42728}"/>
              </a:ext>
            </a:extLst>
          </p:cNvPr>
          <p:cNvSpPr>
            <a:spLocks noGrp="1"/>
          </p:cNvSpPr>
          <p:nvPr>
            <p:ph type="title"/>
          </p:nvPr>
        </p:nvSpPr>
        <p:spPr/>
        <p:txBody>
          <a:bodyPr/>
          <a:lstStyle/>
          <a:p>
            <a:r>
              <a:rPr lang="en-US" noProof="0" dirty="0"/>
              <a:t>End of Main Content</a:t>
            </a:r>
          </a:p>
        </p:txBody>
      </p:sp>
      <p:sp>
        <p:nvSpPr>
          <p:cNvPr id="4" name="Content Placeholder 3">
            <a:extLst>
              <a:ext uri="{FF2B5EF4-FFF2-40B4-BE49-F238E27FC236}">
                <a16:creationId xmlns:a16="http://schemas.microsoft.com/office/drawing/2014/main" id="{9946A61A-BFE6-4A7C-8D2C-21B89B6A8546}"/>
              </a:ext>
            </a:extLst>
          </p:cNvPr>
          <p:cNvSpPr>
            <a:spLocks noGrp="1"/>
          </p:cNvSpPr>
          <p:nvPr>
            <p:ph sz="quarter" idx="10"/>
          </p:nvPr>
        </p:nvSpPr>
        <p:spPr>
          <a:xfrm>
            <a:off x="218768" y="6537961"/>
            <a:ext cx="8715375" cy="274320"/>
          </a:xfrm>
        </p:spPr>
        <p:txBody>
          <a:bodyPr/>
          <a:lstStyle/>
          <a:p>
            <a:r>
              <a:rPr lang="en-US" sz="1200" dirty="0"/>
              <a:t>© McGraw Hill LLC. All rights reserved. No reproduction or distribution without the prior written consent of McGraw Hill LLC.</a:t>
            </a:r>
            <a:endParaRPr lang="en-US" sz="1200" noProof="0" dirty="0"/>
          </a:p>
        </p:txBody>
      </p:sp>
    </p:spTree>
    <p:extLst>
      <p:ext uri="{BB962C8B-B14F-4D97-AF65-F5344CB8AC3E}">
        <p14:creationId xmlns:p14="http://schemas.microsoft.com/office/powerpoint/2010/main" val="38482663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B6140-A63B-4D20-A758-54BAF6E00ACE}"/>
              </a:ext>
            </a:extLst>
          </p:cNvPr>
          <p:cNvSpPr>
            <a:spLocks noGrp="1"/>
          </p:cNvSpPr>
          <p:nvPr>
            <p:ph type="title"/>
          </p:nvPr>
        </p:nvSpPr>
        <p:spPr/>
        <p:txBody>
          <a:bodyPr/>
          <a:lstStyle/>
          <a:p>
            <a:r>
              <a:rPr lang="en-US" noProof="0" dirty="0"/>
              <a:t>Accessibility Content: Text Alternatives for Images</a:t>
            </a:r>
          </a:p>
        </p:txBody>
      </p:sp>
      <p:sp>
        <p:nvSpPr>
          <p:cNvPr id="3" name="Slide Number Placeholder 10">
            <a:extLst>
              <a:ext uri="{FF2B5EF4-FFF2-40B4-BE49-F238E27FC236}">
                <a16:creationId xmlns:a16="http://schemas.microsoft.com/office/drawing/2014/main" id="{5DAA2DDB-33E2-4AA3-AF18-2D1109C27BDD}"/>
              </a:ext>
            </a:extLst>
          </p:cNvPr>
          <p:cNvSpPr>
            <a:spLocks noGrp="1"/>
          </p:cNvSpPr>
          <p:nvPr>
            <p:ph type="sldNum" sz="quarter" idx="10"/>
          </p:nvPr>
        </p:nvSpPr>
        <p:spPr/>
        <p:txBody>
          <a:bodyPr/>
          <a:lstStyle/>
          <a:p>
            <a:fld id="{68151E55-6873-49E2-B8D5-2F265E6F1973}" type="slidenum">
              <a:rPr lang="en-US" sz="800" smtClean="0"/>
              <a:t>30</a:t>
            </a:fld>
            <a:endParaRPr lang="en-US" sz="800" dirty="0"/>
          </a:p>
        </p:txBody>
      </p:sp>
    </p:spTree>
    <p:extLst>
      <p:ext uri="{BB962C8B-B14F-4D97-AF65-F5344CB8AC3E}">
        <p14:creationId xmlns:p14="http://schemas.microsoft.com/office/powerpoint/2010/main" val="26582766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B6140-A63B-4D20-A758-54BAF6E00ACE}"/>
              </a:ext>
            </a:extLst>
          </p:cNvPr>
          <p:cNvSpPr>
            <a:spLocks noGrp="1"/>
          </p:cNvSpPr>
          <p:nvPr>
            <p:ph type="title"/>
          </p:nvPr>
        </p:nvSpPr>
        <p:spPr/>
        <p:txBody>
          <a:bodyPr/>
          <a:lstStyle/>
          <a:p>
            <a:r>
              <a:rPr lang="en-US" dirty="0"/>
              <a:t>Bar Graph </a:t>
            </a:r>
            <a:r>
              <a:rPr lang="en-US" sz="800" b="0" dirty="0"/>
              <a:t>1 </a:t>
            </a:r>
            <a:r>
              <a:rPr lang="en-IN" sz="2400" dirty="0">
                <a:solidFill>
                  <a:schemeClr val="tx1"/>
                </a:solidFill>
              </a:rPr>
              <a:t>– Text Alternative</a:t>
            </a:r>
            <a:endParaRPr lang="en-US" noProof="0" dirty="0"/>
          </a:p>
        </p:txBody>
      </p:sp>
      <p:sp>
        <p:nvSpPr>
          <p:cNvPr id="9" name="Text Placeholder 8">
            <a:extLst>
              <a:ext uri="{FF2B5EF4-FFF2-40B4-BE49-F238E27FC236}">
                <a16:creationId xmlns:a16="http://schemas.microsoft.com/office/drawing/2014/main" id="{6B472E81-F44B-5A02-C74D-BC9595D6A6E4}"/>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D9C83D88-0C8B-AC18-01D7-6A6BE4390DD5}"/>
              </a:ext>
            </a:extLst>
          </p:cNvPr>
          <p:cNvSpPr>
            <a:spLocks noGrp="1"/>
          </p:cNvSpPr>
          <p:nvPr>
            <p:ph sz="quarter" idx="11"/>
          </p:nvPr>
        </p:nvSpPr>
        <p:spPr/>
        <p:txBody>
          <a:bodyPr/>
          <a:lstStyle/>
          <a:p>
            <a:r>
              <a:rPr lang="en-US" dirty="0"/>
              <a:t>The column chart represents the frequency of purchase on the vertical axis which ranges between 1 and 5 in increments of 1 unit and the price of computers on the horizontal axis which ranges between 1000 and 10000 dollars in increments of 1000 dollars. The estimated values are as follows. (1000 dollars, 5), (2000 dollars, 1), (3000 dollars, 5), (4000 dollars, 1), (5000 dollars, 2), (6000 dollars, 2), (7000 dollars, 1), (8000 dollars, 1), (9000 dollars, 1), (10000 dollars, 1).</a:t>
            </a:r>
          </a:p>
        </p:txBody>
      </p:sp>
      <p:sp>
        <p:nvSpPr>
          <p:cNvPr id="11" name="Text Placeholder 10">
            <a:extLst>
              <a:ext uri="{FF2B5EF4-FFF2-40B4-BE49-F238E27FC236}">
                <a16:creationId xmlns:a16="http://schemas.microsoft.com/office/drawing/2014/main" id="{CFE55F2E-AEB7-8039-9506-4253E06ACC96}"/>
              </a:ext>
            </a:extLst>
          </p:cNvPr>
          <p:cNvSpPr>
            <a:spLocks noGrp="1"/>
          </p:cNvSpPr>
          <p:nvPr>
            <p:ph type="body" sz="quarter" idx="15"/>
          </p:nvPr>
        </p:nvSpPr>
        <p:spPr/>
        <p:txBody>
          <a:bodyPr/>
          <a:lstStyle/>
          <a:p>
            <a:r>
              <a:rPr lang="en-US" dirty="0">
                <a:hlinkClick r:id="rId2" action="ppaction://hlinksldjump"/>
              </a:rPr>
              <a:t>Return to parent-slide containing images.</a:t>
            </a:r>
            <a:endParaRPr lang="en-US" dirty="0"/>
          </a:p>
        </p:txBody>
      </p:sp>
      <p:sp>
        <p:nvSpPr>
          <p:cNvPr id="3" name="Slide Number Placeholder 10">
            <a:extLst>
              <a:ext uri="{FF2B5EF4-FFF2-40B4-BE49-F238E27FC236}">
                <a16:creationId xmlns:a16="http://schemas.microsoft.com/office/drawing/2014/main" id="{5DAA2DDB-33E2-4AA3-AF18-2D1109C27BDD}"/>
              </a:ext>
            </a:extLst>
          </p:cNvPr>
          <p:cNvSpPr>
            <a:spLocks noGrp="1"/>
          </p:cNvSpPr>
          <p:nvPr>
            <p:ph type="sldNum" sz="quarter" idx="10"/>
          </p:nvPr>
        </p:nvSpPr>
        <p:spPr/>
        <p:txBody>
          <a:bodyPr/>
          <a:lstStyle/>
          <a:p>
            <a:fld id="{68151E55-6873-49E2-B8D5-2F265E6F1973}" type="slidenum">
              <a:rPr lang="en-US" sz="800" smtClean="0"/>
              <a:t>31</a:t>
            </a:fld>
            <a:endParaRPr lang="en-US" sz="800" dirty="0"/>
          </a:p>
        </p:txBody>
      </p:sp>
    </p:spTree>
    <p:extLst>
      <p:ext uri="{BB962C8B-B14F-4D97-AF65-F5344CB8AC3E}">
        <p14:creationId xmlns:p14="http://schemas.microsoft.com/office/powerpoint/2010/main" val="42450165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B6140-A63B-4D20-A758-54BAF6E00ACE}"/>
              </a:ext>
            </a:extLst>
          </p:cNvPr>
          <p:cNvSpPr>
            <a:spLocks noGrp="1"/>
          </p:cNvSpPr>
          <p:nvPr>
            <p:ph type="title"/>
          </p:nvPr>
        </p:nvSpPr>
        <p:spPr/>
        <p:txBody>
          <a:bodyPr>
            <a:normAutofit/>
          </a:bodyPr>
          <a:lstStyle/>
          <a:p>
            <a:r>
              <a:rPr lang="en-US" sz="2800" dirty="0"/>
              <a:t>Bar Graph </a:t>
            </a:r>
            <a:r>
              <a:rPr lang="en-US" sz="1000" b="0" dirty="0"/>
              <a:t>2</a:t>
            </a:r>
            <a:r>
              <a:rPr lang="en-US" sz="2800" b="0" dirty="0"/>
              <a:t> </a:t>
            </a:r>
            <a:r>
              <a:rPr lang="en-IN" sz="2800" dirty="0">
                <a:solidFill>
                  <a:schemeClr val="tx1"/>
                </a:solidFill>
              </a:rPr>
              <a:t>– Text Alternative</a:t>
            </a:r>
            <a:endParaRPr lang="en-US" sz="2800" noProof="0" dirty="0"/>
          </a:p>
        </p:txBody>
      </p:sp>
      <p:sp>
        <p:nvSpPr>
          <p:cNvPr id="9" name="Text Placeholder 8">
            <a:extLst>
              <a:ext uri="{FF2B5EF4-FFF2-40B4-BE49-F238E27FC236}">
                <a16:creationId xmlns:a16="http://schemas.microsoft.com/office/drawing/2014/main" id="{6B472E81-F44B-5A02-C74D-BC9595D6A6E4}"/>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D9C83D88-0C8B-AC18-01D7-6A6BE4390DD5}"/>
              </a:ext>
            </a:extLst>
          </p:cNvPr>
          <p:cNvSpPr>
            <a:spLocks noGrp="1"/>
          </p:cNvSpPr>
          <p:nvPr>
            <p:ph sz="quarter" idx="11"/>
          </p:nvPr>
        </p:nvSpPr>
        <p:spPr/>
        <p:txBody>
          <a:bodyPr/>
          <a:lstStyle/>
          <a:p>
            <a:r>
              <a:rPr lang="en-US" dirty="0"/>
              <a:t>The column chart represents frequency of purchase on the vertical axis, which ranges between 5 and 15 in increments of 5, and the price of computers on the horizontal axis, which ranges between 1,000 and 12,000 dollars. The estimated values are as follows. ($1,000 to $3,000.99, 12), ($3,001 to $5,000.99, 3), ($5,001 to $7,000.99, 3), ($7,001 to $9,000.99, 2), and ($9,001 to $11,000.99, 1).</a:t>
            </a:r>
          </a:p>
        </p:txBody>
      </p:sp>
      <p:sp>
        <p:nvSpPr>
          <p:cNvPr id="11" name="Text Placeholder 10">
            <a:extLst>
              <a:ext uri="{FF2B5EF4-FFF2-40B4-BE49-F238E27FC236}">
                <a16:creationId xmlns:a16="http://schemas.microsoft.com/office/drawing/2014/main" id="{CFE55F2E-AEB7-8039-9506-4253E06ACC96}"/>
              </a:ext>
            </a:extLst>
          </p:cNvPr>
          <p:cNvSpPr>
            <a:spLocks noGrp="1"/>
          </p:cNvSpPr>
          <p:nvPr>
            <p:ph type="body" sz="quarter" idx="15"/>
          </p:nvPr>
        </p:nvSpPr>
        <p:spPr/>
        <p:txBody>
          <a:bodyPr/>
          <a:lstStyle/>
          <a:p>
            <a:r>
              <a:rPr lang="en-US" dirty="0">
                <a:hlinkClick r:id="rId2" action="ppaction://hlinksldjump"/>
              </a:rPr>
              <a:t>Return to parent-slide containing images.</a:t>
            </a:r>
            <a:endParaRPr lang="en-US" dirty="0"/>
          </a:p>
        </p:txBody>
      </p:sp>
      <p:sp>
        <p:nvSpPr>
          <p:cNvPr id="3" name="Slide Number Placeholder 10">
            <a:extLst>
              <a:ext uri="{FF2B5EF4-FFF2-40B4-BE49-F238E27FC236}">
                <a16:creationId xmlns:a16="http://schemas.microsoft.com/office/drawing/2014/main" id="{5DAA2DDB-33E2-4AA3-AF18-2D1109C27BDD}"/>
              </a:ext>
            </a:extLst>
          </p:cNvPr>
          <p:cNvSpPr>
            <a:spLocks noGrp="1"/>
          </p:cNvSpPr>
          <p:nvPr>
            <p:ph type="sldNum" sz="quarter" idx="10"/>
          </p:nvPr>
        </p:nvSpPr>
        <p:spPr/>
        <p:txBody>
          <a:bodyPr/>
          <a:lstStyle/>
          <a:p>
            <a:fld id="{68151E55-6873-49E2-B8D5-2F265E6F1973}" type="slidenum">
              <a:rPr lang="en-US" sz="800" smtClean="0"/>
              <a:t>32</a:t>
            </a:fld>
            <a:endParaRPr lang="en-US" sz="800" dirty="0"/>
          </a:p>
        </p:txBody>
      </p:sp>
    </p:spTree>
    <p:extLst>
      <p:ext uri="{BB962C8B-B14F-4D97-AF65-F5344CB8AC3E}">
        <p14:creationId xmlns:p14="http://schemas.microsoft.com/office/powerpoint/2010/main" val="31101591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B6140-A63B-4D20-A758-54BAF6E00ACE}"/>
              </a:ext>
            </a:extLst>
          </p:cNvPr>
          <p:cNvSpPr>
            <a:spLocks noGrp="1"/>
          </p:cNvSpPr>
          <p:nvPr>
            <p:ph type="title"/>
          </p:nvPr>
        </p:nvSpPr>
        <p:spPr/>
        <p:txBody>
          <a:bodyPr>
            <a:normAutofit/>
          </a:bodyPr>
          <a:lstStyle/>
          <a:p>
            <a:r>
              <a:rPr lang="en-US" sz="2800" dirty="0"/>
              <a:t>Line Graph </a:t>
            </a:r>
            <a:r>
              <a:rPr lang="en-IN" sz="2800" dirty="0">
                <a:solidFill>
                  <a:schemeClr val="tx1"/>
                </a:solidFill>
              </a:rPr>
              <a:t>– Text Alternative</a:t>
            </a:r>
            <a:endParaRPr lang="en-US" sz="2800" noProof="0" dirty="0"/>
          </a:p>
        </p:txBody>
      </p:sp>
      <p:sp>
        <p:nvSpPr>
          <p:cNvPr id="9" name="Text Placeholder 8">
            <a:extLst>
              <a:ext uri="{FF2B5EF4-FFF2-40B4-BE49-F238E27FC236}">
                <a16:creationId xmlns:a16="http://schemas.microsoft.com/office/drawing/2014/main" id="{6B472E81-F44B-5A02-C74D-BC9595D6A6E4}"/>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D9C83D88-0C8B-AC18-01D7-6A6BE4390DD5}"/>
              </a:ext>
            </a:extLst>
          </p:cNvPr>
          <p:cNvSpPr>
            <a:spLocks noGrp="1"/>
          </p:cNvSpPr>
          <p:nvPr>
            <p:ph sz="quarter" idx="11"/>
          </p:nvPr>
        </p:nvSpPr>
        <p:spPr/>
        <p:txBody>
          <a:bodyPr/>
          <a:lstStyle/>
          <a:p>
            <a:r>
              <a:rPr lang="en-US" dirty="0"/>
              <a:t>The graph represents the percentage of the U.S. population aged 65 and older on the vertical axis that ranges between 0 and 25 in increments of 5 percent and year on the horizontal axis from 2020 to 2060. The estimated values are as follows. (2020, 17%), (2025, 18%), (2030, 20%), (2035, 20.5%), (2040, 21%), (2045, 20.9%), (2050, 21%), (2055, 21.3%), (2060, 21.9%).</a:t>
            </a:r>
          </a:p>
        </p:txBody>
      </p:sp>
      <p:sp>
        <p:nvSpPr>
          <p:cNvPr id="11" name="Text Placeholder 10">
            <a:extLst>
              <a:ext uri="{FF2B5EF4-FFF2-40B4-BE49-F238E27FC236}">
                <a16:creationId xmlns:a16="http://schemas.microsoft.com/office/drawing/2014/main" id="{CFE55F2E-AEB7-8039-9506-4253E06ACC96}"/>
              </a:ext>
            </a:extLst>
          </p:cNvPr>
          <p:cNvSpPr>
            <a:spLocks noGrp="1"/>
          </p:cNvSpPr>
          <p:nvPr>
            <p:ph type="body" sz="quarter" idx="15"/>
          </p:nvPr>
        </p:nvSpPr>
        <p:spPr/>
        <p:txBody>
          <a:bodyPr/>
          <a:lstStyle/>
          <a:p>
            <a:r>
              <a:rPr lang="en-US" dirty="0">
                <a:hlinkClick r:id="rId2" action="ppaction://hlinksldjump"/>
              </a:rPr>
              <a:t>Return to parent-slide containing images.</a:t>
            </a:r>
            <a:endParaRPr lang="en-US" dirty="0"/>
          </a:p>
        </p:txBody>
      </p:sp>
      <p:sp>
        <p:nvSpPr>
          <p:cNvPr id="3" name="Slide Number Placeholder 10">
            <a:extLst>
              <a:ext uri="{FF2B5EF4-FFF2-40B4-BE49-F238E27FC236}">
                <a16:creationId xmlns:a16="http://schemas.microsoft.com/office/drawing/2014/main" id="{5DAA2DDB-33E2-4AA3-AF18-2D1109C27BDD}"/>
              </a:ext>
            </a:extLst>
          </p:cNvPr>
          <p:cNvSpPr>
            <a:spLocks noGrp="1"/>
          </p:cNvSpPr>
          <p:nvPr>
            <p:ph type="sldNum" sz="quarter" idx="10"/>
          </p:nvPr>
        </p:nvSpPr>
        <p:spPr/>
        <p:txBody>
          <a:bodyPr/>
          <a:lstStyle/>
          <a:p>
            <a:fld id="{68151E55-6873-49E2-B8D5-2F265E6F1973}" type="slidenum">
              <a:rPr lang="en-US" sz="800" smtClean="0"/>
              <a:t>33</a:t>
            </a:fld>
            <a:endParaRPr lang="en-US" sz="800" dirty="0"/>
          </a:p>
        </p:txBody>
      </p:sp>
    </p:spTree>
    <p:extLst>
      <p:ext uri="{BB962C8B-B14F-4D97-AF65-F5344CB8AC3E}">
        <p14:creationId xmlns:p14="http://schemas.microsoft.com/office/powerpoint/2010/main" val="10373231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B6140-A63B-4D20-A758-54BAF6E00ACE}"/>
              </a:ext>
            </a:extLst>
          </p:cNvPr>
          <p:cNvSpPr>
            <a:spLocks noGrp="1"/>
          </p:cNvSpPr>
          <p:nvPr>
            <p:ph type="title"/>
          </p:nvPr>
        </p:nvSpPr>
        <p:spPr/>
        <p:txBody>
          <a:bodyPr>
            <a:normAutofit/>
          </a:bodyPr>
          <a:lstStyle/>
          <a:p>
            <a:r>
              <a:rPr lang="en-US" sz="2800" dirty="0"/>
              <a:t>Circle Graph (pie chart) </a:t>
            </a:r>
            <a:r>
              <a:rPr lang="en-IN" sz="2800" dirty="0">
                <a:solidFill>
                  <a:schemeClr val="tx1"/>
                </a:solidFill>
              </a:rPr>
              <a:t>– Text Alternative</a:t>
            </a:r>
            <a:endParaRPr lang="en-US" sz="2800" noProof="0" dirty="0"/>
          </a:p>
        </p:txBody>
      </p:sp>
      <p:sp>
        <p:nvSpPr>
          <p:cNvPr id="9" name="Text Placeholder 8">
            <a:extLst>
              <a:ext uri="{FF2B5EF4-FFF2-40B4-BE49-F238E27FC236}">
                <a16:creationId xmlns:a16="http://schemas.microsoft.com/office/drawing/2014/main" id="{6B472E81-F44B-5A02-C74D-BC9595D6A6E4}"/>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D9C83D88-0C8B-AC18-01D7-6A6BE4390DD5}"/>
              </a:ext>
            </a:extLst>
          </p:cNvPr>
          <p:cNvSpPr>
            <a:spLocks noGrp="1"/>
          </p:cNvSpPr>
          <p:nvPr>
            <p:ph sz="quarter" idx="11"/>
          </p:nvPr>
        </p:nvSpPr>
        <p:spPr/>
        <p:txBody>
          <a:bodyPr>
            <a:normAutofit lnSpcReduction="10000"/>
          </a:bodyPr>
          <a:lstStyle/>
          <a:p>
            <a:r>
              <a:rPr lang="en-US" dirty="0"/>
              <a:t>An enduring challenge: Here are two reasons environmental pressures aren’t likely to fade anytime soon. Rising Demand: Driven largely by economic growth in developing countries, global energy demand is expected to surge more than one-third by 2030—and that's assuming governments increasingly adopt policies to encourage energy efficiency. Fossil fuels will continue to make up most of the mix. Demand in 2004 and 2030; totals are in metric tons of oil equivalent. Two pie graphs are titled 2004 and 2030. In 2004, the total is indicated as 11.20 billion tons. The data of the graph are shown as follows: Oil, 35.2 percent. Other renewables, 0.5 percent. Hydro, 2.2 percent. Nuclear, 6.4 percent. Biomass and waste, 10.5 percent. Natural gas, 20.5 percent. Coal, 24.8 percent. In 2030, the total is indicated as 15.41 billion tons. The data of the graph are shown as follows: Oil, 32.2 percent. Other renewables, 2.4 percent. Hydro, 2.7 percent. Nuclear, 6.9 percent. Biomass and waste, 11.1 percent. Natural gas, 21.9 percent. Coal, 22.8 percent. Source: International Energy Agency’s World Energy Outlook 2006. Call, contacts, message, and camera icons are at the bottom.</a:t>
            </a:r>
          </a:p>
        </p:txBody>
      </p:sp>
      <p:sp>
        <p:nvSpPr>
          <p:cNvPr id="11" name="Text Placeholder 10">
            <a:extLst>
              <a:ext uri="{FF2B5EF4-FFF2-40B4-BE49-F238E27FC236}">
                <a16:creationId xmlns:a16="http://schemas.microsoft.com/office/drawing/2014/main" id="{CFE55F2E-AEB7-8039-9506-4253E06ACC96}"/>
              </a:ext>
            </a:extLst>
          </p:cNvPr>
          <p:cNvSpPr>
            <a:spLocks noGrp="1"/>
          </p:cNvSpPr>
          <p:nvPr>
            <p:ph type="body" sz="quarter" idx="15"/>
          </p:nvPr>
        </p:nvSpPr>
        <p:spPr/>
        <p:txBody>
          <a:bodyPr/>
          <a:lstStyle/>
          <a:p>
            <a:r>
              <a:rPr lang="en-US" dirty="0">
                <a:hlinkClick r:id="rId2" action="ppaction://hlinksldjump"/>
              </a:rPr>
              <a:t>Return to parent-slide containing images.</a:t>
            </a:r>
            <a:endParaRPr lang="en-US" dirty="0"/>
          </a:p>
        </p:txBody>
      </p:sp>
      <p:sp>
        <p:nvSpPr>
          <p:cNvPr id="3" name="Slide Number Placeholder 10">
            <a:extLst>
              <a:ext uri="{FF2B5EF4-FFF2-40B4-BE49-F238E27FC236}">
                <a16:creationId xmlns:a16="http://schemas.microsoft.com/office/drawing/2014/main" id="{5DAA2DDB-33E2-4AA3-AF18-2D1109C27BDD}"/>
              </a:ext>
            </a:extLst>
          </p:cNvPr>
          <p:cNvSpPr>
            <a:spLocks noGrp="1"/>
          </p:cNvSpPr>
          <p:nvPr>
            <p:ph type="sldNum" sz="quarter" idx="10"/>
          </p:nvPr>
        </p:nvSpPr>
        <p:spPr/>
        <p:txBody>
          <a:bodyPr/>
          <a:lstStyle/>
          <a:p>
            <a:fld id="{68151E55-6873-49E2-B8D5-2F265E6F1973}" type="slidenum">
              <a:rPr lang="en-US" sz="800" smtClean="0"/>
              <a:t>34</a:t>
            </a:fld>
            <a:endParaRPr lang="en-US" sz="800" dirty="0"/>
          </a:p>
        </p:txBody>
      </p:sp>
    </p:spTree>
    <p:extLst>
      <p:ext uri="{BB962C8B-B14F-4D97-AF65-F5344CB8AC3E}">
        <p14:creationId xmlns:p14="http://schemas.microsoft.com/office/powerpoint/2010/main" val="21654121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B6140-A63B-4D20-A758-54BAF6E00ACE}"/>
              </a:ext>
            </a:extLst>
          </p:cNvPr>
          <p:cNvSpPr>
            <a:spLocks noGrp="1"/>
          </p:cNvSpPr>
          <p:nvPr>
            <p:ph type="title"/>
          </p:nvPr>
        </p:nvSpPr>
        <p:spPr/>
        <p:txBody>
          <a:bodyPr/>
          <a:lstStyle/>
          <a:p>
            <a:r>
              <a:rPr lang="en-US" sz="2400" dirty="0"/>
              <a:t>Normal Distribution (Figure 5.1) </a:t>
            </a:r>
            <a:r>
              <a:rPr lang="en-IN" sz="2400" dirty="0">
                <a:solidFill>
                  <a:schemeClr val="tx1"/>
                </a:solidFill>
              </a:rPr>
              <a:t>– Text Alternative</a:t>
            </a:r>
            <a:endParaRPr lang="en-US" noProof="0" dirty="0"/>
          </a:p>
        </p:txBody>
      </p:sp>
      <p:sp>
        <p:nvSpPr>
          <p:cNvPr id="9" name="Text Placeholder 8">
            <a:extLst>
              <a:ext uri="{FF2B5EF4-FFF2-40B4-BE49-F238E27FC236}">
                <a16:creationId xmlns:a16="http://schemas.microsoft.com/office/drawing/2014/main" id="{6B472E81-F44B-5A02-C74D-BC9595D6A6E4}"/>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D9C83D88-0C8B-AC18-01D7-6A6BE4390DD5}"/>
              </a:ext>
            </a:extLst>
          </p:cNvPr>
          <p:cNvSpPr>
            <a:spLocks noGrp="1"/>
          </p:cNvSpPr>
          <p:nvPr>
            <p:ph sz="quarter" idx="11"/>
          </p:nvPr>
        </p:nvSpPr>
        <p:spPr/>
        <p:txBody>
          <a:bodyPr/>
          <a:lstStyle/>
          <a:p>
            <a:r>
              <a:rPr lang="en-US" dirty="0"/>
              <a:t>The mean is at the center of the curve. 68% of data falls within one standard deviation of the mean, 95% of the data falls within two standard deviations of the mean, and 99.7% of data falls within three standard deviations of the mean.</a:t>
            </a:r>
          </a:p>
        </p:txBody>
      </p:sp>
      <p:sp>
        <p:nvSpPr>
          <p:cNvPr id="11" name="Text Placeholder 10">
            <a:extLst>
              <a:ext uri="{FF2B5EF4-FFF2-40B4-BE49-F238E27FC236}">
                <a16:creationId xmlns:a16="http://schemas.microsoft.com/office/drawing/2014/main" id="{CFE55F2E-AEB7-8039-9506-4253E06ACC96}"/>
              </a:ext>
            </a:extLst>
          </p:cNvPr>
          <p:cNvSpPr>
            <a:spLocks noGrp="1"/>
          </p:cNvSpPr>
          <p:nvPr>
            <p:ph type="body" sz="quarter" idx="15"/>
          </p:nvPr>
        </p:nvSpPr>
        <p:spPr/>
        <p:txBody>
          <a:bodyPr/>
          <a:lstStyle/>
          <a:p>
            <a:r>
              <a:rPr lang="en-US" dirty="0">
                <a:hlinkClick r:id="rId2" action="ppaction://hlinksldjump"/>
              </a:rPr>
              <a:t>Return to parent-slide containing images.</a:t>
            </a:r>
            <a:endParaRPr lang="en-US" dirty="0"/>
          </a:p>
        </p:txBody>
      </p:sp>
      <p:sp>
        <p:nvSpPr>
          <p:cNvPr id="3" name="Slide Number Placeholder 10">
            <a:extLst>
              <a:ext uri="{FF2B5EF4-FFF2-40B4-BE49-F238E27FC236}">
                <a16:creationId xmlns:a16="http://schemas.microsoft.com/office/drawing/2014/main" id="{5DAA2DDB-33E2-4AA3-AF18-2D1109C27BDD}"/>
              </a:ext>
            </a:extLst>
          </p:cNvPr>
          <p:cNvSpPr>
            <a:spLocks noGrp="1"/>
          </p:cNvSpPr>
          <p:nvPr>
            <p:ph type="sldNum" sz="quarter" idx="10"/>
          </p:nvPr>
        </p:nvSpPr>
        <p:spPr/>
        <p:txBody>
          <a:bodyPr/>
          <a:lstStyle/>
          <a:p>
            <a:fld id="{68151E55-6873-49E2-B8D5-2F265E6F1973}" type="slidenum">
              <a:rPr lang="en-US" sz="800" smtClean="0"/>
              <a:t>35</a:t>
            </a:fld>
            <a:endParaRPr lang="en-US" sz="800" dirty="0"/>
          </a:p>
        </p:txBody>
      </p:sp>
    </p:spTree>
    <p:extLst>
      <p:ext uri="{BB962C8B-B14F-4D97-AF65-F5344CB8AC3E}">
        <p14:creationId xmlns:p14="http://schemas.microsoft.com/office/powerpoint/2010/main" val="4070107797"/>
      </p:ext>
    </p:extLst>
  </p:cSld>
  <p:clrMapOvr>
    <a:masterClrMapping/>
  </p:clrMapOvr>
</p:sld>
</file>

<file path=ppt/theme/theme1.xml><?xml version="1.0" encoding="utf-8"?>
<a:theme xmlns:a="http://schemas.openxmlformats.org/drawingml/2006/main" name="Title Slides 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84F6219E-3D47-41AC-9893-1108D06AA07D}"/>
    </a:ext>
  </a:extLst>
</a:theme>
</file>

<file path=ppt/theme/theme2.xml><?xml version="1.0" encoding="utf-8"?>
<a:theme xmlns:a="http://schemas.openxmlformats.org/drawingml/2006/main" name="MainContentSlideMaster">
  <a:themeElements>
    <a:clrScheme name="Custom 164">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2060"/>
      </a:hlink>
      <a:folHlink>
        <a:srgbClr val="00206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B385948E-CF34-4CE8-9AC7-28DE40FDC656}"/>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FEE61EC3-6634-45B5-BF77-FBC9B835BC79}"/>
    </a:ext>
  </a:extLst>
</a:theme>
</file>

<file path=ppt/theme/theme4.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A15A20A0-BEE6-47A5-BC6B-F87134FBF13C}"/>
    </a:ext>
  </a:extLst>
</a:theme>
</file>

<file path=ppt/theme/theme5.xml><?xml version="1.0" encoding="utf-8"?>
<a:theme xmlns:a="http://schemas.openxmlformats.org/drawingml/2006/main" name="ImageDescriptionAppendixSlideMaster">
  <a:themeElements>
    <a:clrScheme name="Custom 163">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2060"/>
      </a:hlink>
      <a:folHlink>
        <a:srgbClr val="00206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22313DF8-AA3F-4A8D-9652-6DDC53D759ED}"/>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Nickels_UB13e_PPT_Instructor_Ch03</Template>
  <TotalTime>5963</TotalTime>
  <Words>2317</Words>
  <Application>Microsoft Office PowerPoint</Application>
  <PresentationFormat>On-screen Show (4:3)</PresentationFormat>
  <Paragraphs>305</Paragraphs>
  <Slides>35</Slides>
  <Notes>2</Notes>
  <HiddenSlides>6</HiddenSlides>
  <MMClips>0</MMClips>
  <ScaleCrop>false</ScaleCrop>
  <HeadingPairs>
    <vt:vector size="8" baseType="variant">
      <vt:variant>
        <vt:lpstr>Fonts Used</vt:lpstr>
      </vt:variant>
      <vt:variant>
        <vt:i4>3</vt:i4>
      </vt:variant>
      <vt:variant>
        <vt:lpstr>Theme</vt:lpstr>
      </vt:variant>
      <vt:variant>
        <vt:i4>5</vt:i4>
      </vt:variant>
      <vt:variant>
        <vt:lpstr>Embedded OLE Servers</vt:lpstr>
      </vt:variant>
      <vt:variant>
        <vt:i4>2</vt:i4>
      </vt:variant>
      <vt:variant>
        <vt:lpstr>Slide Titles</vt:lpstr>
      </vt:variant>
      <vt:variant>
        <vt:i4>35</vt:i4>
      </vt:variant>
    </vt:vector>
  </HeadingPairs>
  <TitlesOfParts>
    <vt:vector size="45" baseType="lpstr">
      <vt:lpstr>Arial</vt:lpstr>
      <vt:lpstr>Calibri</vt:lpstr>
      <vt:lpstr>Times New Roman</vt:lpstr>
      <vt:lpstr>Title Slides Master</vt:lpstr>
      <vt:lpstr>MainContentSlideMaster</vt:lpstr>
      <vt:lpstr>ClosingMaster</vt:lpstr>
      <vt:lpstr>DividerSlideMaster</vt:lpstr>
      <vt:lpstr>ImageDescriptionAppendixSlideMaster</vt:lpstr>
      <vt:lpstr>Equation</vt:lpstr>
      <vt:lpstr>MathType 7.0 Equation</vt:lpstr>
      <vt:lpstr>Chapter 5</vt:lpstr>
      <vt:lpstr>Learning Unit Objectives</vt:lpstr>
      <vt:lpstr>Frequency Distribution</vt:lpstr>
      <vt:lpstr>Bar Graph 1</vt:lpstr>
      <vt:lpstr>Bar Graph 2</vt:lpstr>
      <vt:lpstr>Line Graph</vt:lpstr>
      <vt:lpstr>Circle Graph (pie chart)</vt:lpstr>
      <vt:lpstr>Index Numbers</vt:lpstr>
      <vt:lpstr>Terminology</vt:lpstr>
      <vt:lpstr>Mean</vt:lpstr>
      <vt:lpstr>Finding the Median of a Group of Values 1</vt:lpstr>
      <vt:lpstr>Weighted Mean</vt:lpstr>
      <vt:lpstr>Finding the Median of a Group of Values 2</vt:lpstr>
      <vt:lpstr>Mode</vt:lpstr>
      <vt:lpstr>Measure of Dispersion</vt:lpstr>
      <vt:lpstr>Variance and Standard Deviation</vt:lpstr>
      <vt:lpstr>Calculating the Variance and Standard Deviation</vt:lpstr>
      <vt:lpstr>Standard Deviation 1</vt:lpstr>
      <vt:lpstr>Standard Deviation 2</vt:lpstr>
      <vt:lpstr>Normal Distribution (Figure 5.1)</vt:lpstr>
      <vt:lpstr>Normal Distribution (2)</vt:lpstr>
      <vt:lpstr>Applying the Normal Distribution</vt:lpstr>
      <vt:lpstr>Textbook Problem 5-1</vt:lpstr>
      <vt:lpstr>Textbook Problem 5-8</vt:lpstr>
      <vt:lpstr>Textbook Problem 5-11</vt:lpstr>
      <vt:lpstr>Textbook Problem 5-12</vt:lpstr>
      <vt:lpstr>Textbook Problem 5-16</vt:lpstr>
      <vt:lpstr>Textbook Problem 5-18</vt:lpstr>
      <vt:lpstr>End of Main Content</vt:lpstr>
      <vt:lpstr>Accessibility Content: Text Alternatives for Images</vt:lpstr>
      <vt:lpstr>Bar Graph 1 – Text Alternative</vt:lpstr>
      <vt:lpstr>Bar Graph 2 – Text Alternative</vt:lpstr>
      <vt:lpstr>Line Graph – Text Alternative</vt:lpstr>
      <vt:lpstr>Circle Graph (pie chart) – Text Alternative</vt:lpstr>
      <vt:lpstr>Normal Distribution (Figure 5.1) – Text Alternative</vt:lpstr>
    </vt:vector>
  </TitlesOfParts>
  <Company>McGraw Hill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dc:title>
  <dc:creator/>
  <cp:keywords/>
  <cp:lastModifiedBy>Dinesh Babu Chellam</cp:lastModifiedBy>
  <cp:revision>2415</cp:revision>
  <dcterms:created xsi:type="dcterms:W3CDTF">2020-12-08T04:00:13Z</dcterms:created>
  <dcterms:modified xsi:type="dcterms:W3CDTF">2023-06-15T04:57:33Z</dcterms:modified>
</cp:coreProperties>
</file>